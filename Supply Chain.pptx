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notesMasterIdLst>
    <p:notesMasterId r:id="rId12"/>
  </p:notesMasterIdLst>
  <p:sldIdLst>
    <p:sldId id="396" r:id="rId4"/>
    <p:sldId id="272" r:id="rId5"/>
    <p:sldId id="286" r:id="rId6"/>
    <p:sldId id="389" r:id="rId7"/>
    <p:sldId id="400" r:id="rId8"/>
    <p:sldId id="293" r:id="rId9"/>
    <p:sldId id="285" r:id="rId10"/>
    <p:sldId id="40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4" y="56"/>
      </p:cViewPr>
      <p:guideLst>
        <p:guide orient="horz" pos="24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5850C-D4BB-4858-A577-CD5D3B982443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972AB-C501-4915-961C-7D57DA2F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7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b09a72bab3_0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98" name="Google Shape;698;gb09a72bab3_0_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45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09600" y="546100"/>
            <a:ext cx="10972800" cy="4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46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44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lumMod val="0"/>
                <a:lumOff val="100000"/>
              </a:schemeClr>
            </a:gs>
            <a:gs pos="63000">
              <a:schemeClr val="bg1">
                <a:lumMod val="95000"/>
              </a:schemeClr>
            </a:gs>
            <a:gs pos="97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29">
            <a:extLst>
              <a:ext uri="{FF2B5EF4-FFF2-40B4-BE49-F238E27FC236}">
                <a16:creationId xmlns:a16="http://schemas.microsoft.com/office/drawing/2014/main" id="{979B836E-89A8-46B0-BD29-37517DA519CC}"/>
              </a:ext>
            </a:extLst>
          </p:cNvPr>
          <p:cNvSpPr txBox="1"/>
          <p:nvPr/>
        </p:nvSpPr>
        <p:spPr>
          <a:xfrm>
            <a:off x="0" y="4192533"/>
            <a:ext cx="12192000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/>
              <a:t>SUPPLY CHAIN</a:t>
            </a:r>
          </a:p>
          <a:p>
            <a:pPr algn="ctr"/>
            <a:endParaRPr lang="ko-KR" altLang="en-US" sz="5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CCFE827-BBEC-4714-A60A-3894EE62CC9E}"/>
              </a:ext>
            </a:extLst>
          </p:cNvPr>
          <p:cNvSpPr txBox="1"/>
          <p:nvPr/>
        </p:nvSpPr>
        <p:spPr>
          <a:xfrm>
            <a:off x="0" y="5468119"/>
            <a:ext cx="1219185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2"/>
                </a:solidFill>
                <a:cs typeface="Arial" pitchFamily="34" charset="0"/>
              </a:rPr>
              <a:t>Project </a:t>
            </a:r>
            <a:r>
              <a:rPr lang="ar-EG" altLang="ko-KR" sz="2000" dirty="0">
                <a:solidFill>
                  <a:schemeClr val="tx2"/>
                </a:solidFill>
                <a:cs typeface="Arial" pitchFamily="34" charset="0"/>
              </a:rPr>
              <a:t>/</a:t>
            </a:r>
            <a:r>
              <a:rPr lang="en-US" altLang="ko-KR" sz="2000" dirty="0">
                <a:solidFill>
                  <a:schemeClr val="tx2"/>
                </a:solidFill>
                <a:cs typeface="Arial" pitchFamily="34" charset="0"/>
              </a:rPr>
              <a:t> Supply Chain Dataset Analysis </a:t>
            </a:r>
            <a:endParaRPr lang="ko-KR" altLang="en-US" sz="2000" dirty="0">
              <a:solidFill>
                <a:schemeClr val="tx2"/>
              </a:solidFill>
              <a:cs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D730D1F-D513-4E8E-ACAC-05E1BD2543F2}"/>
              </a:ext>
            </a:extLst>
          </p:cNvPr>
          <p:cNvGrpSpPr/>
          <p:nvPr/>
        </p:nvGrpSpPr>
        <p:grpSpPr>
          <a:xfrm>
            <a:off x="2762046" y="-136234"/>
            <a:ext cx="6870959" cy="4032352"/>
            <a:chOff x="3112384" y="931200"/>
            <a:chExt cx="5729838" cy="3362664"/>
          </a:xfrm>
          <a:gradFill flip="none" rotWithShape="1">
            <a:gsLst>
              <a:gs pos="47000">
                <a:schemeClr val="bg1">
                  <a:lumMod val="75000"/>
                </a:schemeClr>
              </a:gs>
              <a:gs pos="85000">
                <a:schemeClr val="bg1">
                  <a:lumMod val="65000"/>
                </a:schemeClr>
              </a:gs>
            </a:gsLst>
            <a:lin ang="13800000" scaled="0"/>
            <a:tileRect/>
          </a:gradFill>
          <a:scene3d>
            <a:camera prst="perspectiveRelaxedModerately">
              <a:rot lat="18000000" lon="0" rev="0"/>
            </a:camera>
            <a:lightRig rig="threePt" dir="t"/>
          </a:scene3d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EF1D934D-1B61-48D0-A709-46CF75E305BB}"/>
                </a:ext>
              </a:extLst>
            </p:cNvPr>
            <p:cNvSpPr/>
            <p:nvPr/>
          </p:nvSpPr>
          <p:spPr>
            <a:xfrm>
              <a:off x="3155487" y="1552562"/>
              <a:ext cx="2117182" cy="2741302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95756E62-9A3E-4465-A9C0-E228EA3E1877}"/>
                </a:ext>
              </a:extLst>
            </p:cNvPr>
            <p:cNvSpPr/>
            <p:nvPr/>
          </p:nvSpPr>
          <p:spPr>
            <a:xfrm>
              <a:off x="4175803" y="931200"/>
              <a:ext cx="3324044" cy="1144795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00BC852-D0A3-4CFD-BF30-D3404213F524}"/>
                </a:ext>
              </a:extLst>
            </p:cNvPr>
            <p:cNvSpPr/>
            <p:nvPr/>
          </p:nvSpPr>
          <p:spPr>
            <a:xfrm>
              <a:off x="4248214" y="1313258"/>
              <a:ext cx="37930" cy="17241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9FD9535-0184-401A-8E38-BD20180A39DC}"/>
                </a:ext>
              </a:extLst>
            </p:cNvPr>
            <p:cNvSpPr/>
            <p:nvPr/>
          </p:nvSpPr>
          <p:spPr>
            <a:xfrm>
              <a:off x="4049254" y="1277742"/>
              <a:ext cx="37930" cy="10344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F6A90A0-6F0D-444D-A16C-FA98394115B2}"/>
                </a:ext>
              </a:extLst>
            </p:cNvPr>
            <p:cNvSpPr/>
            <p:nvPr/>
          </p:nvSpPr>
          <p:spPr>
            <a:xfrm>
              <a:off x="4271317" y="1244985"/>
              <a:ext cx="41378" cy="44826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E8230F4-80F7-4C3B-A14A-6BAD10D24544}"/>
                </a:ext>
              </a:extLst>
            </p:cNvPr>
            <p:cNvSpPr/>
            <p:nvPr/>
          </p:nvSpPr>
          <p:spPr>
            <a:xfrm>
              <a:off x="3968567" y="1346016"/>
              <a:ext cx="189650" cy="99997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B991E9E-DE88-4528-AC3F-E498D26D575D}"/>
                </a:ext>
              </a:extLst>
            </p:cNvPr>
            <p:cNvSpPr/>
            <p:nvPr/>
          </p:nvSpPr>
          <p:spPr>
            <a:xfrm>
              <a:off x="3812364" y="1428428"/>
              <a:ext cx="155168" cy="168960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128E8F5-E0CA-4631-A1F4-818B575868FB}"/>
                </a:ext>
              </a:extLst>
            </p:cNvPr>
            <p:cNvSpPr/>
            <p:nvPr/>
          </p:nvSpPr>
          <p:spPr>
            <a:xfrm>
              <a:off x="4315453" y="1290845"/>
              <a:ext cx="27586" cy="13793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751F3AC-03AD-453E-888A-4C605746EB62}"/>
                </a:ext>
              </a:extLst>
            </p:cNvPr>
            <p:cNvSpPr/>
            <p:nvPr/>
          </p:nvSpPr>
          <p:spPr>
            <a:xfrm>
              <a:off x="3938223" y="1376705"/>
              <a:ext cx="13793" cy="6896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540C6EB-D6C0-4282-8E40-18A0C1B3A3D7}"/>
                </a:ext>
              </a:extLst>
            </p:cNvPr>
            <p:cNvSpPr/>
            <p:nvPr/>
          </p:nvSpPr>
          <p:spPr>
            <a:xfrm>
              <a:off x="3867880" y="1321189"/>
              <a:ext cx="106893" cy="65516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B36DFF0-2235-4B29-B10A-30E7AD7FDA39}"/>
                </a:ext>
              </a:extLst>
            </p:cNvPr>
            <p:cNvSpPr/>
            <p:nvPr/>
          </p:nvSpPr>
          <p:spPr>
            <a:xfrm>
              <a:off x="4018220" y="1299121"/>
              <a:ext cx="48274" cy="31033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20EB486-1650-4717-AF7D-F70937131C42}"/>
                </a:ext>
              </a:extLst>
            </p:cNvPr>
            <p:cNvSpPr/>
            <p:nvPr/>
          </p:nvSpPr>
          <p:spPr>
            <a:xfrm>
              <a:off x="6639181" y="1275673"/>
              <a:ext cx="289647" cy="344818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1F8C6D9-1637-4860-88F8-7CFA06568998}"/>
                </a:ext>
              </a:extLst>
            </p:cNvPr>
            <p:cNvSpPr/>
            <p:nvPr/>
          </p:nvSpPr>
          <p:spPr>
            <a:xfrm>
              <a:off x="8042245" y="1429462"/>
              <a:ext cx="17241" cy="13793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51D9B08-BFCF-42AD-B31D-5298A482FF76}"/>
                </a:ext>
              </a:extLst>
            </p:cNvPr>
            <p:cNvSpPr/>
            <p:nvPr/>
          </p:nvSpPr>
          <p:spPr>
            <a:xfrm>
              <a:off x="4377866" y="1299121"/>
              <a:ext cx="17241" cy="6896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888676D-AC1F-43F7-A17F-B6839B2394C2}"/>
                </a:ext>
              </a:extLst>
            </p:cNvPr>
            <p:cNvSpPr/>
            <p:nvPr/>
          </p:nvSpPr>
          <p:spPr>
            <a:xfrm>
              <a:off x="8139138" y="1362568"/>
              <a:ext cx="79309" cy="551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3E21A63-C37E-4A09-98C0-BA89E92B49E2}"/>
                </a:ext>
              </a:extLst>
            </p:cNvPr>
            <p:cNvSpPr/>
            <p:nvPr/>
          </p:nvSpPr>
          <p:spPr>
            <a:xfrm>
              <a:off x="7998108" y="1321189"/>
              <a:ext cx="120686" cy="89653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A972E3E2-2619-4807-9CE9-1282159903F5}"/>
                </a:ext>
              </a:extLst>
            </p:cNvPr>
            <p:cNvSpPr/>
            <p:nvPr/>
          </p:nvSpPr>
          <p:spPr>
            <a:xfrm>
              <a:off x="4670615" y="1321189"/>
              <a:ext cx="13793" cy="10344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B923501-C845-41A9-A891-8A98CB337E8D}"/>
                </a:ext>
              </a:extLst>
            </p:cNvPr>
            <p:cNvSpPr/>
            <p:nvPr/>
          </p:nvSpPr>
          <p:spPr>
            <a:xfrm>
              <a:off x="6928139" y="1462220"/>
              <a:ext cx="13793" cy="13793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2AFD030-B71C-44C9-8E53-E142A3DA304C}"/>
                </a:ext>
              </a:extLst>
            </p:cNvPr>
            <p:cNvSpPr/>
            <p:nvPr/>
          </p:nvSpPr>
          <p:spPr>
            <a:xfrm>
              <a:off x="5611968" y="1380152"/>
              <a:ext cx="17241" cy="6896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5296374-F916-41FA-A83F-5D585FD7066C}"/>
                </a:ext>
              </a:extLst>
            </p:cNvPr>
            <p:cNvSpPr/>
            <p:nvPr/>
          </p:nvSpPr>
          <p:spPr>
            <a:xfrm>
              <a:off x="5966096" y="2457364"/>
              <a:ext cx="13793" cy="2758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BE228FF-16F6-4CB8-B5BC-849A229BC996}"/>
                </a:ext>
              </a:extLst>
            </p:cNvPr>
            <p:cNvSpPr/>
            <p:nvPr/>
          </p:nvSpPr>
          <p:spPr>
            <a:xfrm>
              <a:off x="4404416" y="1452910"/>
              <a:ext cx="451711" cy="496538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6F5BE0F-571E-4301-9F42-76AF59497D33}"/>
                </a:ext>
              </a:extLst>
            </p:cNvPr>
            <p:cNvSpPr/>
            <p:nvPr/>
          </p:nvSpPr>
          <p:spPr>
            <a:xfrm>
              <a:off x="6196435" y="2600809"/>
              <a:ext cx="48274" cy="17241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96EB6BF-CBAD-4992-A47F-658531A9C0B9}"/>
                </a:ext>
              </a:extLst>
            </p:cNvPr>
            <p:cNvSpPr/>
            <p:nvPr/>
          </p:nvSpPr>
          <p:spPr>
            <a:xfrm>
              <a:off x="5841273" y="2521156"/>
              <a:ext cx="27586" cy="10344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382D2EF-F3D8-4CF0-B6AD-0EF079B3FBDE}"/>
                </a:ext>
              </a:extLst>
            </p:cNvPr>
            <p:cNvSpPr/>
            <p:nvPr/>
          </p:nvSpPr>
          <p:spPr>
            <a:xfrm>
              <a:off x="5955752" y="2497363"/>
              <a:ext cx="27586" cy="44826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2E793B6-ED1D-45EE-882D-BF64C8CB9AF4}"/>
                </a:ext>
              </a:extLst>
            </p:cNvPr>
            <p:cNvSpPr/>
            <p:nvPr/>
          </p:nvSpPr>
          <p:spPr>
            <a:xfrm>
              <a:off x="6339879" y="2606670"/>
              <a:ext cx="37930" cy="24137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531ED22-FD3B-467F-A276-4725AE697D7F}"/>
                </a:ext>
              </a:extLst>
            </p:cNvPr>
            <p:cNvSpPr/>
            <p:nvPr/>
          </p:nvSpPr>
          <p:spPr>
            <a:xfrm>
              <a:off x="5545764" y="1226019"/>
              <a:ext cx="3296458" cy="2599927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66FBD6A-C828-4E33-9261-2BA4E3D577BA}"/>
                </a:ext>
              </a:extLst>
            </p:cNvPr>
            <p:cNvSpPr/>
            <p:nvPr/>
          </p:nvSpPr>
          <p:spPr>
            <a:xfrm>
              <a:off x="4226490" y="1448082"/>
              <a:ext cx="82756" cy="110342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5CB1C63F-9BB9-4648-B004-90F372AE6B9F}"/>
                </a:ext>
              </a:extLst>
            </p:cNvPr>
            <p:cNvSpPr/>
            <p:nvPr/>
          </p:nvSpPr>
          <p:spPr>
            <a:xfrm>
              <a:off x="4296833" y="1380152"/>
              <a:ext cx="44826" cy="37930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2277933-DE59-4691-98E0-E3A7E4278B52}"/>
                </a:ext>
              </a:extLst>
            </p:cNvPr>
            <p:cNvSpPr/>
            <p:nvPr/>
          </p:nvSpPr>
          <p:spPr>
            <a:xfrm>
              <a:off x="4315453" y="1429462"/>
              <a:ext cx="62067" cy="106893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580EAA0-C63D-4222-A99E-362924430EFF}"/>
                </a:ext>
              </a:extLst>
            </p:cNvPr>
            <p:cNvSpPr/>
            <p:nvPr/>
          </p:nvSpPr>
          <p:spPr>
            <a:xfrm>
              <a:off x="4160286" y="1308431"/>
              <a:ext cx="24137" cy="31033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25B1187-EEA9-405F-BD26-F2D0CDC0BB69}"/>
                </a:ext>
              </a:extLst>
            </p:cNvPr>
            <p:cNvSpPr/>
            <p:nvPr/>
          </p:nvSpPr>
          <p:spPr>
            <a:xfrm>
              <a:off x="4177871" y="1349464"/>
              <a:ext cx="96549" cy="75860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0CEE075-B0E8-4DF4-A444-42178C931991}"/>
                </a:ext>
              </a:extLst>
            </p:cNvPr>
            <p:cNvSpPr/>
            <p:nvPr/>
          </p:nvSpPr>
          <p:spPr>
            <a:xfrm>
              <a:off x="4293385" y="1313258"/>
              <a:ext cx="262062" cy="113790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4936D9B-0796-4514-9828-CD05E2D265A3}"/>
                </a:ext>
              </a:extLst>
            </p:cNvPr>
            <p:cNvSpPr/>
            <p:nvPr/>
          </p:nvSpPr>
          <p:spPr>
            <a:xfrm>
              <a:off x="7743288" y="2795976"/>
              <a:ext cx="27586" cy="65516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FEBF9A2-0897-4A07-B93F-97307BB4D81F}"/>
                </a:ext>
              </a:extLst>
            </p:cNvPr>
            <p:cNvSpPr/>
            <p:nvPr/>
          </p:nvSpPr>
          <p:spPr>
            <a:xfrm>
              <a:off x="7765356" y="3055968"/>
              <a:ext cx="75860" cy="72412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10557F2-0CFE-4C25-8351-D6CAB35984D7}"/>
                </a:ext>
              </a:extLst>
            </p:cNvPr>
            <p:cNvSpPr/>
            <p:nvPr/>
          </p:nvSpPr>
          <p:spPr>
            <a:xfrm>
              <a:off x="7737426" y="2912523"/>
              <a:ext cx="93100" cy="155169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BECEEE9B-931C-4639-AEBA-391E91712AC3}"/>
                </a:ext>
              </a:extLst>
            </p:cNvPr>
            <p:cNvSpPr/>
            <p:nvPr/>
          </p:nvSpPr>
          <p:spPr>
            <a:xfrm>
              <a:off x="7836044" y="2645635"/>
              <a:ext cx="17241" cy="13793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220E02F-9244-4887-811F-80149EE404E8}"/>
                </a:ext>
              </a:extLst>
            </p:cNvPr>
            <p:cNvSpPr/>
            <p:nvPr/>
          </p:nvSpPr>
          <p:spPr>
            <a:xfrm>
              <a:off x="7690186" y="3033555"/>
              <a:ext cx="44826" cy="51723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9A945ED-EC79-47CE-B97A-57CBD444C3CF}"/>
                </a:ext>
              </a:extLst>
            </p:cNvPr>
            <p:cNvSpPr/>
            <p:nvPr/>
          </p:nvSpPr>
          <p:spPr>
            <a:xfrm>
              <a:off x="4758200" y="2912523"/>
              <a:ext cx="27586" cy="13793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15F6ADB-9090-4E3F-9987-818C911CEFE7}"/>
                </a:ext>
              </a:extLst>
            </p:cNvPr>
            <p:cNvSpPr/>
            <p:nvPr/>
          </p:nvSpPr>
          <p:spPr>
            <a:xfrm>
              <a:off x="3246863" y="2807699"/>
              <a:ext cx="31033" cy="17241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086E563B-78EA-46A5-8A2B-F7FBBBDD31F1}"/>
                </a:ext>
              </a:extLst>
            </p:cNvPr>
            <p:cNvSpPr/>
            <p:nvPr/>
          </p:nvSpPr>
          <p:spPr>
            <a:xfrm>
              <a:off x="4644755" y="2392884"/>
              <a:ext cx="13793" cy="17241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85F464-D9DE-494E-954E-DA2E534726BF}"/>
                </a:ext>
              </a:extLst>
            </p:cNvPr>
            <p:cNvSpPr/>
            <p:nvPr/>
          </p:nvSpPr>
          <p:spPr>
            <a:xfrm>
              <a:off x="4841301" y="2356332"/>
              <a:ext cx="20689" cy="41378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8DB7781D-6A4A-4CAF-87C7-ED89ACA90FCC}"/>
                </a:ext>
              </a:extLst>
            </p:cNvPr>
            <p:cNvSpPr/>
            <p:nvPr/>
          </p:nvSpPr>
          <p:spPr>
            <a:xfrm>
              <a:off x="7557086" y="3107691"/>
              <a:ext cx="165513" cy="179306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147D9EB-0D19-4FDA-A9C9-983A81DA2D2E}"/>
                </a:ext>
              </a:extLst>
            </p:cNvPr>
            <p:cNvSpPr/>
            <p:nvPr/>
          </p:nvSpPr>
          <p:spPr>
            <a:xfrm>
              <a:off x="3314103" y="2826665"/>
              <a:ext cx="37930" cy="13793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5A8D47C-8EC9-4D53-99E9-4DEAFBC349AF}"/>
                </a:ext>
              </a:extLst>
            </p:cNvPr>
            <p:cNvSpPr/>
            <p:nvPr/>
          </p:nvSpPr>
          <p:spPr>
            <a:xfrm>
              <a:off x="7895008" y="2401158"/>
              <a:ext cx="255165" cy="29654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AE53E50-E432-4EA6-BE0C-1842F7CE688A}"/>
                </a:ext>
              </a:extLst>
            </p:cNvPr>
            <p:cNvSpPr/>
            <p:nvPr/>
          </p:nvSpPr>
          <p:spPr>
            <a:xfrm>
              <a:off x="7884318" y="2700806"/>
              <a:ext cx="17241" cy="2758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AD5C41E-0BB3-44E3-AFCF-838B4497AB3E}"/>
                </a:ext>
              </a:extLst>
            </p:cNvPr>
            <p:cNvSpPr/>
            <p:nvPr/>
          </p:nvSpPr>
          <p:spPr>
            <a:xfrm>
              <a:off x="7090892" y="3080451"/>
              <a:ext cx="27586" cy="62067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35EFB17-5C77-48B2-8F3E-D6E9521F99B0}"/>
                </a:ext>
              </a:extLst>
            </p:cNvPr>
            <p:cNvSpPr/>
            <p:nvPr/>
          </p:nvSpPr>
          <p:spPr>
            <a:xfrm>
              <a:off x="3348929" y="2849078"/>
              <a:ext cx="62067" cy="41378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8159971-1221-43B3-9212-CB75B080459C}"/>
                </a:ext>
              </a:extLst>
            </p:cNvPr>
            <p:cNvSpPr/>
            <p:nvPr/>
          </p:nvSpPr>
          <p:spPr>
            <a:xfrm>
              <a:off x="7335024" y="3129759"/>
              <a:ext cx="334473" cy="231028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9CB0C40-32CF-4C34-A3FF-2896E37AF4DF}"/>
                </a:ext>
              </a:extLst>
            </p:cNvPr>
            <p:cNvSpPr/>
            <p:nvPr/>
          </p:nvSpPr>
          <p:spPr>
            <a:xfrm>
              <a:off x="4685098" y="3055968"/>
              <a:ext cx="10344" cy="13793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CCF028C-34E8-4D4A-A2DC-1ACC1A0FD128}"/>
                </a:ext>
              </a:extLst>
            </p:cNvPr>
            <p:cNvSpPr/>
            <p:nvPr/>
          </p:nvSpPr>
          <p:spPr>
            <a:xfrm>
              <a:off x="4579929" y="2912523"/>
              <a:ext cx="37930" cy="20689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C3880AB-66F5-49A0-BEDA-2F855A598439}"/>
                </a:ext>
              </a:extLst>
            </p:cNvPr>
            <p:cNvSpPr/>
            <p:nvPr/>
          </p:nvSpPr>
          <p:spPr>
            <a:xfrm>
              <a:off x="4473380" y="2835975"/>
              <a:ext cx="172409" cy="65516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CA9C9F13-ECC1-41A8-8074-0080DFBDF7E7}"/>
                </a:ext>
              </a:extLst>
            </p:cNvPr>
            <p:cNvSpPr/>
            <p:nvPr/>
          </p:nvSpPr>
          <p:spPr>
            <a:xfrm>
              <a:off x="4579929" y="2804251"/>
              <a:ext cx="13793" cy="2758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BC6098D-DD6A-4E5C-83CB-ECC17127C481}"/>
                </a:ext>
              </a:extLst>
            </p:cNvPr>
            <p:cNvSpPr/>
            <p:nvPr/>
          </p:nvSpPr>
          <p:spPr>
            <a:xfrm>
              <a:off x="4570619" y="2777355"/>
              <a:ext cx="31033" cy="17241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7DD790A-6730-42CE-985A-85A04ADCE467}"/>
                </a:ext>
              </a:extLst>
            </p:cNvPr>
            <p:cNvSpPr/>
            <p:nvPr/>
          </p:nvSpPr>
          <p:spPr>
            <a:xfrm>
              <a:off x="6507461" y="3454233"/>
              <a:ext cx="110342" cy="231028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CA2596E-8E03-4772-823C-575DA43F8D8C}"/>
                </a:ext>
              </a:extLst>
            </p:cNvPr>
            <p:cNvSpPr/>
            <p:nvPr/>
          </p:nvSpPr>
          <p:spPr>
            <a:xfrm>
              <a:off x="4833370" y="4186626"/>
              <a:ext cx="82756" cy="34482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D3A5CCC-1289-4879-8D51-A5BBFCB2D0A1}"/>
                </a:ext>
              </a:extLst>
            </p:cNvPr>
            <p:cNvSpPr/>
            <p:nvPr/>
          </p:nvSpPr>
          <p:spPr>
            <a:xfrm>
              <a:off x="5018537" y="3206308"/>
              <a:ext cx="37930" cy="34482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0A8DFD9-E2F3-4BBF-B40A-A91A306717EA}"/>
                </a:ext>
              </a:extLst>
            </p:cNvPr>
            <p:cNvSpPr/>
            <p:nvPr/>
          </p:nvSpPr>
          <p:spPr>
            <a:xfrm>
              <a:off x="4834404" y="3954908"/>
              <a:ext cx="13793" cy="20689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C58629DA-846F-4A55-AE62-25952E4C0E81}"/>
                </a:ext>
              </a:extLst>
            </p:cNvPr>
            <p:cNvSpPr/>
            <p:nvPr/>
          </p:nvSpPr>
          <p:spPr>
            <a:xfrm>
              <a:off x="4739580" y="4221797"/>
              <a:ext cx="65516" cy="58619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5962BD2B-50D3-4405-9428-19C65990E3C1}"/>
                </a:ext>
              </a:extLst>
            </p:cNvPr>
            <p:cNvSpPr/>
            <p:nvPr/>
          </p:nvSpPr>
          <p:spPr>
            <a:xfrm>
              <a:off x="4641306" y="2893559"/>
              <a:ext cx="96549" cy="37930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04BB3F30-DAC5-45CE-8813-1FAE0DCD2159}"/>
                </a:ext>
              </a:extLst>
            </p:cNvPr>
            <p:cNvSpPr/>
            <p:nvPr/>
          </p:nvSpPr>
          <p:spPr>
            <a:xfrm>
              <a:off x="4810267" y="2925282"/>
              <a:ext cx="37930" cy="13793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CE6C4F02-F588-42F8-ACF4-69AA4D44BF43}"/>
                </a:ext>
              </a:extLst>
            </p:cNvPr>
            <p:cNvSpPr/>
            <p:nvPr/>
          </p:nvSpPr>
          <p:spPr>
            <a:xfrm>
              <a:off x="4644755" y="2392884"/>
              <a:ext cx="13793" cy="17241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42022FC4-D83F-4413-8DFB-B20C99225503}"/>
                </a:ext>
              </a:extLst>
            </p:cNvPr>
            <p:cNvSpPr/>
            <p:nvPr/>
          </p:nvSpPr>
          <p:spPr>
            <a:xfrm>
              <a:off x="4245456" y="1643594"/>
              <a:ext cx="62067" cy="48274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95CF9AA-9131-493C-8614-AEE6C98E70E4}"/>
                </a:ext>
              </a:extLst>
            </p:cNvPr>
            <p:cNvSpPr/>
            <p:nvPr/>
          </p:nvSpPr>
          <p:spPr>
            <a:xfrm>
              <a:off x="4489586" y="1925655"/>
              <a:ext cx="27586" cy="24137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8B0B4F15-C7EF-4E25-A7BA-C5555EEB0C2A}"/>
                </a:ext>
              </a:extLst>
            </p:cNvPr>
            <p:cNvSpPr/>
            <p:nvPr/>
          </p:nvSpPr>
          <p:spPr>
            <a:xfrm>
              <a:off x="4112356" y="1477737"/>
              <a:ext cx="41378" cy="34482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5DDB075-CAFC-450F-8017-4FD5208CECA9}"/>
                </a:ext>
              </a:extLst>
            </p:cNvPr>
            <p:cNvSpPr/>
            <p:nvPr/>
          </p:nvSpPr>
          <p:spPr>
            <a:xfrm>
              <a:off x="3145831" y="2003929"/>
              <a:ext cx="20689" cy="10344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F746F493-4AB9-4436-8588-32D07B27EBA2}"/>
                </a:ext>
              </a:extLst>
            </p:cNvPr>
            <p:cNvSpPr/>
            <p:nvPr/>
          </p:nvSpPr>
          <p:spPr>
            <a:xfrm>
              <a:off x="3368239" y="2083236"/>
              <a:ext cx="34482" cy="37930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F79DC5-8544-4A93-9E14-7F20784C006A}"/>
                </a:ext>
              </a:extLst>
            </p:cNvPr>
            <p:cNvSpPr/>
            <p:nvPr/>
          </p:nvSpPr>
          <p:spPr>
            <a:xfrm>
              <a:off x="3930637" y="1496357"/>
              <a:ext cx="272406" cy="189650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E318BDD-A211-4207-8C29-58986D12AD71}"/>
                </a:ext>
              </a:extLst>
            </p:cNvPr>
            <p:cNvSpPr/>
            <p:nvPr/>
          </p:nvSpPr>
          <p:spPr>
            <a:xfrm>
              <a:off x="3112384" y="1867380"/>
              <a:ext cx="41378" cy="31033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4B7E14F-6497-420F-9F76-CFA5B17CF8F9}"/>
                </a:ext>
              </a:extLst>
            </p:cNvPr>
            <p:cNvSpPr/>
            <p:nvPr/>
          </p:nvSpPr>
          <p:spPr>
            <a:xfrm>
              <a:off x="4435450" y="1818416"/>
              <a:ext cx="103446" cy="96549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9FD0A16E-A66B-4220-A025-E63E92823A24}"/>
                </a:ext>
              </a:extLst>
            </p:cNvPr>
            <p:cNvSpPr/>
            <p:nvPr/>
          </p:nvSpPr>
          <p:spPr>
            <a:xfrm>
              <a:off x="4863714" y="2275645"/>
              <a:ext cx="103446" cy="124134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0D1E55A4-8C30-4056-8517-7C739C356483}"/>
                </a:ext>
              </a:extLst>
            </p:cNvPr>
            <p:cNvSpPr/>
            <p:nvPr/>
          </p:nvSpPr>
          <p:spPr>
            <a:xfrm>
              <a:off x="4608894" y="1709799"/>
              <a:ext cx="31033" cy="44826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0369D7-E83D-4F96-B0FC-14A43CAAC1F7}"/>
                </a:ext>
              </a:extLst>
            </p:cNvPr>
            <p:cNvSpPr/>
            <p:nvPr/>
          </p:nvSpPr>
          <p:spPr>
            <a:xfrm>
              <a:off x="4524413" y="2204612"/>
              <a:ext cx="17241" cy="10344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4D6CDF98-8F90-48E5-BCDF-974785282DD8}"/>
                </a:ext>
              </a:extLst>
            </p:cNvPr>
            <p:cNvSpPr/>
            <p:nvPr/>
          </p:nvSpPr>
          <p:spPr>
            <a:xfrm>
              <a:off x="4956126" y="1676007"/>
              <a:ext cx="44826" cy="37930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F962332-AFBE-4295-BD70-8C3A9A41E13C}"/>
                </a:ext>
              </a:extLst>
            </p:cNvPr>
            <p:cNvSpPr/>
            <p:nvPr/>
          </p:nvSpPr>
          <p:spPr>
            <a:xfrm>
              <a:off x="4597515" y="1889449"/>
              <a:ext cx="13793" cy="17241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06EF7C89-A672-4A3F-A825-060EF782AE2E}"/>
                </a:ext>
              </a:extLst>
            </p:cNvPr>
            <p:cNvSpPr/>
            <p:nvPr/>
          </p:nvSpPr>
          <p:spPr>
            <a:xfrm>
              <a:off x="4538206" y="1939792"/>
              <a:ext cx="24137" cy="31033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ED89D70D-08E0-49D0-9009-A6BB9928F10E}"/>
                </a:ext>
              </a:extLst>
            </p:cNvPr>
            <p:cNvSpPr/>
            <p:nvPr/>
          </p:nvSpPr>
          <p:spPr>
            <a:xfrm>
              <a:off x="8080175" y="2180131"/>
              <a:ext cx="48274" cy="210339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3964684-B9C2-42BB-A69E-1C7C962BBD09}"/>
                </a:ext>
              </a:extLst>
            </p:cNvPr>
            <p:cNvSpPr/>
            <p:nvPr/>
          </p:nvSpPr>
          <p:spPr>
            <a:xfrm>
              <a:off x="3708574" y="2195302"/>
              <a:ext cx="37930" cy="48274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CC7A35E0-7773-46D2-AF10-CA746B02E05A}"/>
                </a:ext>
              </a:extLst>
            </p:cNvPr>
            <p:cNvSpPr/>
            <p:nvPr/>
          </p:nvSpPr>
          <p:spPr>
            <a:xfrm>
              <a:off x="6169195" y="2056341"/>
              <a:ext cx="20689" cy="20689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FC8EBEC5-B238-40BB-B5E2-C040A8B6F8B1}"/>
                </a:ext>
              </a:extLst>
            </p:cNvPr>
            <p:cNvSpPr/>
            <p:nvPr/>
          </p:nvSpPr>
          <p:spPr>
            <a:xfrm>
              <a:off x="5724724" y="2045996"/>
              <a:ext cx="124134" cy="24137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AD6849D-21D9-4C4C-9BFC-D05B7ED4D957}"/>
                </a:ext>
              </a:extLst>
            </p:cNvPr>
            <p:cNvSpPr/>
            <p:nvPr/>
          </p:nvSpPr>
          <p:spPr>
            <a:xfrm>
              <a:off x="5990923" y="2132201"/>
              <a:ext cx="27586" cy="37930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97FC2CB3-5C47-4E98-80D9-B986C70E05CE}"/>
                </a:ext>
              </a:extLst>
            </p:cNvPr>
            <p:cNvSpPr/>
            <p:nvPr/>
          </p:nvSpPr>
          <p:spPr>
            <a:xfrm>
              <a:off x="8668089" y="1586354"/>
              <a:ext cx="55170" cy="31033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E51584AC-CC17-4BCB-84C6-A3CE6F0F14D1}"/>
                </a:ext>
              </a:extLst>
            </p:cNvPr>
            <p:cNvSpPr/>
            <p:nvPr/>
          </p:nvSpPr>
          <p:spPr>
            <a:xfrm>
              <a:off x="6541942" y="1668076"/>
              <a:ext cx="17241" cy="10344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07554C0-D58A-4FEA-9534-B5057D1CD107}"/>
                </a:ext>
              </a:extLst>
            </p:cNvPr>
            <p:cNvSpPr/>
            <p:nvPr/>
          </p:nvSpPr>
          <p:spPr>
            <a:xfrm>
              <a:off x="8050175" y="1469461"/>
              <a:ext cx="62067" cy="24137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7223281B-0D3E-43DD-822E-855835CC23B2}"/>
                </a:ext>
              </a:extLst>
            </p:cNvPr>
            <p:cNvSpPr/>
            <p:nvPr/>
          </p:nvSpPr>
          <p:spPr>
            <a:xfrm>
              <a:off x="6094025" y="2086685"/>
              <a:ext cx="20689" cy="31033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8DD715CC-1422-448C-BDC1-301F27A20A23}"/>
                </a:ext>
              </a:extLst>
            </p:cNvPr>
            <p:cNvSpPr/>
            <p:nvPr/>
          </p:nvSpPr>
          <p:spPr>
            <a:xfrm>
              <a:off x="5663347" y="2163924"/>
              <a:ext cx="58619" cy="89653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008B631F-166F-460F-B7A8-017B7B37A494}"/>
                </a:ext>
              </a:extLst>
            </p:cNvPr>
            <p:cNvSpPr/>
            <p:nvPr/>
          </p:nvSpPr>
          <p:spPr>
            <a:xfrm>
              <a:off x="4812681" y="2299093"/>
              <a:ext cx="34482" cy="20689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00B1D73C-8E7C-4128-92E8-45A7A6778821}"/>
                </a:ext>
              </a:extLst>
            </p:cNvPr>
            <p:cNvSpPr/>
            <p:nvPr/>
          </p:nvSpPr>
          <p:spPr>
            <a:xfrm>
              <a:off x="5435422" y="1783590"/>
              <a:ext cx="175857" cy="131030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C92A425-7A8F-4208-9836-583888318C85}"/>
              </a:ext>
            </a:extLst>
          </p:cNvPr>
          <p:cNvSpPr/>
          <p:nvPr/>
        </p:nvSpPr>
        <p:spPr>
          <a:xfrm>
            <a:off x="4213838" y="2847515"/>
            <a:ext cx="3710777" cy="526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Freeform: Shape 424">
            <a:extLst>
              <a:ext uri="{FF2B5EF4-FFF2-40B4-BE49-F238E27FC236}">
                <a16:creationId xmlns:a16="http://schemas.microsoft.com/office/drawing/2014/main" id="{15467B85-51D6-4FF3-88B0-C4AC26065D8B}"/>
              </a:ext>
            </a:extLst>
          </p:cNvPr>
          <p:cNvSpPr/>
          <p:nvPr/>
        </p:nvSpPr>
        <p:spPr>
          <a:xfrm rot="956521">
            <a:off x="4842431" y="884843"/>
            <a:ext cx="1186778" cy="376288"/>
          </a:xfrm>
          <a:custGeom>
            <a:avLst/>
            <a:gdLst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91392 w 5673186"/>
              <a:gd name="connsiteY110" fmla="*/ 1414998 h 1798781"/>
              <a:gd name="connsiteX111" fmla="*/ 1732488 w 5673186"/>
              <a:gd name="connsiteY111" fmla="*/ 1414998 h 1798781"/>
              <a:gd name="connsiteX112" fmla="*/ 1730789 w 5673186"/>
              <a:gd name="connsiteY112" fmla="*/ 1403104 h 1798781"/>
              <a:gd name="connsiteX113" fmla="*/ 1695546 w 5673186"/>
              <a:gd name="connsiteY113" fmla="*/ 1450729 h 1798781"/>
              <a:gd name="connsiteX114" fmla="*/ 1694594 w 5673186"/>
              <a:gd name="connsiteY114" fmla="*/ 1474542 h 1798781"/>
              <a:gd name="connsiteX115" fmla="*/ 1706024 w 5673186"/>
              <a:gd name="connsiteY115" fmla="*/ 1482162 h 1798781"/>
              <a:gd name="connsiteX116" fmla="*/ 1711416 w 5673186"/>
              <a:gd name="connsiteY116" fmla="*/ 1472171 h 1798781"/>
              <a:gd name="connsiteX117" fmla="*/ 1711416 w 5673186"/>
              <a:gd name="connsiteY117" fmla="*/ 1495204 h 1798781"/>
              <a:gd name="connsiteX118" fmla="*/ 1706024 w 5673186"/>
              <a:gd name="connsiteY118" fmla="*/ 1499306 h 1798781"/>
              <a:gd name="connsiteX119" fmla="*/ 1698404 w 5673186"/>
              <a:gd name="connsiteY119" fmla="*/ 1536454 h 1798781"/>
              <a:gd name="connsiteX120" fmla="*/ 1708881 w 5673186"/>
              <a:gd name="connsiteY120" fmla="*/ 1593604 h 1798781"/>
              <a:gd name="connsiteX121" fmla="*/ 1697451 w 5673186"/>
              <a:gd name="connsiteY121" fmla="*/ 1592652 h 1798781"/>
              <a:gd name="connsiteX122" fmla="*/ 1687926 w 5673186"/>
              <a:gd name="connsiteY122" fmla="*/ 1601224 h 1798781"/>
              <a:gd name="connsiteX123" fmla="*/ 1702214 w 5673186"/>
              <a:gd name="connsiteY123" fmla="*/ 1605987 h 1798781"/>
              <a:gd name="connsiteX124" fmla="*/ 1743171 w 5673186"/>
              <a:gd name="connsiteY124" fmla="*/ 1650754 h 1798781"/>
              <a:gd name="connsiteX125" fmla="*/ 1726979 w 5673186"/>
              <a:gd name="connsiteY125" fmla="*/ 1704094 h 1798781"/>
              <a:gd name="connsiteX126" fmla="*/ 1676496 w 5673186"/>
              <a:gd name="connsiteY126" fmla="*/ 1701237 h 1798781"/>
              <a:gd name="connsiteX127" fmla="*/ 1665066 w 5673186"/>
              <a:gd name="connsiteY127" fmla="*/ 1682187 h 1798781"/>
              <a:gd name="connsiteX128" fmla="*/ 1633634 w 5673186"/>
              <a:gd name="connsiteY128" fmla="*/ 1683139 h 1798781"/>
              <a:gd name="connsiteX129" fmla="*/ 1597439 w 5673186"/>
              <a:gd name="connsiteY129" fmla="*/ 1699331 h 1798781"/>
              <a:gd name="connsiteX130" fmla="*/ 1573626 w 5673186"/>
              <a:gd name="connsiteY130" fmla="*/ 1669804 h 1798781"/>
              <a:gd name="connsiteX131" fmla="*/ 1592676 w 5673186"/>
              <a:gd name="connsiteY131" fmla="*/ 1636467 h 1798781"/>
              <a:gd name="connsiteX132" fmla="*/ 1599344 w 5673186"/>
              <a:gd name="connsiteY132" fmla="*/ 1620274 h 1798781"/>
              <a:gd name="connsiteX133" fmla="*/ 1543146 w 5673186"/>
              <a:gd name="connsiteY133" fmla="*/ 1605034 h 1798781"/>
              <a:gd name="connsiteX134" fmla="*/ 1568864 w 5673186"/>
              <a:gd name="connsiteY134" fmla="*/ 1517404 h 1798781"/>
              <a:gd name="connsiteX135" fmla="*/ 1609821 w 5673186"/>
              <a:gd name="connsiteY135" fmla="*/ 1535502 h 1798781"/>
              <a:gd name="connsiteX136" fmla="*/ 1615536 w 5673186"/>
              <a:gd name="connsiteY136" fmla="*/ 1555504 h 1798781"/>
              <a:gd name="connsiteX137" fmla="*/ 1628871 w 5673186"/>
              <a:gd name="connsiteY137" fmla="*/ 1565981 h 1798781"/>
              <a:gd name="connsiteX138" fmla="*/ 1640301 w 5673186"/>
              <a:gd name="connsiteY138" fmla="*/ 1554552 h 1798781"/>
              <a:gd name="connsiteX139" fmla="*/ 1645064 w 5673186"/>
              <a:gd name="connsiteY139" fmla="*/ 1513594 h 1798781"/>
              <a:gd name="connsiteX140" fmla="*/ 1625061 w 5673186"/>
              <a:gd name="connsiteY140" fmla="*/ 1436442 h 1798781"/>
              <a:gd name="connsiteX141" fmla="*/ 1619346 w 5673186"/>
              <a:gd name="connsiteY141" fmla="*/ 1374529 h 1798781"/>
              <a:gd name="connsiteX142" fmla="*/ 1560291 w 5673186"/>
              <a:gd name="connsiteY142" fmla="*/ 1371672 h 1798781"/>
              <a:gd name="connsiteX143" fmla="*/ 1461231 w 5673186"/>
              <a:gd name="connsiteY143" fmla="*/ 1354527 h 1798781"/>
              <a:gd name="connsiteX144" fmla="*/ 1400271 w 5673186"/>
              <a:gd name="connsiteY144" fmla="*/ 1341192 h 1798781"/>
              <a:gd name="connsiteX145" fmla="*/ 1382174 w 5673186"/>
              <a:gd name="connsiteY145" fmla="*/ 1335477 h 1798781"/>
              <a:gd name="connsiteX146" fmla="*/ 1380269 w 5673186"/>
              <a:gd name="connsiteY146" fmla="*/ 1354527 h 1798781"/>
              <a:gd name="connsiteX147" fmla="*/ 1376459 w 5673186"/>
              <a:gd name="connsiteY147" fmla="*/ 1392627 h 1798781"/>
              <a:gd name="connsiteX148" fmla="*/ 1331691 w 5673186"/>
              <a:gd name="connsiteY148" fmla="*/ 1401199 h 1798781"/>
              <a:gd name="connsiteX149" fmla="*/ 1293591 w 5673186"/>
              <a:gd name="connsiteY149" fmla="*/ 1379292 h 1798781"/>
              <a:gd name="connsiteX150" fmla="*/ 1285971 w 5673186"/>
              <a:gd name="connsiteY150" fmla="*/ 1367862 h 1798781"/>
              <a:gd name="connsiteX151" fmla="*/ 1281209 w 5673186"/>
              <a:gd name="connsiteY151" fmla="*/ 1374529 h 1798781"/>
              <a:gd name="connsiteX152" fmla="*/ 1237394 w 5673186"/>
              <a:gd name="connsiteY152" fmla="*/ 1402152 h 1798781"/>
              <a:gd name="connsiteX153" fmla="*/ 1182149 w 5673186"/>
              <a:gd name="connsiteY153" fmla="*/ 1358337 h 1798781"/>
              <a:gd name="connsiteX154" fmla="*/ 1190721 w 5673186"/>
              <a:gd name="connsiteY154" fmla="*/ 1304997 h 1798781"/>
              <a:gd name="connsiteX155" fmla="*/ 1210724 w 5673186"/>
              <a:gd name="connsiteY155" fmla="*/ 1289756 h 1798781"/>
              <a:gd name="connsiteX156" fmla="*/ 1092614 w 5673186"/>
              <a:gd name="connsiteY156" fmla="*/ 1261181 h 1798781"/>
              <a:gd name="connsiteX157" fmla="*/ 1064039 w 5673186"/>
              <a:gd name="connsiteY157" fmla="*/ 1266897 h 1798781"/>
              <a:gd name="connsiteX158" fmla="*/ 1003079 w 5673186"/>
              <a:gd name="connsiteY158" fmla="*/ 1313569 h 1798781"/>
              <a:gd name="connsiteX159" fmla="*/ 997364 w 5673186"/>
              <a:gd name="connsiteY159" fmla="*/ 1324999 h 1798781"/>
              <a:gd name="connsiteX160" fmla="*/ 1003079 w 5673186"/>
              <a:gd name="connsiteY160" fmla="*/ 1351669 h 1798781"/>
              <a:gd name="connsiteX161" fmla="*/ 947834 w 5673186"/>
              <a:gd name="connsiteY161" fmla="*/ 1421202 h 1798781"/>
              <a:gd name="connsiteX162" fmla="*/ 943071 w 5673186"/>
              <a:gd name="connsiteY162" fmla="*/ 1421202 h 1798781"/>
              <a:gd name="connsiteX163" fmla="*/ 745904 w 5673186"/>
              <a:gd name="connsiteY163" fmla="*/ 1403104 h 1798781"/>
              <a:gd name="connsiteX164" fmla="*/ 636366 w 5673186"/>
              <a:gd name="connsiteY164" fmla="*/ 1389769 h 1798781"/>
              <a:gd name="connsiteX165" fmla="*/ 600171 w 5673186"/>
              <a:gd name="connsiteY165" fmla="*/ 1240227 h 1798781"/>
              <a:gd name="connsiteX166" fmla="*/ 600171 w 5673186"/>
              <a:gd name="connsiteY166" fmla="*/ 1220224 h 1798781"/>
              <a:gd name="connsiteX167" fmla="*/ 560166 w 5673186"/>
              <a:gd name="connsiteY167" fmla="*/ 1216414 h 1798781"/>
              <a:gd name="connsiteX168" fmla="*/ 517304 w 5673186"/>
              <a:gd name="connsiteY168" fmla="*/ 1267849 h 1798781"/>
              <a:gd name="connsiteX169" fmla="*/ 510636 w 5673186"/>
              <a:gd name="connsiteY169" fmla="*/ 1284042 h 1798781"/>
              <a:gd name="connsiteX170" fmla="*/ 519209 w 5673186"/>
              <a:gd name="connsiteY170" fmla="*/ 1309759 h 1798781"/>
              <a:gd name="connsiteX171" fmla="*/ 477299 w 5673186"/>
              <a:gd name="connsiteY171" fmla="*/ 1384054 h 1798781"/>
              <a:gd name="connsiteX172" fmla="*/ 322994 w 5673186"/>
              <a:gd name="connsiteY172" fmla="*/ 1382149 h 1798781"/>
              <a:gd name="connsiteX173" fmla="*/ 186786 w 5673186"/>
              <a:gd name="connsiteY173" fmla="*/ 1338334 h 1798781"/>
              <a:gd name="connsiteX174" fmla="*/ 127731 w 5673186"/>
              <a:gd name="connsiteY174" fmla="*/ 1189744 h 1798781"/>
              <a:gd name="connsiteX175" fmla="*/ 257271 w 5673186"/>
              <a:gd name="connsiteY175" fmla="*/ 1089732 h 1798781"/>
              <a:gd name="connsiteX176" fmla="*/ 318231 w 5673186"/>
              <a:gd name="connsiteY176" fmla="*/ 1084969 h 1798781"/>
              <a:gd name="connsiteX177" fmla="*/ 208694 w 5673186"/>
              <a:gd name="connsiteY177" fmla="*/ 1059252 h 1798781"/>
              <a:gd name="connsiteX178" fmla="*/ 26766 w 5673186"/>
              <a:gd name="connsiteY178" fmla="*/ 1016389 h 1798781"/>
              <a:gd name="connsiteX179" fmla="*/ 96 w 5673186"/>
              <a:gd name="connsiteY179" fmla="*/ 1004007 h 1798781"/>
              <a:gd name="connsiteX180" fmla="*/ 138209 w 5673186"/>
              <a:gd name="connsiteY180" fmla="*/ 981147 h 1798781"/>
              <a:gd name="connsiteX181" fmla="*/ 361094 w 5673186"/>
              <a:gd name="connsiteY181" fmla="*/ 1014484 h 1798781"/>
              <a:gd name="connsiteX182" fmla="*/ 801149 w 5673186"/>
              <a:gd name="connsiteY182" fmla="*/ 1075444 h 1798781"/>
              <a:gd name="connsiteX183" fmla="*/ 1055466 w 5673186"/>
              <a:gd name="connsiteY183" fmla="*/ 1090684 h 1798781"/>
              <a:gd name="connsiteX184" fmla="*/ 1075469 w 5673186"/>
              <a:gd name="connsiteY184" fmla="*/ 1067824 h 1798781"/>
              <a:gd name="connsiteX185" fmla="*/ 1076421 w 5673186"/>
              <a:gd name="connsiteY185" fmla="*/ 1052584 h 1798781"/>
              <a:gd name="connsiteX186" fmla="*/ 1060229 w 5673186"/>
              <a:gd name="connsiteY186" fmla="*/ 981147 h 1798781"/>
              <a:gd name="connsiteX187" fmla="*/ 917354 w 5673186"/>
              <a:gd name="connsiteY187" fmla="*/ 779217 h 1798781"/>
              <a:gd name="connsiteX188" fmla="*/ 948786 w 5673186"/>
              <a:gd name="connsiteY188" fmla="*/ 672536 h 1798781"/>
              <a:gd name="connsiteX189" fmla="*/ 977361 w 5673186"/>
              <a:gd name="connsiteY189" fmla="*/ 640151 h 1798781"/>
              <a:gd name="connsiteX190" fmla="*/ 1167861 w 5673186"/>
              <a:gd name="connsiteY190" fmla="*/ 472511 h 1798781"/>
              <a:gd name="connsiteX191" fmla="*/ 1367886 w 5673186"/>
              <a:gd name="connsiteY191" fmla="*/ 423934 h 1798781"/>
              <a:gd name="connsiteX192" fmla="*/ 1698404 w 5673186"/>
              <a:gd name="connsiteY192" fmla="*/ 513469 h 1798781"/>
              <a:gd name="connsiteX193" fmla="*/ 1767936 w 5673186"/>
              <a:gd name="connsiteY193" fmla="*/ 542997 h 1798781"/>
              <a:gd name="connsiteX194" fmla="*/ 2060354 w 5673186"/>
              <a:gd name="connsiteY194" fmla="*/ 700159 h 1798781"/>
              <a:gd name="connsiteX195" fmla="*/ 2223231 w 5673186"/>
              <a:gd name="connsiteY195" fmla="*/ 760167 h 1798781"/>
              <a:gd name="connsiteX196" fmla="*/ 2890934 w 5673186"/>
              <a:gd name="connsiteY196" fmla="*/ 920186 h 1798781"/>
              <a:gd name="connsiteX197" fmla="*/ 2939511 w 5673186"/>
              <a:gd name="connsiteY197" fmla="*/ 900184 h 1798781"/>
              <a:gd name="connsiteX198" fmla="*/ 3134774 w 5673186"/>
              <a:gd name="connsiteY198" fmla="*/ 654439 h 1798781"/>
              <a:gd name="connsiteX199" fmla="*/ 3645314 w 5673186"/>
              <a:gd name="connsiteY199" fmla="*/ 61031 h 1798781"/>
              <a:gd name="connsiteX200" fmla="*/ 3661506 w 5673186"/>
              <a:gd name="connsiteY200" fmla="*/ 41029 h 1798781"/>
              <a:gd name="connsiteX201" fmla="*/ 3725131 w 5673186"/>
              <a:gd name="connsiteY201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2488 w 5673186"/>
              <a:gd name="connsiteY110" fmla="*/ 1414998 h 1798781"/>
              <a:gd name="connsiteX111" fmla="*/ 1730789 w 5673186"/>
              <a:gd name="connsiteY111" fmla="*/ 1403104 h 1798781"/>
              <a:gd name="connsiteX112" fmla="*/ 1695546 w 5673186"/>
              <a:gd name="connsiteY112" fmla="*/ 1450729 h 1798781"/>
              <a:gd name="connsiteX113" fmla="*/ 1694594 w 5673186"/>
              <a:gd name="connsiteY113" fmla="*/ 1474542 h 1798781"/>
              <a:gd name="connsiteX114" fmla="*/ 1706024 w 5673186"/>
              <a:gd name="connsiteY114" fmla="*/ 1482162 h 1798781"/>
              <a:gd name="connsiteX115" fmla="*/ 1711416 w 5673186"/>
              <a:gd name="connsiteY115" fmla="*/ 1472171 h 1798781"/>
              <a:gd name="connsiteX116" fmla="*/ 1711416 w 5673186"/>
              <a:gd name="connsiteY116" fmla="*/ 1495204 h 1798781"/>
              <a:gd name="connsiteX117" fmla="*/ 1706024 w 5673186"/>
              <a:gd name="connsiteY117" fmla="*/ 1499306 h 1798781"/>
              <a:gd name="connsiteX118" fmla="*/ 1698404 w 5673186"/>
              <a:gd name="connsiteY118" fmla="*/ 1536454 h 1798781"/>
              <a:gd name="connsiteX119" fmla="*/ 1708881 w 5673186"/>
              <a:gd name="connsiteY119" fmla="*/ 1593604 h 1798781"/>
              <a:gd name="connsiteX120" fmla="*/ 1697451 w 5673186"/>
              <a:gd name="connsiteY120" fmla="*/ 1592652 h 1798781"/>
              <a:gd name="connsiteX121" fmla="*/ 1687926 w 5673186"/>
              <a:gd name="connsiteY121" fmla="*/ 1601224 h 1798781"/>
              <a:gd name="connsiteX122" fmla="*/ 1702214 w 5673186"/>
              <a:gd name="connsiteY122" fmla="*/ 1605987 h 1798781"/>
              <a:gd name="connsiteX123" fmla="*/ 1743171 w 5673186"/>
              <a:gd name="connsiteY123" fmla="*/ 1650754 h 1798781"/>
              <a:gd name="connsiteX124" fmla="*/ 1726979 w 5673186"/>
              <a:gd name="connsiteY124" fmla="*/ 1704094 h 1798781"/>
              <a:gd name="connsiteX125" fmla="*/ 1676496 w 5673186"/>
              <a:gd name="connsiteY125" fmla="*/ 1701237 h 1798781"/>
              <a:gd name="connsiteX126" fmla="*/ 1665066 w 5673186"/>
              <a:gd name="connsiteY126" fmla="*/ 1682187 h 1798781"/>
              <a:gd name="connsiteX127" fmla="*/ 1633634 w 5673186"/>
              <a:gd name="connsiteY127" fmla="*/ 1683139 h 1798781"/>
              <a:gd name="connsiteX128" fmla="*/ 1597439 w 5673186"/>
              <a:gd name="connsiteY128" fmla="*/ 1699331 h 1798781"/>
              <a:gd name="connsiteX129" fmla="*/ 1573626 w 5673186"/>
              <a:gd name="connsiteY129" fmla="*/ 1669804 h 1798781"/>
              <a:gd name="connsiteX130" fmla="*/ 1592676 w 5673186"/>
              <a:gd name="connsiteY130" fmla="*/ 1636467 h 1798781"/>
              <a:gd name="connsiteX131" fmla="*/ 1599344 w 5673186"/>
              <a:gd name="connsiteY131" fmla="*/ 1620274 h 1798781"/>
              <a:gd name="connsiteX132" fmla="*/ 1543146 w 5673186"/>
              <a:gd name="connsiteY132" fmla="*/ 1605034 h 1798781"/>
              <a:gd name="connsiteX133" fmla="*/ 1568864 w 5673186"/>
              <a:gd name="connsiteY133" fmla="*/ 1517404 h 1798781"/>
              <a:gd name="connsiteX134" fmla="*/ 1609821 w 5673186"/>
              <a:gd name="connsiteY134" fmla="*/ 1535502 h 1798781"/>
              <a:gd name="connsiteX135" fmla="*/ 1615536 w 5673186"/>
              <a:gd name="connsiteY135" fmla="*/ 1555504 h 1798781"/>
              <a:gd name="connsiteX136" fmla="*/ 1628871 w 5673186"/>
              <a:gd name="connsiteY136" fmla="*/ 1565981 h 1798781"/>
              <a:gd name="connsiteX137" fmla="*/ 1640301 w 5673186"/>
              <a:gd name="connsiteY137" fmla="*/ 1554552 h 1798781"/>
              <a:gd name="connsiteX138" fmla="*/ 1645064 w 5673186"/>
              <a:gd name="connsiteY138" fmla="*/ 1513594 h 1798781"/>
              <a:gd name="connsiteX139" fmla="*/ 1625061 w 5673186"/>
              <a:gd name="connsiteY139" fmla="*/ 1436442 h 1798781"/>
              <a:gd name="connsiteX140" fmla="*/ 1619346 w 5673186"/>
              <a:gd name="connsiteY140" fmla="*/ 1374529 h 1798781"/>
              <a:gd name="connsiteX141" fmla="*/ 1560291 w 5673186"/>
              <a:gd name="connsiteY141" fmla="*/ 1371672 h 1798781"/>
              <a:gd name="connsiteX142" fmla="*/ 1461231 w 5673186"/>
              <a:gd name="connsiteY142" fmla="*/ 1354527 h 1798781"/>
              <a:gd name="connsiteX143" fmla="*/ 1400271 w 5673186"/>
              <a:gd name="connsiteY143" fmla="*/ 1341192 h 1798781"/>
              <a:gd name="connsiteX144" fmla="*/ 1382174 w 5673186"/>
              <a:gd name="connsiteY144" fmla="*/ 1335477 h 1798781"/>
              <a:gd name="connsiteX145" fmla="*/ 1380269 w 5673186"/>
              <a:gd name="connsiteY145" fmla="*/ 1354527 h 1798781"/>
              <a:gd name="connsiteX146" fmla="*/ 1376459 w 5673186"/>
              <a:gd name="connsiteY146" fmla="*/ 1392627 h 1798781"/>
              <a:gd name="connsiteX147" fmla="*/ 1331691 w 5673186"/>
              <a:gd name="connsiteY147" fmla="*/ 1401199 h 1798781"/>
              <a:gd name="connsiteX148" fmla="*/ 1293591 w 5673186"/>
              <a:gd name="connsiteY148" fmla="*/ 1379292 h 1798781"/>
              <a:gd name="connsiteX149" fmla="*/ 1285971 w 5673186"/>
              <a:gd name="connsiteY149" fmla="*/ 1367862 h 1798781"/>
              <a:gd name="connsiteX150" fmla="*/ 1281209 w 5673186"/>
              <a:gd name="connsiteY150" fmla="*/ 1374529 h 1798781"/>
              <a:gd name="connsiteX151" fmla="*/ 1237394 w 5673186"/>
              <a:gd name="connsiteY151" fmla="*/ 1402152 h 1798781"/>
              <a:gd name="connsiteX152" fmla="*/ 1182149 w 5673186"/>
              <a:gd name="connsiteY152" fmla="*/ 1358337 h 1798781"/>
              <a:gd name="connsiteX153" fmla="*/ 1190721 w 5673186"/>
              <a:gd name="connsiteY153" fmla="*/ 1304997 h 1798781"/>
              <a:gd name="connsiteX154" fmla="*/ 1210724 w 5673186"/>
              <a:gd name="connsiteY154" fmla="*/ 1289756 h 1798781"/>
              <a:gd name="connsiteX155" fmla="*/ 1092614 w 5673186"/>
              <a:gd name="connsiteY155" fmla="*/ 1261181 h 1798781"/>
              <a:gd name="connsiteX156" fmla="*/ 1064039 w 5673186"/>
              <a:gd name="connsiteY156" fmla="*/ 1266897 h 1798781"/>
              <a:gd name="connsiteX157" fmla="*/ 1003079 w 5673186"/>
              <a:gd name="connsiteY157" fmla="*/ 1313569 h 1798781"/>
              <a:gd name="connsiteX158" fmla="*/ 997364 w 5673186"/>
              <a:gd name="connsiteY158" fmla="*/ 1324999 h 1798781"/>
              <a:gd name="connsiteX159" fmla="*/ 1003079 w 5673186"/>
              <a:gd name="connsiteY159" fmla="*/ 1351669 h 1798781"/>
              <a:gd name="connsiteX160" fmla="*/ 947834 w 5673186"/>
              <a:gd name="connsiteY160" fmla="*/ 1421202 h 1798781"/>
              <a:gd name="connsiteX161" fmla="*/ 943071 w 5673186"/>
              <a:gd name="connsiteY161" fmla="*/ 1421202 h 1798781"/>
              <a:gd name="connsiteX162" fmla="*/ 745904 w 5673186"/>
              <a:gd name="connsiteY162" fmla="*/ 1403104 h 1798781"/>
              <a:gd name="connsiteX163" fmla="*/ 636366 w 5673186"/>
              <a:gd name="connsiteY163" fmla="*/ 1389769 h 1798781"/>
              <a:gd name="connsiteX164" fmla="*/ 600171 w 5673186"/>
              <a:gd name="connsiteY164" fmla="*/ 1240227 h 1798781"/>
              <a:gd name="connsiteX165" fmla="*/ 600171 w 5673186"/>
              <a:gd name="connsiteY165" fmla="*/ 1220224 h 1798781"/>
              <a:gd name="connsiteX166" fmla="*/ 560166 w 5673186"/>
              <a:gd name="connsiteY166" fmla="*/ 1216414 h 1798781"/>
              <a:gd name="connsiteX167" fmla="*/ 517304 w 5673186"/>
              <a:gd name="connsiteY167" fmla="*/ 1267849 h 1798781"/>
              <a:gd name="connsiteX168" fmla="*/ 510636 w 5673186"/>
              <a:gd name="connsiteY168" fmla="*/ 1284042 h 1798781"/>
              <a:gd name="connsiteX169" fmla="*/ 519209 w 5673186"/>
              <a:gd name="connsiteY169" fmla="*/ 1309759 h 1798781"/>
              <a:gd name="connsiteX170" fmla="*/ 477299 w 5673186"/>
              <a:gd name="connsiteY170" fmla="*/ 1384054 h 1798781"/>
              <a:gd name="connsiteX171" fmla="*/ 322994 w 5673186"/>
              <a:gd name="connsiteY171" fmla="*/ 1382149 h 1798781"/>
              <a:gd name="connsiteX172" fmla="*/ 186786 w 5673186"/>
              <a:gd name="connsiteY172" fmla="*/ 1338334 h 1798781"/>
              <a:gd name="connsiteX173" fmla="*/ 127731 w 5673186"/>
              <a:gd name="connsiteY173" fmla="*/ 1189744 h 1798781"/>
              <a:gd name="connsiteX174" fmla="*/ 257271 w 5673186"/>
              <a:gd name="connsiteY174" fmla="*/ 1089732 h 1798781"/>
              <a:gd name="connsiteX175" fmla="*/ 318231 w 5673186"/>
              <a:gd name="connsiteY175" fmla="*/ 1084969 h 1798781"/>
              <a:gd name="connsiteX176" fmla="*/ 208694 w 5673186"/>
              <a:gd name="connsiteY176" fmla="*/ 1059252 h 1798781"/>
              <a:gd name="connsiteX177" fmla="*/ 26766 w 5673186"/>
              <a:gd name="connsiteY177" fmla="*/ 1016389 h 1798781"/>
              <a:gd name="connsiteX178" fmla="*/ 96 w 5673186"/>
              <a:gd name="connsiteY178" fmla="*/ 1004007 h 1798781"/>
              <a:gd name="connsiteX179" fmla="*/ 138209 w 5673186"/>
              <a:gd name="connsiteY179" fmla="*/ 981147 h 1798781"/>
              <a:gd name="connsiteX180" fmla="*/ 361094 w 5673186"/>
              <a:gd name="connsiteY180" fmla="*/ 1014484 h 1798781"/>
              <a:gd name="connsiteX181" fmla="*/ 801149 w 5673186"/>
              <a:gd name="connsiteY181" fmla="*/ 1075444 h 1798781"/>
              <a:gd name="connsiteX182" fmla="*/ 1055466 w 5673186"/>
              <a:gd name="connsiteY182" fmla="*/ 1090684 h 1798781"/>
              <a:gd name="connsiteX183" fmla="*/ 1075469 w 5673186"/>
              <a:gd name="connsiteY183" fmla="*/ 1067824 h 1798781"/>
              <a:gd name="connsiteX184" fmla="*/ 1076421 w 5673186"/>
              <a:gd name="connsiteY184" fmla="*/ 1052584 h 1798781"/>
              <a:gd name="connsiteX185" fmla="*/ 1060229 w 5673186"/>
              <a:gd name="connsiteY185" fmla="*/ 981147 h 1798781"/>
              <a:gd name="connsiteX186" fmla="*/ 917354 w 5673186"/>
              <a:gd name="connsiteY186" fmla="*/ 779217 h 1798781"/>
              <a:gd name="connsiteX187" fmla="*/ 948786 w 5673186"/>
              <a:gd name="connsiteY187" fmla="*/ 672536 h 1798781"/>
              <a:gd name="connsiteX188" fmla="*/ 977361 w 5673186"/>
              <a:gd name="connsiteY188" fmla="*/ 640151 h 1798781"/>
              <a:gd name="connsiteX189" fmla="*/ 1167861 w 5673186"/>
              <a:gd name="connsiteY189" fmla="*/ 472511 h 1798781"/>
              <a:gd name="connsiteX190" fmla="*/ 1367886 w 5673186"/>
              <a:gd name="connsiteY190" fmla="*/ 423934 h 1798781"/>
              <a:gd name="connsiteX191" fmla="*/ 1698404 w 5673186"/>
              <a:gd name="connsiteY191" fmla="*/ 513469 h 1798781"/>
              <a:gd name="connsiteX192" fmla="*/ 1767936 w 5673186"/>
              <a:gd name="connsiteY192" fmla="*/ 542997 h 1798781"/>
              <a:gd name="connsiteX193" fmla="*/ 2060354 w 5673186"/>
              <a:gd name="connsiteY193" fmla="*/ 700159 h 1798781"/>
              <a:gd name="connsiteX194" fmla="*/ 2223231 w 5673186"/>
              <a:gd name="connsiteY194" fmla="*/ 760167 h 1798781"/>
              <a:gd name="connsiteX195" fmla="*/ 2890934 w 5673186"/>
              <a:gd name="connsiteY195" fmla="*/ 920186 h 1798781"/>
              <a:gd name="connsiteX196" fmla="*/ 2939511 w 5673186"/>
              <a:gd name="connsiteY196" fmla="*/ 900184 h 1798781"/>
              <a:gd name="connsiteX197" fmla="*/ 3134774 w 5673186"/>
              <a:gd name="connsiteY197" fmla="*/ 654439 h 1798781"/>
              <a:gd name="connsiteX198" fmla="*/ 3645314 w 5673186"/>
              <a:gd name="connsiteY198" fmla="*/ 61031 h 1798781"/>
              <a:gd name="connsiteX199" fmla="*/ 3661506 w 5673186"/>
              <a:gd name="connsiteY199" fmla="*/ 41029 h 1798781"/>
              <a:gd name="connsiteX200" fmla="*/ 3725131 w 5673186"/>
              <a:gd name="connsiteY200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0789 w 5673186"/>
              <a:gd name="connsiteY110" fmla="*/ 1403104 h 1798781"/>
              <a:gd name="connsiteX111" fmla="*/ 1695546 w 5673186"/>
              <a:gd name="connsiteY111" fmla="*/ 1450729 h 1798781"/>
              <a:gd name="connsiteX112" fmla="*/ 1694594 w 5673186"/>
              <a:gd name="connsiteY112" fmla="*/ 1474542 h 1798781"/>
              <a:gd name="connsiteX113" fmla="*/ 1706024 w 5673186"/>
              <a:gd name="connsiteY113" fmla="*/ 1482162 h 1798781"/>
              <a:gd name="connsiteX114" fmla="*/ 1711416 w 5673186"/>
              <a:gd name="connsiteY114" fmla="*/ 1472171 h 1798781"/>
              <a:gd name="connsiteX115" fmla="*/ 1711416 w 5673186"/>
              <a:gd name="connsiteY115" fmla="*/ 1495204 h 1798781"/>
              <a:gd name="connsiteX116" fmla="*/ 1706024 w 5673186"/>
              <a:gd name="connsiteY116" fmla="*/ 1499306 h 1798781"/>
              <a:gd name="connsiteX117" fmla="*/ 1698404 w 5673186"/>
              <a:gd name="connsiteY117" fmla="*/ 1536454 h 1798781"/>
              <a:gd name="connsiteX118" fmla="*/ 1708881 w 5673186"/>
              <a:gd name="connsiteY118" fmla="*/ 1593604 h 1798781"/>
              <a:gd name="connsiteX119" fmla="*/ 1697451 w 5673186"/>
              <a:gd name="connsiteY119" fmla="*/ 1592652 h 1798781"/>
              <a:gd name="connsiteX120" fmla="*/ 1687926 w 5673186"/>
              <a:gd name="connsiteY120" fmla="*/ 1601224 h 1798781"/>
              <a:gd name="connsiteX121" fmla="*/ 1702214 w 5673186"/>
              <a:gd name="connsiteY121" fmla="*/ 1605987 h 1798781"/>
              <a:gd name="connsiteX122" fmla="*/ 1743171 w 5673186"/>
              <a:gd name="connsiteY122" fmla="*/ 1650754 h 1798781"/>
              <a:gd name="connsiteX123" fmla="*/ 1726979 w 5673186"/>
              <a:gd name="connsiteY123" fmla="*/ 1704094 h 1798781"/>
              <a:gd name="connsiteX124" fmla="*/ 1676496 w 5673186"/>
              <a:gd name="connsiteY124" fmla="*/ 1701237 h 1798781"/>
              <a:gd name="connsiteX125" fmla="*/ 1665066 w 5673186"/>
              <a:gd name="connsiteY125" fmla="*/ 1682187 h 1798781"/>
              <a:gd name="connsiteX126" fmla="*/ 1633634 w 5673186"/>
              <a:gd name="connsiteY126" fmla="*/ 1683139 h 1798781"/>
              <a:gd name="connsiteX127" fmla="*/ 1597439 w 5673186"/>
              <a:gd name="connsiteY127" fmla="*/ 1699331 h 1798781"/>
              <a:gd name="connsiteX128" fmla="*/ 1573626 w 5673186"/>
              <a:gd name="connsiteY128" fmla="*/ 1669804 h 1798781"/>
              <a:gd name="connsiteX129" fmla="*/ 1592676 w 5673186"/>
              <a:gd name="connsiteY129" fmla="*/ 1636467 h 1798781"/>
              <a:gd name="connsiteX130" fmla="*/ 1599344 w 5673186"/>
              <a:gd name="connsiteY130" fmla="*/ 1620274 h 1798781"/>
              <a:gd name="connsiteX131" fmla="*/ 1543146 w 5673186"/>
              <a:gd name="connsiteY131" fmla="*/ 1605034 h 1798781"/>
              <a:gd name="connsiteX132" fmla="*/ 1568864 w 5673186"/>
              <a:gd name="connsiteY132" fmla="*/ 1517404 h 1798781"/>
              <a:gd name="connsiteX133" fmla="*/ 1609821 w 5673186"/>
              <a:gd name="connsiteY133" fmla="*/ 1535502 h 1798781"/>
              <a:gd name="connsiteX134" fmla="*/ 1615536 w 5673186"/>
              <a:gd name="connsiteY134" fmla="*/ 1555504 h 1798781"/>
              <a:gd name="connsiteX135" fmla="*/ 1628871 w 5673186"/>
              <a:gd name="connsiteY135" fmla="*/ 1565981 h 1798781"/>
              <a:gd name="connsiteX136" fmla="*/ 1640301 w 5673186"/>
              <a:gd name="connsiteY136" fmla="*/ 1554552 h 1798781"/>
              <a:gd name="connsiteX137" fmla="*/ 1645064 w 5673186"/>
              <a:gd name="connsiteY137" fmla="*/ 1513594 h 1798781"/>
              <a:gd name="connsiteX138" fmla="*/ 1625061 w 5673186"/>
              <a:gd name="connsiteY138" fmla="*/ 1436442 h 1798781"/>
              <a:gd name="connsiteX139" fmla="*/ 1619346 w 5673186"/>
              <a:gd name="connsiteY139" fmla="*/ 1374529 h 1798781"/>
              <a:gd name="connsiteX140" fmla="*/ 1560291 w 5673186"/>
              <a:gd name="connsiteY140" fmla="*/ 1371672 h 1798781"/>
              <a:gd name="connsiteX141" fmla="*/ 1461231 w 5673186"/>
              <a:gd name="connsiteY141" fmla="*/ 1354527 h 1798781"/>
              <a:gd name="connsiteX142" fmla="*/ 1400271 w 5673186"/>
              <a:gd name="connsiteY142" fmla="*/ 1341192 h 1798781"/>
              <a:gd name="connsiteX143" fmla="*/ 1382174 w 5673186"/>
              <a:gd name="connsiteY143" fmla="*/ 1335477 h 1798781"/>
              <a:gd name="connsiteX144" fmla="*/ 1380269 w 5673186"/>
              <a:gd name="connsiteY144" fmla="*/ 1354527 h 1798781"/>
              <a:gd name="connsiteX145" fmla="*/ 1376459 w 5673186"/>
              <a:gd name="connsiteY145" fmla="*/ 1392627 h 1798781"/>
              <a:gd name="connsiteX146" fmla="*/ 1331691 w 5673186"/>
              <a:gd name="connsiteY146" fmla="*/ 1401199 h 1798781"/>
              <a:gd name="connsiteX147" fmla="*/ 1293591 w 5673186"/>
              <a:gd name="connsiteY147" fmla="*/ 1379292 h 1798781"/>
              <a:gd name="connsiteX148" fmla="*/ 1285971 w 5673186"/>
              <a:gd name="connsiteY148" fmla="*/ 1367862 h 1798781"/>
              <a:gd name="connsiteX149" fmla="*/ 1281209 w 5673186"/>
              <a:gd name="connsiteY149" fmla="*/ 1374529 h 1798781"/>
              <a:gd name="connsiteX150" fmla="*/ 1237394 w 5673186"/>
              <a:gd name="connsiteY150" fmla="*/ 1402152 h 1798781"/>
              <a:gd name="connsiteX151" fmla="*/ 1182149 w 5673186"/>
              <a:gd name="connsiteY151" fmla="*/ 1358337 h 1798781"/>
              <a:gd name="connsiteX152" fmla="*/ 1190721 w 5673186"/>
              <a:gd name="connsiteY152" fmla="*/ 1304997 h 1798781"/>
              <a:gd name="connsiteX153" fmla="*/ 1210724 w 5673186"/>
              <a:gd name="connsiteY153" fmla="*/ 1289756 h 1798781"/>
              <a:gd name="connsiteX154" fmla="*/ 1092614 w 5673186"/>
              <a:gd name="connsiteY154" fmla="*/ 1261181 h 1798781"/>
              <a:gd name="connsiteX155" fmla="*/ 1064039 w 5673186"/>
              <a:gd name="connsiteY155" fmla="*/ 1266897 h 1798781"/>
              <a:gd name="connsiteX156" fmla="*/ 1003079 w 5673186"/>
              <a:gd name="connsiteY156" fmla="*/ 1313569 h 1798781"/>
              <a:gd name="connsiteX157" fmla="*/ 997364 w 5673186"/>
              <a:gd name="connsiteY157" fmla="*/ 1324999 h 1798781"/>
              <a:gd name="connsiteX158" fmla="*/ 1003079 w 5673186"/>
              <a:gd name="connsiteY158" fmla="*/ 1351669 h 1798781"/>
              <a:gd name="connsiteX159" fmla="*/ 947834 w 5673186"/>
              <a:gd name="connsiteY159" fmla="*/ 1421202 h 1798781"/>
              <a:gd name="connsiteX160" fmla="*/ 943071 w 5673186"/>
              <a:gd name="connsiteY160" fmla="*/ 1421202 h 1798781"/>
              <a:gd name="connsiteX161" fmla="*/ 745904 w 5673186"/>
              <a:gd name="connsiteY161" fmla="*/ 1403104 h 1798781"/>
              <a:gd name="connsiteX162" fmla="*/ 636366 w 5673186"/>
              <a:gd name="connsiteY162" fmla="*/ 1389769 h 1798781"/>
              <a:gd name="connsiteX163" fmla="*/ 600171 w 5673186"/>
              <a:gd name="connsiteY163" fmla="*/ 1240227 h 1798781"/>
              <a:gd name="connsiteX164" fmla="*/ 600171 w 5673186"/>
              <a:gd name="connsiteY164" fmla="*/ 1220224 h 1798781"/>
              <a:gd name="connsiteX165" fmla="*/ 560166 w 5673186"/>
              <a:gd name="connsiteY165" fmla="*/ 1216414 h 1798781"/>
              <a:gd name="connsiteX166" fmla="*/ 517304 w 5673186"/>
              <a:gd name="connsiteY166" fmla="*/ 1267849 h 1798781"/>
              <a:gd name="connsiteX167" fmla="*/ 510636 w 5673186"/>
              <a:gd name="connsiteY167" fmla="*/ 1284042 h 1798781"/>
              <a:gd name="connsiteX168" fmla="*/ 519209 w 5673186"/>
              <a:gd name="connsiteY168" fmla="*/ 1309759 h 1798781"/>
              <a:gd name="connsiteX169" fmla="*/ 477299 w 5673186"/>
              <a:gd name="connsiteY169" fmla="*/ 1384054 h 1798781"/>
              <a:gd name="connsiteX170" fmla="*/ 322994 w 5673186"/>
              <a:gd name="connsiteY170" fmla="*/ 1382149 h 1798781"/>
              <a:gd name="connsiteX171" fmla="*/ 186786 w 5673186"/>
              <a:gd name="connsiteY171" fmla="*/ 1338334 h 1798781"/>
              <a:gd name="connsiteX172" fmla="*/ 127731 w 5673186"/>
              <a:gd name="connsiteY172" fmla="*/ 1189744 h 1798781"/>
              <a:gd name="connsiteX173" fmla="*/ 257271 w 5673186"/>
              <a:gd name="connsiteY173" fmla="*/ 1089732 h 1798781"/>
              <a:gd name="connsiteX174" fmla="*/ 318231 w 5673186"/>
              <a:gd name="connsiteY174" fmla="*/ 1084969 h 1798781"/>
              <a:gd name="connsiteX175" fmla="*/ 208694 w 5673186"/>
              <a:gd name="connsiteY175" fmla="*/ 1059252 h 1798781"/>
              <a:gd name="connsiteX176" fmla="*/ 26766 w 5673186"/>
              <a:gd name="connsiteY176" fmla="*/ 1016389 h 1798781"/>
              <a:gd name="connsiteX177" fmla="*/ 96 w 5673186"/>
              <a:gd name="connsiteY177" fmla="*/ 1004007 h 1798781"/>
              <a:gd name="connsiteX178" fmla="*/ 138209 w 5673186"/>
              <a:gd name="connsiteY178" fmla="*/ 981147 h 1798781"/>
              <a:gd name="connsiteX179" fmla="*/ 361094 w 5673186"/>
              <a:gd name="connsiteY179" fmla="*/ 1014484 h 1798781"/>
              <a:gd name="connsiteX180" fmla="*/ 801149 w 5673186"/>
              <a:gd name="connsiteY180" fmla="*/ 1075444 h 1798781"/>
              <a:gd name="connsiteX181" fmla="*/ 1055466 w 5673186"/>
              <a:gd name="connsiteY181" fmla="*/ 1090684 h 1798781"/>
              <a:gd name="connsiteX182" fmla="*/ 1075469 w 5673186"/>
              <a:gd name="connsiteY182" fmla="*/ 1067824 h 1798781"/>
              <a:gd name="connsiteX183" fmla="*/ 1076421 w 5673186"/>
              <a:gd name="connsiteY183" fmla="*/ 1052584 h 1798781"/>
              <a:gd name="connsiteX184" fmla="*/ 1060229 w 5673186"/>
              <a:gd name="connsiteY184" fmla="*/ 981147 h 1798781"/>
              <a:gd name="connsiteX185" fmla="*/ 917354 w 5673186"/>
              <a:gd name="connsiteY185" fmla="*/ 779217 h 1798781"/>
              <a:gd name="connsiteX186" fmla="*/ 948786 w 5673186"/>
              <a:gd name="connsiteY186" fmla="*/ 672536 h 1798781"/>
              <a:gd name="connsiteX187" fmla="*/ 977361 w 5673186"/>
              <a:gd name="connsiteY187" fmla="*/ 640151 h 1798781"/>
              <a:gd name="connsiteX188" fmla="*/ 1167861 w 5673186"/>
              <a:gd name="connsiteY188" fmla="*/ 472511 h 1798781"/>
              <a:gd name="connsiteX189" fmla="*/ 1367886 w 5673186"/>
              <a:gd name="connsiteY189" fmla="*/ 423934 h 1798781"/>
              <a:gd name="connsiteX190" fmla="*/ 1698404 w 5673186"/>
              <a:gd name="connsiteY190" fmla="*/ 513469 h 1798781"/>
              <a:gd name="connsiteX191" fmla="*/ 1767936 w 5673186"/>
              <a:gd name="connsiteY191" fmla="*/ 542997 h 1798781"/>
              <a:gd name="connsiteX192" fmla="*/ 2060354 w 5673186"/>
              <a:gd name="connsiteY192" fmla="*/ 700159 h 1798781"/>
              <a:gd name="connsiteX193" fmla="*/ 2223231 w 5673186"/>
              <a:gd name="connsiteY193" fmla="*/ 760167 h 1798781"/>
              <a:gd name="connsiteX194" fmla="*/ 2890934 w 5673186"/>
              <a:gd name="connsiteY194" fmla="*/ 920186 h 1798781"/>
              <a:gd name="connsiteX195" fmla="*/ 2939511 w 5673186"/>
              <a:gd name="connsiteY195" fmla="*/ 900184 h 1798781"/>
              <a:gd name="connsiteX196" fmla="*/ 3134774 w 5673186"/>
              <a:gd name="connsiteY196" fmla="*/ 654439 h 1798781"/>
              <a:gd name="connsiteX197" fmla="*/ 3645314 w 5673186"/>
              <a:gd name="connsiteY197" fmla="*/ 61031 h 1798781"/>
              <a:gd name="connsiteX198" fmla="*/ 3661506 w 5673186"/>
              <a:gd name="connsiteY198" fmla="*/ 41029 h 1798781"/>
              <a:gd name="connsiteX199" fmla="*/ 3725131 w 5673186"/>
              <a:gd name="connsiteY199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706024 w 5673186"/>
              <a:gd name="connsiteY115" fmla="*/ 1499306 h 1798781"/>
              <a:gd name="connsiteX116" fmla="*/ 1698404 w 5673186"/>
              <a:gd name="connsiteY116" fmla="*/ 1536454 h 1798781"/>
              <a:gd name="connsiteX117" fmla="*/ 1708881 w 5673186"/>
              <a:gd name="connsiteY117" fmla="*/ 1593604 h 1798781"/>
              <a:gd name="connsiteX118" fmla="*/ 1697451 w 5673186"/>
              <a:gd name="connsiteY118" fmla="*/ 1592652 h 1798781"/>
              <a:gd name="connsiteX119" fmla="*/ 1687926 w 5673186"/>
              <a:gd name="connsiteY119" fmla="*/ 1601224 h 1798781"/>
              <a:gd name="connsiteX120" fmla="*/ 1702214 w 5673186"/>
              <a:gd name="connsiteY120" fmla="*/ 1605987 h 1798781"/>
              <a:gd name="connsiteX121" fmla="*/ 1743171 w 5673186"/>
              <a:gd name="connsiteY121" fmla="*/ 1650754 h 1798781"/>
              <a:gd name="connsiteX122" fmla="*/ 1726979 w 5673186"/>
              <a:gd name="connsiteY122" fmla="*/ 1704094 h 1798781"/>
              <a:gd name="connsiteX123" fmla="*/ 1676496 w 5673186"/>
              <a:gd name="connsiteY123" fmla="*/ 1701237 h 1798781"/>
              <a:gd name="connsiteX124" fmla="*/ 1665066 w 5673186"/>
              <a:gd name="connsiteY124" fmla="*/ 1682187 h 1798781"/>
              <a:gd name="connsiteX125" fmla="*/ 1633634 w 5673186"/>
              <a:gd name="connsiteY125" fmla="*/ 1683139 h 1798781"/>
              <a:gd name="connsiteX126" fmla="*/ 1597439 w 5673186"/>
              <a:gd name="connsiteY126" fmla="*/ 1699331 h 1798781"/>
              <a:gd name="connsiteX127" fmla="*/ 1573626 w 5673186"/>
              <a:gd name="connsiteY127" fmla="*/ 1669804 h 1798781"/>
              <a:gd name="connsiteX128" fmla="*/ 1592676 w 5673186"/>
              <a:gd name="connsiteY128" fmla="*/ 1636467 h 1798781"/>
              <a:gd name="connsiteX129" fmla="*/ 1599344 w 5673186"/>
              <a:gd name="connsiteY129" fmla="*/ 1620274 h 1798781"/>
              <a:gd name="connsiteX130" fmla="*/ 1543146 w 5673186"/>
              <a:gd name="connsiteY130" fmla="*/ 1605034 h 1798781"/>
              <a:gd name="connsiteX131" fmla="*/ 1568864 w 5673186"/>
              <a:gd name="connsiteY131" fmla="*/ 1517404 h 1798781"/>
              <a:gd name="connsiteX132" fmla="*/ 1609821 w 5673186"/>
              <a:gd name="connsiteY132" fmla="*/ 1535502 h 1798781"/>
              <a:gd name="connsiteX133" fmla="*/ 1615536 w 5673186"/>
              <a:gd name="connsiteY133" fmla="*/ 1555504 h 1798781"/>
              <a:gd name="connsiteX134" fmla="*/ 1628871 w 5673186"/>
              <a:gd name="connsiteY134" fmla="*/ 1565981 h 1798781"/>
              <a:gd name="connsiteX135" fmla="*/ 1640301 w 5673186"/>
              <a:gd name="connsiteY135" fmla="*/ 1554552 h 1798781"/>
              <a:gd name="connsiteX136" fmla="*/ 1645064 w 5673186"/>
              <a:gd name="connsiteY136" fmla="*/ 1513594 h 1798781"/>
              <a:gd name="connsiteX137" fmla="*/ 1625061 w 5673186"/>
              <a:gd name="connsiteY137" fmla="*/ 1436442 h 1798781"/>
              <a:gd name="connsiteX138" fmla="*/ 1619346 w 5673186"/>
              <a:gd name="connsiteY138" fmla="*/ 1374529 h 1798781"/>
              <a:gd name="connsiteX139" fmla="*/ 1560291 w 5673186"/>
              <a:gd name="connsiteY139" fmla="*/ 1371672 h 1798781"/>
              <a:gd name="connsiteX140" fmla="*/ 1461231 w 5673186"/>
              <a:gd name="connsiteY140" fmla="*/ 1354527 h 1798781"/>
              <a:gd name="connsiteX141" fmla="*/ 1400271 w 5673186"/>
              <a:gd name="connsiteY141" fmla="*/ 1341192 h 1798781"/>
              <a:gd name="connsiteX142" fmla="*/ 1382174 w 5673186"/>
              <a:gd name="connsiteY142" fmla="*/ 1335477 h 1798781"/>
              <a:gd name="connsiteX143" fmla="*/ 1380269 w 5673186"/>
              <a:gd name="connsiteY143" fmla="*/ 1354527 h 1798781"/>
              <a:gd name="connsiteX144" fmla="*/ 1376459 w 5673186"/>
              <a:gd name="connsiteY144" fmla="*/ 1392627 h 1798781"/>
              <a:gd name="connsiteX145" fmla="*/ 1331691 w 5673186"/>
              <a:gd name="connsiteY145" fmla="*/ 1401199 h 1798781"/>
              <a:gd name="connsiteX146" fmla="*/ 1293591 w 5673186"/>
              <a:gd name="connsiteY146" fmla="*/ 1379292 h 1798781"/>
              <a:gd name="connsiteX147" fmla="*/ 1285971 w 5673186"/>
              <a:gd name="connsiteY147" fmla="*/ 1367862 h 1798781"/>
              <a:gd name="connsiteX148" fmla="*/ 1281209 w 5673186"/>
              <a:gd name="connsiteY148" fmla="*/ 1374529 h 1798781"/>
              <a:gd name="connsiteX149" fmla="*/ 1237394 w 5673186"/>
              <a:gd name="connsiteY149" fmla="*/ 1402152 h 1798781"/>
              <a:gd name="connsiteX150" fmla="*/ 1182149 w 5673186"/>
              <a:gd name="connsiteY150" fmla="*/ 1358337 h 1798781"/>
              <a:gd name="connsiteX151" fmla="*/ 1190721 w 5673186"/>
              <a:gd name="connsiteY151" fmla="*/ 1304997 h 1798781"/>
              <a:gd name="connsiteX152" fmla="*/ 1210724 w 5673186"/>
              <a:gd name="connsiteY152" fmla="*/ 1289756 h 1798781"/>
              <a:gd name="connsiteX153" fmla="*/ 1092614 w 5673186"/>
              <a:gd name="connsiteY153" fmla="*/ 1261181 h 1798781"/>
              <a:gd name="connsiteX154" fmla="*/ 1064039 w 5673186"/>
              <a:gd name="connsiteY154" fmla="*/ 1266897 h 1798781"/>
              <a:gd name="connsiteX155" fmla="*/ 1003079 w 5673186"/>
              <a:gd name="connsiteY155" fmla="*/ 1313569 h 1798781"/>
              <a:gd name="connsiteX156" fmla="*/ 997364 w 5673186"/>
              <a:gd name="connsiteY156" fmla="*/ 1324999 h 1798781"/>
              <a:gd name="connsiteX157" fmla="*/ 1003079 w 5673186"/>
              <a:gd name="connsiteY157" fmla="*/ 1351669 h 1798781"/>
              <a:gd name="connsiteX158" fmla="*/ 947834 w 5673186"/>
              <a:gd name="connsiteY158" fmla="*/ 1421202 h 1798781"/>
              <a:gd name="connsiteX159" fmla="*/ 943071 w 5673186"/>
              <a:gd name="connsiteY159" fmla="*/ 1421202 h 1798781"/>
              <a:gd name="connsiteX160" fmla="*/ 745904 w 5673186"/>
              <a:gd name="connsiteY160" fmla="*/ 1403104 h 1798781"/>
              <a:gd name="connsiteX161" fmla="*/ 636366 w 5673186"/>
              <a:gd name="connsiteY161" fmla="*/ 1389769 h 1798781"/>
              <a:gd name="connsiteX162" fmla="*/ 600171 w 5673186"/>
              <a:gd name="connsiteY162" fmla="*/ 1240227 h 1798781"/>
              <a:gd name="connsiteX163" fmla="*/ 600171 w 5673186"/>
              <a:gd name="connsiteY163" fmla="*/ 1220224 h 1798781"/>
              <a:gd name="connsiteX164" fmla="*/ 560166 w 5673186"/>
              <a:gd name="connsiteY164" fmla="*/ 1216414 h 1798781"/>
              <a:gd name="connsiteX165" fmla="*/ 517304 w 5673186"/>
              <a:gd name="connsiteY165" fmla="*/ 1267849 h 1798781"/>
              <a:gd name="connsiteX166" fmla="*/ 510636 w 5673186"/>
              <a:gd name="connsiteY166" fmla="*/ 1284042 h 1798781"/>
              <a:gd name="connsiteX167" fmla="*/ 519209 w 5673186"/>
              <a:gd name="connsiteY167" fmla="*/ 1309759 h 1798781"/>
              <a:gd name="connsiteX168" fmla="*/ 477299 w 5673186"/>
              <a:gd name="connsiteY168" fmla="*/ 1384054 h 1798781"/>
              <a:gd name="connsiteX169" fmla="*/ 322994 w 5673186"/>
              <a:gd name="connsiteY169" fmla="*/ 1382149 h 1798781"/>
              <a:gd name="connsiteX170" fmla="*/ 186786 w 5673186"/>
              <a:gd name="connsiteY170" fmla="*/ 1338334 h 1798781"/>
              <a:gd name="connsiteX171" fmla="*/ 127731 w 5673186"/>
              <a:gd name="connsiteY171" fmla="*/ 1189744 h 1798781"/>
              <a:gd name="connsiteX172" fmla="*/ 257271 w 5673186"/>
              <a:gd name="connsiteY172" fmla="*/ 1089732 h 1798781"/>
              <a:gd name="connsiteX173" fmla="*/ 318231 w 5673186"/>
              <a:gd name="connsiteY173" fmla="*/ 1084969 h 1798781"/>
              <a:gd name="connsiteX174" fmla="*/ 208694 w 5673186"/>
              <a:gd name="connsiteY174" fmla="*/ 1059252 h 1798781"/>
              <a:gd name="connsiteX175" fmla="*/ 26766 w 5673186"/>
              <a:gd name="connsiteY175" fmla="*/ 1016389 h 1798781"/>
              <a:gd name="connsiteX176" fmla="*/ 96 w 5673186"/>
              <a:gd name="connsiteY176" fmla="*/ 1004007 h 1798781"/>
              <a:gd name="connsiteX177" fmla="*/ 138209 w 5673186"/>
              <a:gd name="connsiteY177" fmla="*/ 981147 h 1798781"/>
              <a:gd name="connsiteX178" fmla="*/ 361094 w 5673186"/>
              <a:gd name="connsiteY178" fmla="*/ 1014484 h 1798781"/>
              <a:gd name="connsiteX179" fmla="*/ 801149 w 5673186"/>
              <a:gd name="connsiteY179" fmla="*/ 1075444 h 1798781"/>
              <a:gd name="connsiteX180" fmla="*/ 1055466 w 5673186"/>
              <a:gd name="connsiteY180" fmla="*/ 1090684 h 1798781"/>
              <a:gd name="connsiteX181" fmla="*/ 1075469 w 5673186"/>
              <a:gd name="connsiteY181" fmla="*/ 1067824 h 1798781"/>
              <a:gd name="connsiteX182" fmla="*/ 1076421 w 5673186"/>
              <a:gd name="connsiteY182" fmla="*/ 1052584 h 1798781"/>
              <a:gd name="connsiteX183" fmla="*/ 1060229 w 5673186"/>
              <a:gd name="connsiteY183" fmla="*/ 981147 h 1798781"/>
              <a:gd name="connsiteX184" fmla="*/ 917354 w 5673186"/>
              <a:gd name="connsiteY184" fmla="*/ 779217 h 1798781"/>
              <a:gd name="connsiteX185" fmla="*/ 948786 w 5673186"/>
              <a:gd name="connsiteY185" fmla="*/ 672536 h 1798781"/>
              <a:gd name="connsiteX186" fmla="*/ 977361 w 5673186"/>
              <a:gd name="connsiteY186" fmla="*/ 640151 h 1798781"/>
              <a:gd name="connsiteX187" fmla="*/ 1167861 w 5673186"/>
              <a:gd name="connsiteY187" fmla="*/ 472511 h 1798781"/>
              <a:gd name="connsiteX188" fmla="*/ 1367886 w 5673186"/>
              <a:gd name="connsiteY188" fmla="*/ 423934 h 1798781"/>
              <a:gd name="connsiteX189" fmla="*/ 1698404 w 5673186"/>
              <a:gd name="connsiteY189" fmla="*/ 513469 h 1798781"/>
              <a:gd name="connsiteX190" fmla="*/ 1767936 w 5673186"/>
              <a:gd name="connsiteY190" fmla="*/ 542997 h 1798781"/>
              <a:gd name="connsiteX191" fmla="*/ 2060354 w 5673186"/>
              <a:gd name="connsiteY191" fmla="*/ 700159 h 1798781"/>
              <a:gd name="connsiteX192" fmla="*/ 2223231 w 5673186"/>
              <a:gd name="connsiteY192" fmla="*/ 760167 h 1798781"/>
              <a:gd name="connsiteX193" fmla="*/ 2890934 w 5673186"/>
              <a:gd name="connsiteY193" fmla="*/ 920186 h 1798781"/>
              <a:gd name="connsiteX194" fmla="*/ 2939511 w 5673186"/>
              <a:gd name="connsiteY194" fmla="*/ 900184 h 1798781"/>
              <a:gd name="connsiteX195" fmla="*/ 3134774 w 5673186"/>
              <a:gd name="connsiteY195" fmla="*/ 654439 h 1798781"/>
              <a:gd name="connsiteX196" fmla="*/ 3645314 w 5673186"/>
              <a:gd name="connsiteY196" fmla="*/ 61031 h 1798781"/>
              <a:gd name="connsiteX197" fmla="*/ 3661506 w 5673186"/>
              <a:gd name="connsiteY197" fmla="*/ 41029 h 1798781"/>
              <a:gd name="connsiteX198" fmla="*/ 3725131 w 5673186"/>
              <a:gd name="connsiteY198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698404 w 5673186"/>
              <a:gd name="connsiteY115" fmla="*/ 1536454 h 1798781"/>
              <a:gd name="connsiteX116" fmla="*/ 1708881 w 5673186"/>
              <a:gd name="connsiteY116" fmla="*/ 1593604 h 1798781"/>
              <a:gd name="connsiteX117" fmla="*/ 1697451 w 5673186"/>
              <a:gd name="connsiteY117" fmla="*/ 1592652 h 1798781"/>
              <a:gd name="connsiteX118" fmla="*/ 1687926 w 5673186"/>
              <a:gd name="connsiteY118" fmla="*/ 1601224 h 1798781"/>
              <a:gd name="connsiteX119" fmla="*/ 1702214 w 5673186"/>
              <a:gd name="connsiteY119" fmla="*/ 1605987 h 1798781"/>
              <a:gd name="connsiteX120" fmla="*/ 1743171 w 5673186"/>
              <a:gd name="connsiteY120" fmla="*/ 1650754 h 1798781"/>
              <a:gd name="connsiteX121" fmla="*/ 1726979 w 5673186"/>
              <a:gd name="connsiteY121" fmla="*/ 1704094 h 1798781"/>
              <a:gd name="connsiteX122" fmla="*/ 1676496 w 5673186"/>
              <a:gd name="connsiteY122" fmla="*/ 1701237 h 1798781"/>
              <a:gd name="connsiteX123" fmla="*/ 1665066 w 5673186"/>
              <a:gd name="connsiteY123" fmla="*/ 1682187 h 1798781"/>
              <a:gd name="connsiteX124" fmla="*/ 1633634 w 5673186"/>
              <a:gd name="connsiteY124" fmla="*/ 1683139 h 1798781"/>
              <a:gd name="connsiteX125" fmla="*/ 1597439 w 5673186"/>
              <a:gd name="connsiteY125" fmla="*/ 1699331 h 1798781"/>
              <a:gd name="connsiteX126" fmla="*/ 1573626 w 5673186"/>
              <a:gd name="connsiteY126" fmla="*/ 1669804 h 1798781"/>
              <a:gd name="connsiteX127" fmla="*/ 1592676 w 5673186"/>
              <a:gd name="connsiteY127" fmla="*/ 1636467 h 1798781"/>
              <a:gd name="connsiteX128" fmla="*/ 1599344 w 5673186"/>
              <a:gd name="connsiteY128" fmla="*/ 1620274 h 1798781"/>
              <a:gd name="connsiteX129" fmla="*/ 1543146 w 5673186"/>
              <a:gd name="connsiteY129" fmla="*/ 1605034 h 1798781"/>
              <a:gd name="connsiteX130" fmla="*/ 1568864 w 5673186"/>
              <a:gd name="connsiteY130" fmla="*/ 1517404 h 1798781"/>
              <a:gd name="connsiteX131" fmla="*/ 1609821 w 5673186"/>
              <a:gd name="connsiteY131" fmla="*/ 1535502 h 1798781"/>
              <a:gd name="connsiteX132" fmla="*/ 1615536 w 5673186"/>
              <a:gd name="connsiteY132" fmla="*/ 1555504 h 1798781"/>
              <a:gd name="connsiteX133" fmla="*/ 1628871 w 5673186"/>
              <a:gd name="connsiteY133" fmla="*/ 1565981 h 1798781"/>
              <a:gd name="connsiteX134" fmla="*/ 1640301 w 5673186"/>
              <a:gd name="connsiteY134" fmla="*/ 1554552 h 1798781"/>
              <a:gd name="connsiteX135" fmla="*/ 1645064 w 5673186"/>
              <a:gd name="connsiteY135" fmla="*/ 1513594 h 1798781"/>
              <a:gd name="connsiteX136" fmla="*/ 1625061 w 5673186"/>
              <a:gd name="connsiteY136" fmla="*/ 1436442 h 1798781"/>
              <a:gd name="connsiteX137" fmla="*/ 1619346 w 5673186"/>
              <a:gd name="connsiteY137" fmla="*/ 1374529 h 1798781"/>
              <a:gd name="connsiteX138" fmla="*/ 1560291 w 5673186"/>
              <a:gd name="connsiteY138" fmla="*/ 1371672 h 1798781"/>
              <a:gd name="connsiteX139" fmla="*/ 1461231 w 5673186"/>
              <a:gd name="connsiteY139" fmla="*/ 1354527 h 1798781"/>
              <a:gd name="connsiteX140" fmla="*/ 1400271 w 5673186"/>
              <a:gd name="connsiteY140" fmla="*/ 1341192 h 1798781"/>
              <a:gd name="connsiteX141" fmla="*/ 1382174 w 5673186"/>
              <a:gd name="connsiteY141" fmla="*/ 1335477 h 1798781"/>
              <a:gd name="connsiteX142" fmla="*/ 1380269 w 5673186"/>
              <a:gd name="connsiteY142" fmla="*/ 1354527 h 1798781"/>
              <a:gd name="connsiteX143" fmla="*/ 1376459 w 5673186"/>
              <a:gd name="connsiteY143" fmla="*/ 1392627 h 1798781"/>
              <a:gd name="connsiteX144" fmla="*/ 1331691 w 5673186"/>
              <a:gd name="connsiteY144" fmla="*/ 1401199 h 1798781"/>
              <a:gd name="connsiteX145" fmla="*/ 1293591 w 5673186"/>
              <a:gd name="connsiteY145" fmla="*/ 1379292 h 1798781"/>
              <a:gd name="connsiteX146" fmla="*/ 1285971 w 5673186"/>
              <a:gd name="connsiteY146" fmla="*/ 1367862 h 1798781"/>
              <a:gd name="connsiteX147" fmla="*/ 1281209 w 5673186"/>
              <a:gd name="connsiteY147" fmla="*/ 1374529 h 1798781"/>
              <a:gd name="connsiteX148" fmla="*/ 1237394 w 5673186"/>
              <a:gd name="connsiteY148" fmla="*/ 1402152 h 1798781"/>
              <a:gd name="connsiteX149" fmla="*/ 1182149 w 5673186"/>
              <a:gd name="connsiteY149" fmla="*/ 1358337 h 1798781"/>
              <a:gd name="connsiteX150" fmla="*/ 1190721 w 5673186"/>
              <a:gd name="connsiteY150" fmla="*/ 1304997 h 1798781"/>
              <a:gd name="connsiteX151" fmla="*/ 1210724 w 5673186"/>
              <a:gd name="connsiteY151" fmla="*/ 1289756 h 1798781"/>
              <a:gd name="connsiteX152" fmla="*/ 1092614 w 5673186"/>
              <a:gd name="connsiteY152" fmla="*/ 1261181 h 1798781"/>
              <a:gd name="connsiteX153" fmla="*/ 1064039 w 5673186"/>
              <a:gd name="connsiteY153" fmla="*/ 1266897 h 1798781"/>
              <a:gd name="connsiteX154" fmla="*/ 1003079 w 5673186"/>
              <a:gd name="connsiteY154" fmla="*/ 1313569 h 1798781"/>
              <a:gd name="connsiteX155" fmla="*/ 997364 w 5673186"/>
              <a:gd name="connsiteY155" fmla="*/ 1324999 h 1798781"/>
              <a:gd name="connsiteX156" fmla="*/ 1003079 w 5673186"/>
              <a:gd name="connsiteY156" fmla="*/ 1351669 h 1798781"/>
              <a:gd name="connsiteX157" fmla="*/ 947834 w 5673186"/>
              <a:gd name="connsiteY157" fmla="*/ 1421202 h 1798781"/>
              <a:gd name="connsiteX158" fmla="*/ 943071 w 5673186"/>
              <a:gd name="connsiteY158" fmla="*/ 1421202 h 1798781"/>
              <a:gd name="connsiteX159" fmla="*/ 745904 w 5673186"/>
              <a:gd name="connsiteY159" fmla="*/ 1403104 h 1798781"/>
              <a:gd name="connsiteX160" fmla="*/ 636366 w 5673186"/>
              <a:gd name="connsiteY160" fmla="*/ 1389769 h 1798781"/>
              <a:gd name="connsiteX161" fmla="*/ 600171 w 5673186"/>
              <a:gd name="connsiteY161" fmla="*/ 1240227 h 1798781"/>
              <a:gd name="connsiteX162" fmla="*/ 600171 w 5673186"/>
              <a:gd name="connsiteY162" fmla="*/ 1220224 h 1798781"/>
              <a:gd name="connsiteX163" fmla="*/ 560166 w 5673186"/>
              <a:gd name="connsiteY163" fmla="*/ 1216414 h 1798781"/>
              <a:gd name="connsiteX164" fmla="*/ 517304 w 5673186"/>
              <a:gd name="connsiteY164" fmla="*/ 1267849 h 1798781"/>
              <a:gd name="connsiteX165" fmla="*/ 510636 w 5673186"/>
              <a:gd name="connsiteY165" fmla="*/ 1284042 h 1798781"/>
              <a:gd name="connsiteX166" fmla="*/ 519209 w 5673186"/>
              <a:gd name="connsiteY166" fmla="*/ 1309759 h 1798781"/>
              <a:gd name="connsiteX167" fmla="*/ 477299 w 5673186"/>
              <a:gd name="connsiteY167" fmla="*/ 1384054 h 1798781"/>
              <a:gd name="connsiteX168" fmla="*/ 322994 w 5673186"/>
              <a:gd name="connsiteY168" fmla="*/ 1382149 h 1798781"/>
              <a:gd name="connsiteX169" fmla="*/ 186786 w 5673186"/>
              <a:gd name="connsiteY169" fmla="*/ 1338334 h 1798781"/>
              <a:gd name="connsiteX170" fmla="*/ 127731 w 5673186"/>
              <a:gd name="connsiteY170" fmla="*/ 1189744 h 1798781"/>
              <a:gd name="connsiteX171" fmla="*/ 257271 w 5673186"/>
              <a:gd name="connsiteY171" fmla="*/ 1089732 h 1798781"/>
              <a:gd name="connsiteX172" fmla="*/ 318231 w 5673186"/>
              <a:gd name="connsiteY172" fmla="*/ 1084969 h 1798781"/>
              <a:gd name="connsiteX173" fmla="*/ 208694 w 5673186"/>
              <a:gd name="connsiteY173" fmla="*/ 1059252 h 1798781"/>
              <a:gd name="connsiteX174" fmla="*/ 26766 w 5673186"/>
              <a:gd name="connsiteY174" fmla="*/ 1016389 h 1798781"/>
              <a:gd name="connsiteX175" fmla="*/ 96 w 5673186"/>
              <a:gd name="connsiteY175" fmla="*/ 1004007 h 1798781"/>
              <a:gd name="connsiteX176" fmla="*/ 138209 w 5673186"/>
              <a:gd name="connsiteY176" fmla="*/ 981147 h 1798781"/>
              <a:gd name="connsiteX177" fmla="*/ 361094 w 5673186"/>
              <a:gd name="connsiteY177" fmla="*/ 1014484 h 1798781"/>
              <a:gd name="connsiteX178" fmla="*/ 801149 w 5673186"/>
              <a:gd name="connsiteY178" fmla="*/ 1075444 h 1798781"/>
              <a:gd name="connsiteX179" fmla="*/ 1055466 w 5673186"/>
              <a:gd name="connsiteY179" fmla="*/ 1090684 h 1798781"/>
              <a:gd name="connsiteX180" fmla="*/ 1075469 w 5673186"/>
              <a:gd name="connsiteY180" fmla="*/ 1067824 h 1798781"/>
              <a:gd name="connsiteX181" fmla="*/ 1076421 w 5673186"/>
              <a:gd name="connsiteY181" fmla="*/ 1052584 h 1798781"/>
              <a:gd name="connsiteX182" fmla="*/ 1060229 w 5673186"/>
              <a:gd name="connsiteY182" fmla="*/ 981147 h 1798781"/>
              <a:gd name="connsiteX183" fmla="*/ 917354 w 5673186"/>
              <a:gd name="connsiteY183" fmla="*/ 779217 h 1798781"/>
              <a:gd name="connsiteX184" fmla="*/ 948786 w 5673186"/>
              <a:gd name="connsiteY184" fmla="*/ 672536 h 1798781"/>
              <a:gd name="connsiteX185" fmla="*/ 977361 w 5673186"/>
              <a:gd name="connsiteY185" fmla="*/ 640151 h 1798781"/>
              <a:gd name="connsiteX186" fmla="*/ 1167861 w 5673186"/>
              <a:gd name="connsiteY186" fmla="*/ 472511 h 1798781"/>
              <a:gd name="connsiteX187" fmla="*/ 1367886 w 5673186"/>
              <a:gd name="connsiteY187" fmla="*/ 423934 h 1798781"/>
              <a:gd name="connsiteX188" fmla="*/ 1698404 w 5673186"/>
              <a:gd name="connsiteY188" fmla="*/ 513469 h 1798781"/>
              <a:gd name="connsiteX189" fmla="*/ 1767936 w 5673186"/>
              <a:gd name="connsiteY189" fmla="*/ 542997 h 1798781"/>
              <a:gd name="connsiteX190" fmla="*/ 2060354 w 5673186"/>
              <a:gd name="connsiteY190" fmla="*/ 700159 h 1798781"/>
              <a:gd name="connsiteX191" fmla="*/ 2223231 w 5673186"/>
              <a:gd name="connsiteY191" fmla="*/ 760167 h 1798781"/>
              <a:gd name="connsiteX192" fmla="*/ 2890934 w 5673186"/>
              <a:gd name="connsiteY192" fmla="*/ 920186 h 1798781"/>
              <a:gd name="connsiteX193" fmla="*/ 2939511 w 5673186"/>
              <a:gd name="connsiteY193" fmla="*/ 900184 h 1798781"/>
              <a:gd name="connsiteX194" fmla="*/ 3134774 w 5673186"/>
              <a:gd name="connsiteY194" fmla="*/ 654439 h 1798781"/>
              <a:gd name="connsiteX195" fmla="*/ 3645314 w 5673186"/>
              <a:gd name="connsiteY195" fmla="*/ 61031 h 1798781"/>
              <a:gd name="connsiteX196" fmla="*/ 3661506 w 5673186"/>
              <a:gd name="connsiteY196" fmla="*/ 41029 h 1798781"/>
              <a:gd name="connsiteX197" fmla="*/ 3725131 w 5673186"/>
              <a:gd name="connsiteY197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698404 w 5673186"/>
              <a:gd name="connsiteY114" fmla="*/ 1536454 h 1798781"/>
              <a:gd name="connsiteX115" fmla="*/ 1708881 w 5673186"/>
              <a:gd name="connsiteY115" fmla="*/ 1593604 h 1798781"/>
              <a:gd name="connsiteX116" fmla="*/ 1697451 w 5673186"/>
              <a:gd name="connsiteY116" fmla="*/ 1592652 h 1798781"/>
              <a:gd name="connsiteX117" fmla="*/ 1687926 w 5673186"/>
              <a:gd name="connsiteY117" fmla="*/ 1601224 h 1798781"/>
              <a:gd name="connsiteX118" fmla="*/ 1702214 w 5673186"/>
              <a:gd name="connsiteY118" fmla="*/ 1605987 h 1798781"/>
              <a:gd name="connsiteX119" fmla="*/ 1743171 w 5673186"/>
              <a:gd name="connsiteY119" fmla="*/ 1650754 h 1798781"/>
              <a:gd name="connsiteX120" fmla="*/ 1726979 w 5673186"/>
              <a:gd name="connsiteY120" fmla="*/ 1704094 h 1798781"/>
              <a:gd name="connsiteX121" fmla="*/ 1676496 w 5673186"/>
              <a:gd name="connsiteY121" fmla="*/ 1701237 h 1798781"/>
              <a:gd name="connsiteX122" fmla="*/ 1665066 w 5673186"/>
              <a:gd name="connsiteY122" fmla="*/ 1682187 h 1798781"/>
              <a:gd name="connsiteX123" fmla="*/ 1633634 w 5673186"/>
              <a:gd name="connsiteY123" fmla="*/ 1683139 h 1798781"/>
              <a:gd name="connsiteX124" fmla="*/ 1597439 w 5673186"/>
              <a:gd name="connsiteY124" fmla="*/ 1699331 h 1798781"/>
              <a:gd name="connsiteX125" fmla="*/ 1573626 w 5673186"/>
              <a:gd name="connsiteY125" fmla="*/ 1669804 h 1798781"/>
              <a:gd name="connsiteX126" fmla="*/ 1592676 w 5673186"/>
              <a:gd name="connsiteY126" fmla="*/ 1636467 h 1798781"/>
              <a:gd name="connsiteX127" fmla="*/ 1599344 w 5673186"/>
              <a:gd name="connsiteY127" fmla="*/ 1620274 h 1798781"/>
              <a:gd name="connsiteX128" fmla="*/ 1543146 w 5673186"/>
              <a:gd name="connsiteY128" fmla="*/ 1605034 h 1798781"/>
              <a:gd name="connsiteX129" fmla="*/ 1568864 w 5673186"/>
              <a:gd name="connsiteY129" fmla="*/ 1517404 h 1798781"/>
              <a:gd name="connsiteX130" fmla="*/ 1609821 w 5673186"/>
              <a:gd name="connsiteY130" fmla="*/ 1535502 h 1798781"/>
              <a:gd name="connsiteX131" fmla="*/ 1615536 w 5673186"/>
              <a:gd name="connsiteY131" fmla="*/ 1555504 h 1798781"/>
              <a:gd name="connsiteX132" fmla="*/ 1628871 w 5673186"/>
              <a:gd name="connsiteY132" fmla="*/ 1565981 h 1798781"/>
              <a:gd name="connsiteX133" fmla="*/ 1640301 w 5673186"/>
              <a:gd name="connsiteY133" fmla="*/ 1554552 h 1798781"/>
              <a:gd name="connsiteX134" fmla="*/ 1645064 w 5673186"/>
              <a:gd name="connsiteY134" fmla="*/ 1513594 h 1798781"/>
              <a:gd name="connsiteX135" fmla="*/ 1625061 w 5673186"/>
              <a:gd name="connsiteY135" fmla="*/ 1436442 h 1798781"/>
              <a:gd name="connsiteX136" fmla="*/ 1619346 w 5673186"/>
              <a:gd name="connsiteY136" fmla="*/ 1374529 h 1798781"/>
              <a:gd name="connsiteX137" fmla="*/ 1560291 w 5673186"/>
              <a:gd name="connsiteY137" fmla="*/ 1371672 h 1798781"/>
              <a:gd name="connsiteX138" fmla="*/ 1461231 w 5673186"/>
              <a:gd name="connsiteY138" fmla="*/ 1354527 h 1798781"/>
              <a:gd name="connsiteX139" fmla="*/ 1400271 w 5673186"/>
              <a:gd name="connsiteY139" fmla="*/ 1341192 h 1798781"/>
              <a:gd name="connsiteX140" fmla="*/ 1382174 w 5673186"/>
              <a:gd name="connsiteY140" fmla="*/ 1335477 h 1798781"/>
              <a:gd name="connsiteX141" fmla="*/ 1380269 w 5673186"/>
              <a:gd name="connsiteY141" fmla="*/ 1354527 h 1798781"/>
              <a:gd name="connsiteX142" fmla="*/ 1376459 w 5673186"/>
              <a:gd name="connsiteY142" fmla="*/ 1392627 h 1798781"/>
              <a:gd name="connsiteX143" fmla="*/ 1331691 w 5673186"/>
              <a:gd name="connsiteY143" fmla="*/ 1401199 h 1798781"/>
              <a:gd name="connsiteX144" fmla="*/ 1293591 w 5673186"/>
              <a:gd name="connsiteY144" fmla="*/ 1379292 h 1798781"/>
              <a:gd name="connsiteX145" fmla="*/ 1285971 w 5673186"/>
              <a:gd name="connsiteY145" fmla="*/ 1367862 h 1798781"/>
              <a:gd name="connsiteX146" fmla="*/ 1281209 w 5673186"/>
              <a:gd name="connsiteY146" fmla="*/ 1374529 h 1798781"/>
              <a:gd name="connsiteX147" fmla="*/ 1237394 w 5673186"/>
              <a:gd name="connsiteY147" fmla="*/ 1402152 h 1798781"/>
              <a:gd name="connsiteX148" fmla="*/ 1182149 w 5673186"/>
              <a:gd name="connsiteY148" fmla="*/ 1358337 h 1798781"/>
              <a:gd name="connsiteX149" fmla="*/ 1190721 w 5673186"/>
              <a:gd name="connsiteY149" fmla="*/ 1304997 h 1798781"/>
              <a:gd name="connsiteX150" fmla="*/ 1210724 w 5673186"/>
              <a:gd name="connsiteY150" fmla="*/ 1289756 h 1798781"/>
              <a:gd name="connsiteX151" fmla="*/ 1092614 w 5673186"/>
              <a:gd name="connsiteY151" fmla="*/ 1261181 h 1798781"/>
              <a:gd name="connsiteX152" fmla="*/ 1064039 w 5673186"/>
              <a:gd name="connsiteY152" fmla="*/ 1266897 h 1798781"/>
              <a:gd name="connsiteX153" fmla="*/ 1003079 w 5673186"/>
              <a:gd name="connsiteY153" fmla="*/ 1313569 h 1798781"/>
              <a:gd name="connsiteX154" fmla="*/ 997364 w 5673186"/>
              <a:gd name="connsiteY154" fmla="*/ 1324999 h 1798781"/>
              <a:gd name="connsiteX155" fmla="*/ 1003079 w 5673186"/>
              <a:gd name="connsiteY155" fmla="*/ 1351669 h 1798781"/>
              <a:gd name="connsiteX156" fmla="*/ 947834 w 5673186"/>
              <a:gd name="connsiteY156" fmla="*/ 1421202 h 1798781"/>
              <a:gd name="connsiteX157" fmla="*/ 943071 w 5673186"/>
              <a:gd name="connsiteY157" fmla="*/ 1421202 h 1798781"/>
              <a:gd name="connsiteX158" fmla="*/ 745904 w 5673186"/>
              <a:gd name="connsiteY158" fmla="*/ 1403104 h 1798781"/>
              <a:gd name="connsiteX159" fmla="*/ 636366 w 5673186"/>
              <a:gd name="connsiteY159" fmla="*/ 1389769 h 1798781"/>
              <a:gd name="connsiteX160" fmla="*/ 600171 w 5673186"/>
              <a:gd name="connsiteY160" fmla="*/ 1240227 h 1798781"/>
              <a:gd name="connsiteX161" fmla="*/ 600171 w 5673186"/>
              <a:gd name="connsiteY161" fmla="*/ 1220224 h 1798781"/>
              <a:gd name="connsiteX162" fmla="*/ 560166 w 5673186"/>
              <a:gd name="connsiteY162" fmla="*/ 1216414 h 1798781"/>
              <a:gd name="connsiteX163" fmla="*/ 517304 w 5673186"/>
              <a:gd name="connsiteY163" fmla="*/ 1267849 h 1798781"/>
              <a:gd name="connsiteX164" fmla="*/ 510636 w 5673186"/>
              <a:gd name="connsiteY164" fmla="*/ 1284042 h 1798781"/>
              <a:gd name="connsiteX165" fmla="*/ 519209 w 5673186"/>
              <a:gd name="connsiteY165" fmla="*/ 1309759 h 1798781"/>
              <a:gd name="connsiteX166" fmla="*/ 477299 w 5673186"/>
              <a:gd name="connsiteY166" fmla="*/ 1384054 h 1798781"/>
              <a:gd name="connsiteX167" fmla="*/ 322994 w 5673186"/>
              <a:gd name="connsiteY167" fmla="*/ 1382149 h 1798781"/>
              <a:gd name="connsiteX168" fmla="*/ 186786 w 5673186"/>
              <a:gd name="connsiteY168" fmla="*/ 1338334 h 1798781"/>
              <a:gd name="connsiteX169" fmla="*/ 127731 w 5673186"/>
              <a:gd name="connsiteY169" fmla="*/ 1189744 h 1798781"/>
              <a:gd name="connsiteX170" fmla="*/ 257271 w 5673186"/>
              <a:gd name="connsiteY170" fmla="*/ 1089732 h 1798781"/>
              <a:gd name="connsiteX171" fmla="*/ 318231 w 5673186"/>
              <a:gd name="connsiteY171" fmla="*/ 1084969 h 1798781"/>
              <a:gd name="connsiteX172" fmla="*/ 208694 w 5673186"/>
              <a:gd name="connsiteY172" fmla="*/ 1059252 h 1798781"/>
              <a:gd name="connsiteX173" fmla="*/ 26766 w 5673186"/>
              <a:gd name="connsiteY173" fmla="*/ 1016389 h 1798781"/>
              <a:gd name="connsiteX174" fmla="*/ 96 w 5673186"/>
              <a:gd name="connsiteY174" fmla="*/ 1004007 h 1798781"/>
              <a:gd name="connsiteX175" fmla="*/ 138209 w 5673186"/>
              <a:gd name="connsiteY175" fmla="*/ 981147 h 1798781"/>
              <a:gd name="connsiteX176" fmla="*/ 361094 w 5673186"/>
              <a:gd name="connsiteY176" fmla="*/ 1014484 h 1798781"/>
              <a:gd name="connsiteX177" fmla="*/ 801149 w 5673186"/>
              <a:gd name="connsiteY177" fmla="*/ 1075444 h 1798781"/>
              <a:gd name="connsiteX178" fmla="*/ 1055466 w 5673186"/>
              <a:gd name="connsiteY178" fmla="*/ 1090684 h 1798781"/>
              <a:gd name="connsiteX179" fmla="*/ 1075469 w 5673186"/>
              <a:gd name="connsiteY179" fmla="*/ 1067824 h 1798781"/>
              <a:gd name="connsiteX180" fmla="*/ 1076421 w 5673186"/>
              <a:gd name="connsiteY180" fmla="*/ 1052584 h 1798781"/>
              <a:gd name="connsiteX181" fmla="*/ 1060229 w 5673186"/>
              <a:gd name="connsiteY181" fmla="*/ 981147 h 1798781"/>
              <a:gd name="connsiteX182" fmla="*/ 917354 w 5673186"/>
              <a:gd name="connsiteY182" fmla="*/ 779217 h 1798781"/>
              <a:gd name="connsiteX183" fmla="*/ 948786 w 5673186"/>
              <a:gd name="connsiteY183" fmla="*/ 672536 h 1798781"/>
              <a:gd name="connsiteX184" fmla="*/ 977361 w 5673186"/>
              <a:gd name="connsiteY184" fmla="*/ 640151 h 1798781"/>
              <a:gd name="connsiteX185" fmla="*/ 1167861 w 5673186"/>
              <a:gd name="connsiteY185" fmla="*/ 472511 h 1798781"/>
              <a:gd name="connsiteX186" fmla="*/ 1367886 w 5673186"/>
              <a:gd name="connsiteY186" fmla="*/ 423934 h 1798781"/>
              <a:gd name="connsiteX187" fmla="*/ 1698404 w 5673186"/>
              <a:gd name="connsiteY187" fmla="*/ 513469 h 1798781"/>
              <a:gd name="connsiteX188" fmla="*/ 1767936 w 5673186"/>
              <a:gd name="connsiteY188" fmla="*/ 542997 h 1798781"/>
              <a:gd name="connsiteX189" fmla="*/ 2060354 w 5673186"/>
              <a:gd name="connsiteY189" fmla="*/ 700159 h 1798781"/>
              <a:gd name="connsiteX190" fmla="*/ 2223231 w 5673186"/>
              <a:gd name="connsiteY190" fmla="*/ 760167 h 1798781"/>
              <a:gd name="connsiteX191" fmla="*/ 2890934 w 5673186"/>
              <a:gd name="connsiteY191" fmla="*/ 920186 h 1798781"/>
              <a:gd name="connsiteX192" fmla="*/ 2939511 w 5673186"/>
              <a:gd name="connsiteY192" fmla="*/ 900184 h 1798781"/>
              <a:gd name="connsiteX193" fmla="*/ 3134774 w 5673186"/>
              <a:gd name="connsiteY193" fmla="*/ 654439 h 1798781"/>
              <a:gd name="connsiteX194" fmla="*/ 3645314 w 5673186"/>
              <a:gd name="connsiteY194" fmla="*/ 61031 h 1798781"/>
              <a:gd name="connsiteX195" fmla="*/ 3661506 w 5673186"/>
              <a:gd name="connsiteY195" fmla="*/ 41029 h 1798781"/>
              <a:gd name="connsiteX196" fmla="*/ 3725131 w 5673186"/>
              <a:gd name="connsiteY196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698404 w 5673186"/>
              <a:gd name="connsiteY113" fmla="*/ 1536454 h 1798781"/>
              <a:gd name="connsiteX114" fmla="*/ 1708881 w 5673186"/>
              <a:gd name="connsiteY114" fmla="*/ 1593604 h 1798781"/>
              <a:gd name="connsiteX115" fmla="*/ 1697451 w 5673186"/>
              <a:gd name="connsiteY115" fmla="*/ 1592652 h 1798781"/>
              <a:gd name="connsiteX116" fmla="*/ 1687926 w 5673186"/>
              <a:gd name="connsiteY116" fmla="*/ 1601224 h 1798781"/>
              <a:gd name="connsiteX117" fmla="*/ 1702214 w 5673186"/>
              <a:gd name="connsiteY117" fmla="*/ 1605987 h 1798781"/>
              <a:gd name="connsiteX118" fmla="*/ 1743171 w 5673186"/>
              <a:gd name="connsiteY118" fmla="*/ 1650754 h 1798781"/>
              <a:gd name="connsiteX119" fmla="*/ 1726979 w 5673186"/>
              <a:gd name="connsiteY119" fmla="*/ 1704094 h 1798781"/>
              <a:gd name="connsiteX120" fmla="*/ 1676496 w 5673186"/>
              <a:gd name="connsiteY120" fmla="*/ 1701237 h 1798781"/>
              <a:gd name="connsiteX121" fmla="*/ 1665066 w 5673186"/>
              <a:gd name="connsiteY121" fmla="*/ 1682187 h 1798781"/>
              <a:gd name="connsiteX122" fmla="*/ 1633634 w 5673186"/>
              <a:gd name="connsiteY122" fmla="*/ 1683139 h 1798781"/>
              <a:gd name="connsiteX123" fmla="*/ 1597439 w 5673186"/>
              <a:gd name="connsiteY123" fmla="*/ 1699331 h 1798781"/>
              <a:gd name="connsiteX124" fmla="*/ 1573626 w 5673186"/>
              <a:gd name="connsiteY124" fmla="*/ 1669804 h 1798781"/>
              <a:gd name="connsiteX125" fmla="*/ 1592676 w 5673186"/>
              <a:gd name="connsiteY125" fmla="*/ 1636467 h 1798781"/>
              <a:gd name="connsiteX126" fmla="*/ 1599344 w 5673186"/>
              <a:gd name="connsiteY126" fmla="*/ 1620274 h 1798781"/>
              <a:gd name="connsiteX127" fmla="*/ 1543146 w 5673186"/>
              <a:gd name="connsiteY127" fmla="*/ 1605034 h 1798781"/>
              <a:gd name="connsiteX128" fmla="*/ 1568864 w 5673186"/>
              <a:gd name="connsiteY128" fmla="*/ 1517404 h 1798781"/>
              <a:gd name="connsiteX129" fmla="*/ 1609821 w 5673186"/>
              <a:gd name="connsiteY129" fmla="*/ 1535502 h 1798781"/>
              <a:gd name="connsiteX130" fmla="*/ 1615536 w 5673186"/>
              <a:gd name="connsiteY130" fmla="*/ 1555504 h 1798781"/>
              <a:gd name="connsiteX131" fmla="*/ 1628871 w 5673186"/>
              <a:gd name="connsiteY131" fmla="*/ 1565981 h 1798781"/>
              <a:gd name="connsiteX132" fmla="*/ 1640301 w 5673186"/>
              <a:gd name="connsiteY132" fmla="*/ 1554552 h 1798781"/>
              <a:gd name="connsiteX133" fmla="*/ 1645064 w 5673186"/>
              <a:gd name="connsiteY133" fmla="*/ 1513594 h 1798781"/>
              <a:gd name="connsiteX134" fmla="*/ 1625061 w 5673186"/>
              <a:gd name="connsiteY134" fmla="*/ 1436442 h 1798781"/>
              <a:gd name="connsiteX135" fmla="*/ 1619346 w 5673186"/>
              <a:gd name="connsiteY135" fmla="*/ 1374529 h 1798781"/>
              <a:gd name="connsiteX136" fmla="*/ 1560291 w 5673186"/>
              <a:gd name="connsiteY136" fmla="*/ 1371672 h 1798781"/>
              <a:gd name="connsiteX137" fmla="*/ 1461231 w 5673186"/>
              <a:gd name="connsiteY137" fmla="*/ 1354527 h 1798781"/>
              <a:gd name="connsiteX138" fmla="*/ 1400271 w 5673186"/>
              <a:gd name="connsiteY138" fmla="*/ 1341192 h 1798781"/>
              <a:gd name="connsiteX139" fmla="*/ 1382174 w 5673186"/>
              <a:gd name="connsiteY139" fmla="*/ 1335477 h 1798781"/>
              <a:gd name="connsiteX140" fmla="*/ 1380269 w 5673186"/>
              <a:gd name="connsiteY140" fmla="*/ 1354527 h 1798781"/>
              <a:gd name="connsiteX141" fmla="*/ 1376459 w 5673186"/>
              <a:gd name="connsiteY141" fmla="*/ 1392627 h 1798781"/>
              <a:gd name="connsiteX142" fmla="*/ 1331691 w 5673186"/>
              <a:gd name="connsiteY142" fmla="*/ 1401199 h 1798781"/>
              <a:gd name="connsiteX143" fmla="*/ 1293591 w 5673186"/>
              <a:gd name="connsiteY143" fmla="*/ 1379292 h 1798781"/>
              <a:gd name="connsiteX144" fmla="*/ 1285971 w 5673186"/>
              <a:gd name="connsiteY144" fmla="*/ 1367862 h 1798781"/>
              <a:gd name="connsiteX145" fmla="*/ 1281209 w 5673186"/>
              <a:gd name="connsiteY145" fmla="*/ 1374529 h 1798781"/>
              <a:gd name="connsiteX146" fmla="*/ 1237394 w 5673186"/>
              <a:gd name="connsiteY146" fmla="*/ 1402152 h 1798781"/>
              <a:gd name="connsiteX147" fmla="*/ 1182149 w 5673186"/>
              <a:gd name="connsiteY147" fmla="*/ 1358337 h 1798781"/>
              <a:gd name="connsiteX148" fmla="*/ 1190721 w 5673186"/>
              <a:gd name="connsiteY148" fmla="*/ 1304997 h 1798781"/>
              <a:gd name="connsiteX149" fmla="*/ 1210724 w 5673186"/>
              <a:gd name="connsiteY149" fmla="*/ 1289756 h 1798781"/>
              <a:gd name="connsiteX150" fmla="*/ 1092614 w 5673186"/>
              <a:gd name="connsiteY150" fmla="*/ 1261181 h 1798781"/>
              <a:gd name="connsiteX151" fmla="*/ 1064039 w 5673186"/>
              <a:gd name="connsiteY151" fmla="*/ 1266897 h 1798781"/>
              <a:gd name="connsiteX152" fmla="*/ 1003079 w 5673186"/>
              <a:gd name="connsiteY152" fmla="*/ 1313569 h 1798781"/>
              <a:gd name="connsiteX153" fmla="*/ 997364 w 5673186"/>
              <a:gd name="connsiteY153" fmla="*/ 1324999 h 1798781"/>
              <a:gd name="connsiteX154" fmla="*/ 1003079 w 5673186"/>
              <a:gd name="connsiteY154" fmla="*/ 1351669 h 1798781"/>
              <a:gd name="connsiteX155" fmla="*/ 947834 w 5673186"/>
              <a:gd name="connsiteY155" fmla="*/ 1421202 h 1798781"/>
              <a:gd name="connsiteX156" fmla="*/ 943071 w 5673186"/>
              <a:gd name="connsiteY156" fmla="*/ 1421202 h 1798781"/>
              <a:gd name="connsiteX157" fmla="*/ 745904 w 5673186"/>
              <a:gd name="connsiteY157" fmla="*/ 1403104 h 1798781"/>
              <a:gd name="connsiteX158" fmla="*/ 636366 w 5673186"/>
              <a:gd name="connsiteY158" fmla="*/ 1389769 h 1798781"/>
              <a:gd name="connsiteX159" fmla="*/ 600171 w 5673186"/>
              <a:gd name="connsiteY159" fmla="*/ 1240227 h 1798781"/>
              <a:gd name="connsiteX160" fmla="*/ 600171 w 5673186"/>
              <a:gd name="connsiteY160" fmla="*/ 1220224 h 1798781"/>
              <a:gd name="connsiteX161" fmla="*/ 560166 w 5673186"/>
              <a:gd name="connsiteY161" fmla="*/ 1216414 h 1798781"/>
              <a:gd name="connsiteX162" fmla="*/ 517304 w 5673186"/>
              <a:gd name="connsiteY162" fmla="*/ 1267849 h 1798781"/>
              <a:gd name="connsiteX163" fmla="*/ 510636 w 5673186"/>
              <a:gd name="connsiteY163" fmla="*/ 1284042 h 1798781"/>
              <a:gd name="connsiteX164" fmla="*/ 519209 w 5673186"/>
              <a:gd name="connsiteY164" fmla="*/ 1309759 h 1798781"/>
              <a:gd name="connsiteX165" fmla="*/ 477299 w 5673186"/>
              <a:gd name="connsiteY165" fmla="*/ 1384054 h 1798781"/>
              <a:gd name="connsiteX166" fmla="*/ 322994 w 5673186"/>
              <a:gd name="connsiteY166" fmla="*/ 1382149 h 1798781"/>
              <a:gd name="connsiteX167" fmla="*/ 186786 w 5673186"/>
              <a:gd name="connsiteY167" fmla="*/ 1338334 h 1798781"/>
              <a:gd name="connsiteX168" fmla="*/ 127731 w 5673186"/>
              <a:gd name="connsiteY168" fmla="*/ 1189744 h 1798781"/>
              <a:gd name="connsiteX169" fmla="*/ 257271 w 5673186"/>
              <a:gd name="connsiteY169" fmla="*/ 1089732 h 1798781"/>
              <a:gd name="connsiteX170" fmla="*/ 318231 w 5673186"/>
              <a:gd name="connsiteY170" fmla="*/ 1084969 h 1798781"/>
              <a:gd name="connsiteX171" fmla="*/ 208694 w 5673186"/>
              <a:gd name="connsiteY171" fmla="*/ 1059252 h 1798781"/>
              <a:gd name="connsiteX172" fmla="*/ 26766 w 5673186"/>
              <a:gd name="connsiteY172" fmla="*/ 1016389 h 1798781"/>
              <a:gd name="connsiteX173" fmla="*/ 96 w 5673186"/>
              <a:gd name="connsiteY173" fmla="*/ 1004007 h 1798781"/>
              <a:gd name="connsiteX174" fmla="*/ 138209 w 5673186"/>
              <a:gd name="connsiteY174" fmla="*/ 981147 h 1798781"/>
              <a:gd name="connsiteX175" fmla="*/ 361094 w 5673186"/>
              <a:gd name="connsiteY175" fmla="*/ 1014484 h 1798781"/>
              <a:gd name="connsiteX176" fmla="*/ 801149 w 5673186"/>
              <a:gd name="connsiteY176" fmla="*/ 1075444 h 1798781"/>
              <a:gd name="connsiteX177" fmla="*/ 1055466 w 5673186"/>
              <a:gd name="connsiteY177" fmla="*/ 1090684 h 1798781"/>
              <a:gd name="connsiteX178" fmla="*/ 1075469 w 5673186"/>
              <a:gd name="connsiteY178" fmla="*/ 1067824 h 1798781"/>
              <a:gd name="connsiteX179" fmla="*/ 1076421 w 5673186"/>
              <a:gd name="connsiteY179" fmla="*/ 1052584 h 1798781"/>
              <a:gd name="connsiteX180" fmla="*/ 1060229 w 5673186"/>
              <a:gd name="connsiteY180" fmla="*/ 981147 h 1798781"/>
              <a:gd name="connsiteX181" fmla="*/ 917354 w 5673186"/>
              <a:gd name="connsiteY181" fmla="*/ 779217 h 1798781"/>
              <a:gd name="connsiteX182" fmla="*/ 948786 w 5673186"/>
              <a:gd name="connsiteY182" fmla="*/ 672536 h 1798781"/>
              <a:gd name="connsiteX183" fmla="*/ 977361 w 5673186"/>
              <a:gd name="connsiteY183" fmla="*/ 640151 h 1798781"/>
              <a:gd name="connsiteX184" fmla="*/ 1167861 w 5673186"/>
              <a:gd name="connsiteY184" fmla="*/ 472511 h 1798781"/>
              <a:gd name="connsiteX185" fmla="*/ 1367886 w 5673186"/>
              <a:gd name="connsiteY185" fmla="*/ 423934 h 1798781"/>
              <a:gd name="connsiteX186" fmla="*/ 1698404 w 5673186"/>
              <a:gd name="connsiteY186" fmla="*/ 513469 h 1798781"/>
              <a:gd name="connsiteX187" fmla="*/ 1767936 w 5673186"/>
              <a:gd name="connsiteY187" fmla="*/ 542997 h 1798781"/>
              <a:gd name="connsiteX188" fmla="*/ 2060354 w 5673186"/>
              <a:gd name="connsiteY188" fmla="*/ 700159 h 1798781"/>
              <a:gd name="connsiteX189" fmla="*/ 2223231 w 5673186"/>
              <a:gd name="connsiteY189" fmla="*/ 760167 h 1798781"/>
              <a:gd name="connsiteX190" fmla="*/ 2890934 w 5673186"/>
              <a:gd name="connsiteY190" fmla="*/ 920186 h 1798781"/>
              <a:gd name="connsiteX191" fmla="*/ 2939511 w 5673186"/>
              <a:gd name="connsiteY191" fmla="*/ 900184 h 1798781"/>
              <a:gd name="connsiteX192" fmla="*/ 3134774 w 5673186"/>
              <a:gd name="connsiteY192" fmla="*/ 654439 h 1798781"/>
              <a:gd name="connsiteX193" fmla="*/ 3645314 w 5673186"/>
              <a:gd name="connsiteY193" fmla="*/ 61031 h 1798781"/>
              <a:gd name="connsiteX194" fmla="*/ 3661506 w 5673186"/>
              <a:gd name="connsiteY194" fmla="*/ 41029 h 1798781"/>
              <a:gd name="connsiteX195" fmla="*/ 3725131 w 5673186"/>
              <a:gd name="connsiteY195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698404 w 5673186"/>
              <a:gd name="connsiteY112" fmla="*/ 1536454 h 1798781"/>
              <a:gd name="connsiteX113" fmla="*/ 1708881 w 5673186"/>
              <a:gd name="connsiteY113" fmla="*/ 1593604 h 1798781"/>
              <a:gd name="connsiteX114" fmla="*/ 1697451 w 5673186"/>
              <a:gd name="connsiteY114" fmla="*/ 1592652 h 1798781"/>
              <a:gd name="connsiteX115" fmla="*/ 1687926 w 5673186"/>
              <a:gd name="connsiteY115" fmla="*/ 1601224 h 1798781"/>
              <a:gd name="connsiteX116" fmla="*/ 1702214 w 5673186"/>
              <a:gd name="connsiteY116" fmla="*/ 1605987 h 1798781"/>
              <a:gd name="connsiteX117" fmla="*/ 1743171 w 5673186"/>
              <a:gd name="connsiteY117" fmla="*/ 1650754 h 1798781"/>
              <a:gd name="connsiteX118" fmla="*/ 1726979 w 5673186"/>
              <a:gd name="connsiteY118" fmla="*/ 1704094 h 1798781"/>
              <a:gd name="connsiteX119" fmla="*/ 1676496 w 5673186"/>
              <a:gd name="connsiteY119" fmla="*/ 1701237 h 1798781"/>
              <a:gd name="connsiteX120" fmla="*/ 1665066 w 5673186"/>
              <a:gd name="connsiteY120" fmla="*/ 1682187 h 1798781"/>
              <a:gd name="connsiteX121" fmla="*/ 1633634 w 5673186"/>
              <a:gd name="connsiteY121" fmla="*/ 1683139 h 1798781"/>
              <a:gd name="connsiteX122" fmla="*/ 1597439 w 5673186"/>
              <a:gd name="connsiteY122" fmla="*/ 1699331 h 1798781"/>
              <a:gd name="connsiteX123" fmla="*/ 1573626 w 5673186"/>
              <a:gd name="connsiteY123" fmla="*/ 1669804 h 1798781"/>
              <a:gd name="connsiteX124" fmla="*/ 1592676 w 5673186"/>
              <a:gd name="connsiteY124" fmla="*/ 1636467 h 1798781"/>
              <a:gd name="connsiteX125" fmla="*/ 1599344 w 5673186"/>
              <a:gd name="connsiteY125" fmla="*/ 1620274 h 1798781"/>
              <a:gd name="connsiteX126" fmla="*/ 1543146 w 5673186"/>
              <a:gd name="connsiteY126" fmla="*/ 1605034 h 1798781"/>
              <a:gd name="connsiteX127" fmla="*/ 1568864 w 5673186"/>
              <a:gd name="connsiteY127" fmla="*/ 1517404 h 1798781"/>
              <a:gd name="connsiteX128" fmla="*/ 1609821 w 5673186"/>
              <a:gd name="connsiteY128" fmla="*/ 1535502 h 1798781"/>
              <a:gd name="connsiteX129" fmla="*/ 1615536 w 5673186"/>
              <a:gd name="connsiteY129" fmla="*/ 1555504 h 1798781"/>
              <a:gd name="connsiteX130" fmla="*/ 1628871 w 5673186"/>
              <a:gd name="connsiteY130" fmla="*/ 1565981 h 1798781"/>
              <a:gd name="connsiteX131" fmla="*/ 1640301 w 5673186"/>
              <a:gd name="connsiteY131" fmla="*/ 1554552 h 1798781"/>
              <a:gd name="connsiteX132" fmla="*/ 1645064 w 5673186"/>
              <a:gd name="connsiteY132" fmla="*/ 1513594 h 1798781"/>
              <a:gd name="connsiteX133" fmla="*/ 1625061 w 5673186"/>
              <a:gd name="connsiteY133" fmla="*/ 1436442 h 1798781"/>
              <a:gd name="connsiteX134" fmla="*/ 1619346 w 5673186"/>
              <a:gd name="connsiteY134" fmla="*/ 1374529 h 1798781"/>
              <a:gd name="connsiteX135" fmla="*/ 1560291 w 5673186"/>
              <a:gd name="connsiteY135" fmla="*/ 1371672 h 1798781"/>
              <a:gd name="connsiteX136" fmla="*/ 1461231 w 5673186"/>
              <a:gd name="connsiteY136" fmla="*/ 1354527 h 1798781"/>
              <a:gd name="connsiteX137" fmla="*/ 1400271 w 5673186"/>
              <a:gd name="connsiteY137" fmla="*/ 1341192 h 1798781"/>
              <a:gd name="connsiteX138" fmla="*/ 1382174 w 5673186"/>
              <a:gd name="connsiteY138" fmla="*/ 1335477 h 1798781"/>
              <a:gd name="connsiteX139" fmla="*/ 1380269 w 5673186"/>
              <a:gd name="connsiteY139" fmla="*/ 1354527 h 1798781"/>
              <a:gd name="connsiteX140" fmla="*/ 1376459 w 5673186"/>
              <a:gd name="connsiteY140" fmla="*/ 1392627 h 1798781"/>
              <a:gd name="connsiteX141" fmla="*/ 1331691 w 5673186"/>
              <a:gd name="connsiteY141" fmla="*/ 1401199 h 1798781"/>
              <a:gd name="connsiteX142" fmla="*/ 1293591 w 5673186"/>
              <a:gd name="connsiteY142" fmla="*/ 1379292 h 1798781"/>
              <a:gd name="connsiteX143" fmla="*/ 1285971 w 5673186"/>
              <a:gd name="connsiteY143" fmla="*/ 1367862 h 1798781"/>
              <a:gd name="connsiteX144" fmla="*/ 1281209 w 5673186"/>
              <a:gd name="connsiteY144" fmla="*/ 1374529 h 1798781"/>
              <a:gd name="connsiteX145" fmla="*/ 1237394 w 5673186"/>
              <a:gd name="connsiteY145" fmla="*/ 1402152 h 1798781"/>
              <a:gd name="connsiteX146" fmla="*/ 1182149 w 5673186"/>
              <a:gd name="connsiteY146" fmla="*/ 1358337 h 1798781"/>
              <a:gd name="connsiteX147" fmla="*/ 1190721 w 5673186"/>
              <a:gd name="connsiteY147" fmla="*/ 1304997 h 1798781"/>
              <a:gd name="connsiteX148" fmla="*/ 1210724 w 5673186"/>
              <a:gd name="connsiteY148" fmla="*/ 1289756 h 1798781"/>
              <a:gd name="connsiteX149" fmla="*/ 1092614 w 5673186"/>
              <a:gd name="connsiteY149" fmla="*/ 1261181 h 1798781"/>
              <a:gd name="connsiteX150" fmla="*/ 1064039 w 5673186"/>
              <a:gd name="connsiteY150" fmla="*/ 1266897 h 1798781"/>
              <a:gd name="connsiteX151" fmla="*/ 1003079 w 5673186"/>
              <a:gd name="connsiteY151" fmla="*/ 1313569 h 1798781"/>
              <a:gd name="connsiteX152" fmla="*/ 997364 w 5673186"/>
              <a:gd name="connsiteY152" fmla="*/ 1324999 h 1798781"/>
              <a:gd name="connsiteX153" fmla="*/ 1003079 w 5673186"/>
              <a:gd name="connsiteY153" fmla="*/ 1351669 h 1798781"/>
              <a:gd name="connsiteX154" fmla="*/ 947834 w 5673186"/>
              <a:gd name="connsiteY154" fmla="*/ 1421202 h 1798781"/>
              <a:gd name="connsiteX155" fmla="*/ 943071 w 5673186"/>
              <a:gd name="connsiteY155" fmla="*/ 1421202 h 1798781"/>
              <a:gd name="connsiteX156" fmla="*/ 745904 w 5673186"/>
              <a:gd name="connsiteY156" fmla="*/ 1403104 h 1798781"/>
              <a:gd name="connsiteX157" fmla="*/ 636366 w 5673186"/>
              <a:gd name="connsiteY157" fmla="*/ 1389769 h 1798781"/>
              <a:gd name="connsiteX158" fmla="*/ 600171 w 5673186"/>
              <a:gd name="connsiteY158" fmla="*/ 1240227 h 1798781"/>
              <a:gd name="connsiteX159" fmla="*/ 600171 w 5673186"/>
              <a:gd name="connsiteY159" fmla="*/ 1220224 h 1798781"/>
              <a:gd name="connsiteX160" fmla="*/ 560166 w 5673186"/>
              <a:gd name="connsiteY160" fmla="*/ 1216414 h 1798781"/>
              <a:gd name="connsiteX161" fmla="*/ 517304 w 5673186"/>
              <a:gd name="connsiteY161" fmla="*/ 1267849 h 1798781"/>
              <a:gd name="connsiteX162" fmla="*/ 510636 w 5673186"/>
              <a:gd name="connsiteY162" fmla="*/ 1284042 h 1798781"/>
              <a:gd name="connsiteX163" fmla="*/ 519209 w 5673186"/>
              <a:gd name="connsiteY163" fmla="*/ 1309759 h 1798781"/>
              <a:gd name="connsiteX164" fmla="*/ 477299 w 5673186"/>
              <a:gd name="connsiteY164" fmla="*/ 1384054 h 1798781"/>
              <a:gd name="connsiteX165" fmla="*/ 322994 w 5673186"/>
              <a:gd name="connsiteY165" fmla="*/ 1382149 h 1798781"/>
              <a:gd name="connsiteX166" fmla="*/ 186786 w 5673186"/>
              <a:gd name="connsiteY166" fmla="*/ 1338334 h 1798781"/>
              <a:gd name="connsiteX167" fmla="*/ 127731 w 5673186"/>
              <a:gd name="connsiteY167" fmla="*/ 1189744 h 1798781"/>
              <a:gd name="connsiteX168" fmla="*/ 257271 w 5673186"/>
              <a:gd name="connsiteY168" fmla="*/ 1089732 h 1798781"/>
              <a:gd name="connsiteX169" fmla="*/ 318231 w 5673186"/>
              <a:gd name="connsiteY169" fmla="*/ 1084969 h 1798781"/>
              <a:gd name="connsiteX170" fmla="*/ 208694 w 5673186"/>
              <a:gd name="connsiteY170" fmla="*/ 1059252 h 1798781"/>
              <a:gd name="connsiteX171" fmla="*/ 26766 w 5673186"/>
              <a:gd name="connsiteY171" fmla="*/ 1016389 h 1798781"/>
              <a:gd name="connsiteX172" fmla="*/ 96 w 5673186"/>
              <a:gd name="connsiteY172" fmla="*/ 1004007 h 1798781"/>
              <a:gd name="connsiteX173" fmla="*/ 138209 w 5673186"/>
              <a:gd name="connsiteY173" fmla="*/ 981147 h 1798781"/>
              <a:gd name="connsiteX174" fmla="*/ 361094 w 5673186"/>
              <a:gd name="connsiteY174" fmla="*/ 1014484 h 1798781"/>
              <a:gd name="connsiteX175" fmla="*/ 801149 w 5673186"/>
              <a:gd name="connsiteY175" fmla="*/ 1075444 h 1798781"/>
              <a:gd name="connsiteX176" fmla="*/ 1055466 w 5673186"/>
              <a:gd name="connsiteY176" fmla="*/ 1090684 h 1798781"/>
              <a:gd name="connsiteX177" fmla="*/ 1075469 w 5673186"/>
              <a:gd name="connsiteY177" fmla="*/ 1067824 h 1798781"/>
              <a:gd name="connsiteX178" fmla="*/ 1076421 w 5673186"/>
              <a:gd name="connsiteY178" fmla="*/ 1052584 h 1798781"/>
              <a:gd name="connsiteX179" fmla="*/ 1060229 w 5673186"/>
              <a:gd name="connsiteY179" fmla="*/ 981147 h 1798781"/>
              <a:gd name="connsiteX180" fmla="*/ 917354 w 5673186"/>
              <a:gd name="connsiteY180" fmla="*/ 779217 h 1798781"/>
              <a:gd name="connsiteX181" fmla="*/ 948786 w 5673186"/>
              <a:gd name="connsiteY181" fmla="*/ 672536 h 1798781"/>
              <a:gd name="connsiteX182" fmla="*/ 977361 w 5673186"/>
              <a:gd name="connsiteY182" fmla="*/ 640151 h 1798781"/>
              <a:gd name="connsiteX183" fmla="*/ 1167861 w 5673186"/>
              <a:gd name="connsiteY183" fmla="*/ 472511 h 1798781"/>
              <a:gd name="connsiteX184" fmla="*/ 1367886 w 5673186"/>
              <a:gd name="connsiteY184" fmla="*/ 423934 h 1798781"/>
              <a:gd name="connsiteX185" fmla="*/ 1698404 w 5673186"/>
              <a:gd name="connsiteY185" fmla="*/ 513469 h 1798781"/>
              <a:gd name="connsiteX186" fmla="*/ 1767936 w 5673186"/>
              <a:gd name="connsiteY186" fmla="*/ 542997 h 1798781"/>
              <a:gd name="connsiteX187" fmla="*/ 2060354 w 5673186"/>
              <a:gd name="connsiteY187" fmla="*/ 700159 h 1798781"/>
              <a:gd name="connsiteX188" fmla="*/ 2223231 w 5673186"/>
              <a:gd name="connsiteY188" fmla="*/ 760167 h 1798781"/>
              <a:gd name="connsiteX189" fmla="*/ 2890934 w 5673186"/>
              <a:gd name="connsiteY189" fmla="*/ 920186 h 1798781"/>
              <a:gd name="connsiteX190" fmla="*/ 2939511 w 5673186"/>
              <a:gd name="connsiteY190" fmla="*/ 900184 h 1798781"/>
              <a:gd name="connsiteX191" fmla="*/ 3134774 w 5673186"/>
              <a:gd name="connsiteY191" fmla="*/ 654439 h 1798781"/>
              <a:gd name="connsiteX192" fmla="*/ 3645314 w 5673186"/>
              <a:gd name="connsiteY192" fmla="*/ 61031 h 1798781"/>
              <a:gd name="connsiteX193" fmla="*/ 3661506 w 5673186"/>
              <a:gd name="connsiteY193" fmla="*/ 41029 h 1798781"/>
              <a:gd name="connsiteX194" fmla="*/ 3725131 w 5673186"/>
              <a:gd name="connsiteY194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730789 w 5673186"/>
              <a:gd name="connsiteY108" fmla="*/ 1403104 h 1798781"/>
              <a:gd name="connsiteX109" fmla="*/ 1695546 w 5673186"/>
              <a:gd name="connsiteY109" fmla="*/ 1450729 h 1798781"/>
              <a:gd name="connsiteX110" fmla="*/ 1694594 w 5673186"/>
              <a:gd name="connsiteY110" fmla="*/ 1474542 h 1798781"/>
              <a:gd name="connsiteX111" fmla="*/ 1698404 w 5673186"/>
              <a:gd name="connsiteY111" fmla="*/ 1536454 h 1798781"/>
              <a:gd name="connsiteX112" fmla="*/ 1708881 w 5673186"/>
              <a:gd name="connsiteY112" fmla="*/ 1593604 h 1798781"/>
              <a:gd name="connsiteX113" fmla="*/ 1697451 w 5673186"/>
              <a:gd name="connsiteY113" fmla="*/ 1592652 h 1798781"/>
              <a:gd name="connsiteX114" fmla="*/ 1687926 w 5673186"/>
              <a:gd name="connsiteY114" fmla="*/ 1601224 h 1798781"/>
              <a:gd name="connsiteX115" fmla="*/ 1702214 w 5673186"/>
              <a:gd name="connsiteY115" fmla="*/ 1605987 h 1798781"/>
              <a:gd name="connsiteX116" fmla="*/ 1743171 w 5673186"/>
              <a:gd name="connsiteY116" fmla="*/ 1650754 h 1798781"/>
              <a:gd name="connsiteX117" fmla="*/ 1726979 w 5673186"/>
              <a:gd name="connsiteY117" fmla="*/ 1704094 h 1798781"/>
              <a:gd name="connsiteX118" fmla="*/ 1676496 w 5673186"/>
              <a:gd name="connsiteY118" fmla="*/ 1701237 h 1798781"/>
              <a:gd name="connsiteX119" fmla="*/ 1665066 w 5673186"/>
              <a:gd name="connsiteY119" fmla="*/ 1682187 h 1798781"/>
              <a:gd name="connsiteX120" fmla="*/ 1633634 w 5673186"/>
              <a:gd name="connsiteY120" fmla="*/ 1683139 h 1798781"/>
              <a:gd name="connsiteX121" fmla="*/ 1597439 w 5673186"/>
              <a:gd name="connsiteY121" fmla="*/ 1699331 h 1798781"/>
              <a:gd name="connsiteX122" fmla="*/ 1573626 w 5673186"/>
              <a:gd name="connsiteY122" fmla="*/ 1669804 h 1798781"/>
              <a:gd name="connsiteX123" fmla="*/ 1592676 w 5673186"/>
              <a:gd name="connsiteY123" fmla="*/ 1636467 h 1798781"/>
              <a:gd name="connsiteX124" fmla="*/ 1599344 w 5673186"/>
              <a:gd name="connsiteY124" fmla="*/ 1620274 h 1798781"/>
              <a:gd name="connsiteX125" fmla="*/ 1543146 w 5673186"/>
              <a:gd name="connsiteY125" fmla="*/ 1605034 h 1798781"/>
              <a:gd name="connsiteX126" fmla="*/ 1568864 w 5673186"/>
              <a:gd name="connsiteY126" fmla="*/ 1517404 h 1798781"/>
              <a:gd name="connsiteX127" fmla="*/ 1609821 w 5673186"/>
              <a:gd name="connsiteY127" fmla="*/ 1535502 h 1798781"/>
              <a:gd name="connsiteX128" fmla="*/ 1615536 w 5673186"/>
              <a:gd name="connsiteY128" fmla="*/ 1555504 h 1798781"/>
              <a:gd name="connsiteX129" fmla="*/ 1628871 w 5673186"/>
              <a:gd name="connsiteY129" fmla="*/ 1565981 h 1798781"/>
              <a:gd name="connsiteX130" fmla="*/ 1640301 w 5673186"/>
              <a:gd name="connsiteY130" fmla="*/ 1554552 h 1798781"/>
              <a:gd name="connsiteX131" fmla="*/ 1645064 w 5673186"/>
              <a:gd name="connsiteY131" fmla="*/ 1513594 h 1798781"/>
              <a:gd name="connsiteX132" fmla="*/ 1625061 w 5673186"/>
              <a:gd name="connsiteY132" fmla="*/ 1436442 h 1798781"/>
              <a:gd name="connsiteX133" fmla="*/ 1619346 w 5673186"/>
              <a:gd name="connsiteY133" fmla="*/ 1374529 h 1798781"/>
              <a:gd name="connsiteX134" fmla="*/ 1560291 w 5673186"/>
              <a:gd name="connsiteY134" fmla="*/ 1371672 h 1798781"/>
              <a:gd name="connsiteX135" fmla="*/ 1461231 w 5673186"/>
              <a:gd name="connsiteY135" fmla="*/ 1354527 h 1798781"/>
              <a:gd name="connsiteX136" fmla="*/ 1400271 w 5673186"/>
              <a:gd name="connsiteY136" fmla="*/ 1341192 h 1798781"/>
              <a:gd name="connsiteX137" fmla="*/ 1382174 w 5673186"/>
              <a:gd name="connsiteY137" fmla="*/ 1335477 h 1798781"/>
              <a:gd name="connsiteX138" fmla="*/ 1380269 w 5673186"/>
              <a:gd name="connsiteY138" fmla="*/ 1354527 h 1798781"/>
              <a:gd name="connsiteX139" fmla="*/ 1376459 w 5673186"/>
              <a:gd name="connsiteY139" fmla="*/ 1392627 h 1798781"/>
              <a:gd name="connsiteX140" fmla="*/ 1331691 w 5673186"/>
              <a:gd name="connsiteY140" fmla="*/ 1401199 h 1798781"/>
              <a:gd name="connsiteX141" fmla="*/ 1293591 w 5673186"/>
              <a:gd name="connsiteY141" fmla="*/ 1379292 h 1798781"/>
              <a:gd name="connsiteX142" fmla="*/ 1285971 w 5673186"/>
              <a:gd name="connsiteY142" fmla="*/ 1367862 h 1798781"/>
              <a:gd name="connsiteX143" fmla="*/ 1281209 w 5673186"/>
              <a:gd name="connsiteY143" fmla="*/ 1374529 h 1798781"/>
              <a:gd name="connsiteX144" fmla="*/ 1237394 w 5673186"/>
              <a:gd name="connsiteY144" fmla="*/ 1402152 h 1798781"/>
              <a:gd name="connsiteX145" fmla="*/ 1182149 w 5673186"/>
              <a:gd name="connsiteY145" fmla="*/ 1358337 h 1798781"/>
              <a:gd name="connsiteX146" fmla="*/ 1190721 w 5673186"/>
              <a:gd name="connsiteY146" fmla="*/ 1304997 h 1798781"/>
              <a:gd name="connsiteX147" fmla="*/ 1210724 w 5673186"/>
              <a:gd name="connsiteY147" fmla="*/ 1289756 h 1798781"/>
              <a:gd name="connsiteX148" fmla="*/ 1092614 w 5673186"/>
              <a:gd name="connsiteY148" fmla="*/ 1261181 h 1798781"/>
              <a:gd name="connsiteX149" fmla="*/ 1064039 w 5673186"/>
              <a:gd name="connsiteY149" fmla="*/ 1266897 h 1798781"/>
              <a:gd name="connsiteX150" fmla="*/ 1003079 w 5673186"/>
              <a:gd name="connsiteY150" fmla="*/ 1313569 h 1798781"/>
              <a:gd name="connsiteX151" fmla="*/ 997364 w 5673186"/>
              <a:gd name="connsiteY151" fmla="*/ 1324999 h 1798781"/>
              <a:gd name="connsiteX152" fmla="*/ 1003079 w 5673186"/>
              <a:gd name="connsiteY152" fmla="*/ 1351669 h 1798781"/>
              <a:gd name="connsiteX153" fmla="*/ 947834 w 5673186"/>
              <a:gd name="connsiteY153" fmla="*/ 1421202 h 1798781"/>
              <a:gd name="connsiteX154" fmla="*/ 943071 w 5673186"/>
              <a:gd name="connsiteY154" fmla="*/ 1421202 h 1798781"/>
              <a:gd name="connsiteX155" fmla="*/ 745904 w 5673186"/>
              <a:gd name="connsiteY155" fmla="*/ 1403104 h 1798781"/>
              <a:gd name="connsiteX156" fmla="*/ 636366 w 5673186"/>
              <a:gd name="connsiteY156" fmla="*/ 1389769 h 1798781"/>
              <a:gd name="connsiteX157" fmla="*/ 600171 w 5673186"/>
              <a:gd name="connsiteY157" fmla="*/ 1240227 h 1798781"/>
              <a:gd name="connsiteX158" fmla="*/ 600171 w 5673186"/>
              <a:gd name="connsiteY158" fmla="*/ 1220224 h 1798781"/>
              <a:gd name="connsiteX159" fmla="*/ 560166 w 5673186"/>
              <a:gd name="connsiteY159" fmla="*/ 1216414 h 1798781"/>
              <a:gd name="connsiteX160" fmla="*/ 517304 w 5673186"/>
              <a:gd name="connsiteY160" fmla="*/ 1267849 h 1798781"/>
              <a:gd name="connsiteX161" fmla="*/ 510636 w 5673186"/>
              <a:gd name="connsiteY161" fmla="*/ 1284042 h 1798781"/>
              <a:gd name="connsiteX162" fmla="*/ 519209 w 5673186"/>
              <a:gd name="connsiteY162" fmla="*/ 1309759 h 1798781"/>
              <a:gd name="connsiteX163" fmla="*/ 477299 w 5673186"/>
              <a:gd name="connsiteY163" fmla="*/ 1384054 h 1798781"/>
              <a:gd name="connsiteX164" fmla="*/ 322994 w 5673186"/>
              <a:gd name="connsiteY164" fmla="*/ 1382149 h 1798781"/>
              <a:gd name="connsiteX165" fmla="*/ 186786 w 5673186"/>
              <a:gd name="connsiteY165" fmla="*/ 1338334 h 1798781"/>
              <a:gd name="connsiteX166" fmla="*/ 127731 w 5673186"/>
              <a:gd name="connsiteY166" fmla="*/ 1189744 h 1798781"/>
              <a:gd name="connsiteX167" fmla="*/ 257271 w 5673186"/>
              <a:gd name="connsiteY167" fmla="*/ 1089732 h 1798781"/>
              <a:gd name="connsiteX168" fmla="*/ 318231 w 5673186"/>
              <a:gd name="connsiteY168" fmla="*/ 1084969 h 1798781"/>
              <a:gd name="connsiteX169" fmla="*/ 208694 w 5673186"/>
              <a:gd name="connsiteY169" fmla="*/ 1059252 h 1798781"/>
              <a:gd name="connsiteX170" fmla="*/ 26766 w 5673186"/>
              <a:gd name="connsiteY170" fmla="*/ 1016389 h 1798781"/>
              <a:gd name="connsiteX171" fmla="*/ 96 w 5673186"/>
              <a:gd name="connsiteY171" fmla="*/ 1004007 h 1798781"/>
              <a:gd name="connsiteX172" fmla="*/ 138209 w 5673186"/>
              <a:gd name="connsiteY172" fmla="*/ 981147 h 1798781"/>
              <a:gd name="connsiteX173" fmla="*/ 361094 w 5673186"/>
              <a:gd name="connsiteY173" fmla="*/ 1014484 h 1798781"/>
              <a:gd name="connsiteX174" fmla="*/ 801149 w 5673186"/>
              <a:gd name="connsiteY174" fmla="*/ 1075444 h 1798781"/>
              <a:gd name="connsiteX175" fmla="*/ 1055466 w 5673186"/>
              <a:gd name="connsiteY175" fmla="*/ 1090684 h 1798781"/>
              <a:gd name="connsiteX176" fmla="*/ 1075469 w 5673186"/>
              <a:gd name="connsiteY176" fmla="*/ 1067824 h 1798781"/>
              <a:gd name="connsiteX177" fmla="*/ 1076421 w 5673186"/>
              <a:gd name="connsiteY177" fmla="*/ 1052584 h 1798781"/>
              <a:gd name="connsiteX178" fmla="*/ 1060229 w 5673186"/>
              <a:gd name="connsiteY178" fmla="*/ 981147 h 1798781"/>
              <a:gd name="connsiteX179" fmla="*/ 917354 w 5673186"/>
              <a:gd name="connsiteY179" fmla="*/ 779217 h 1798781"/>
              <a:gd name="connsiteX180" fmla="*/ 948786 w 5673186"/>
              <a:gd name="connsiteY180" fmla="*/ 672536 h 1798781"/>
              <a:gd name="connsiteX181" fmla="*/ 977361 w 5673186"/>
              <a:gd name="connsiteY181" fmla="*/ 640151 h 1798781"/>
              <a:gd name="connsiteX182" fmla="*/ 1167861 w 5673186"/>
              <a:gd name="connsiteY182" fmla="*/ 472511 h 1798781"/>
              <a:gd name="connsiteX183" fmla="*/ 1367886 w 5673186"/>
              <a:gd name="connsiteY183" fmla="*/ 423934 h 1798781"/>
              <a:gd name="connsiteX184" fmla="*/ 1698404 w 5673186"/>
              <a:gd name="connsiteY184" fmla="*/ 513469 h 1798781"/>
              <a:gd name="connsiteX185" fmla="*/ 1767936 w 5673186"/>
              <a:gd name="connsiteY185" fmla="*/ 542997 h 1798781"/>
              <a:gd name="connsiteX186" fmla="*/ 2060354 w 5673186"/>
              <a:gd name="connsiteY186" fmla="*/ 700159 h 1798781"/>
              <a:gd name="connsiteX187" fmla="*/ 2223231 w 5673186"/>
              <a:gd name="connsiteY187" fmla="*/ 760167 h 1798781"/>
              <a:gd name="connsiteX188" fmla="*/ 2890934 w 5673186"/>
              <a:gd name="connsiteY188" fmla="*/ 920186 h 1798781"/>
              <a:gd name="connsiteX189" fmla="*/ 2939511 w 5673186"/>
              <a:gd name="connsiteY189" fmla="*/ 900184 h 1798781"/>
              <a:gd name="connsiteX190" fmla="*/ 3134774 w 5673186"/>
              <a:gd name="connsiteY190" fmla="*/ 654439 h 1798781"/>
              <a:gd name="connsiteX191" fmla="*/ 3645314 w 5673186"/>
              <a:gd name="connsiteY191" fmla="*/ 61031 h 1798781"/>
              <a:gd name="connsiteX192" fmla="*/ 3661506 w 5673186"/>
              <a:gd name="connsiteY192" fmla="*/ 41029 h 1798781"/>
              <a:gd name="connsiteX193" fmla="*/ 3725131 w 5673186"/>
              <a:gd name="connsiteY193" fmla="*/ 175 h 17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5673186" h="1798781">
                <a:moveTo>
                  <a:pt x="3911419" y="1189863"/>
                </a:moveTo>
                <a:cubicBezTo>
                  <a:pt x="3903918" y="1190459"/>
                  <a:pt x="3895822" y="1191649"/>
                  <a:pt x="3885344" y="1191649"/>
                </a:cubicBezTo>
                <a:cubicBezTo>
                  <a:pt x="3837719" y="1195459"/>
                  <a:pt x="3789141" y="1192602"/>
                  <a:pt x="3742469" y="1195459"/>
                </a:cubicBezTo>
                <a:cubicBezTo>
                  <a:pt x="3705321" y="1197364"/>
                  <a:pt x="3671031" y="1197364"/>
                  <a:pt x="3634836" y="1200222"/>
                </a:cubicBezTo>
                <a:cubicBezTo>
                  <a:pt x="3628169" y="1200222"/>
                  <a:pt x="3615786" y="1224987"/>
                  <a:pt x="3616739" y="1236417"/>
                </a:cubicBezTo>
                <a:cubicBezTo>
                  <a:pt x="3616739" y="1247847"/>
                  <a:pt x="3628169" y="1244037"/>
                  <a:pt x="3634836" y="1244037"/>
                </a:cubicBezTo>
                <a:cubicBezTo>
                  <a:pt x="3650076" y="1244989"/>
                  <a:pt x="3682461" y="1243084"/>
                  <a:pt x="3682461" y="1242131"/>
                </a:cubicBezTo>
                <a:cubicBezTo>
                  <a:pt x="3760566" y="1238322"/>
                  <a:pt x="3834861" y="1240227"/>
                  <a:pt x="3912966" y="1236417"/>
                </a:cubicBezTo>
                <a:cubicBezTo>
                  <a:pt x="3918681" y="1236417"/>
                  <a:pt x="3935826" y="1238322"/>
                  <a:pt x="3941541" y="1237369"/>
                </a:cubicBezTo>
                <a:cubicBezTo>
                  <a:pt x="3945351" y="1237369"/>
                  <a:pt x="3941541" y="1208794"/>
                  <a:pt x="3942494" y="1204032"/>
                </a:cubicBezTo>
                <a:cubicBezTo>
                  <a:pt x="3943446" y="1199269"/>
                  <a:pt x="3936779" y="1192602"/>
                  <a:pt x="3933921" y="1191649"/>
                </a:cubicBezTo>
                <a:cubicBezTo>
                  <a:pt x="3925825" y="1189268"/>
                  <a:pt x="3918920" y="1189268"/>
                  <a:pt x="3911419" y="1189863"/>
                </a:cubicBezTo>
                <a:close/>
                <a:moveTo>
                  <a:pt x="3725131" y="175"/>
                </a:moveTo>
                <a:cubicBezTo>
                  <a:pt x="3733896" y="-345"/>
                  <a:pt x="3743183" y="309"/>
                  <a:pt x="3752946" y="1976"/>
                </a:cubicBezTo>
                <a:cubicBezTo>
                  <a:pt x="3781521" y="6739"/>
                  <a:pt x="3811049" y="10549"/>
                  <a:pt x="3840576" y="17216"/>
                </a:cubicBezTo>
                <a:cubicBezTo>
                  <a:pt x="3853911" y="20074"/>
                  <a:pt x="3856769" y="25789"/>
                  <a:pt x="3852959" y="39124"/>
                </a:cubicBezTo>
                <a:cubicBezTo>
                  <a:pt x="3830099" y="117229"/>
                  <a:pt x="3806286" y="194381"/>
                  <a:pt x="3782474" y="271534"/>
                </a:cubicBezTo>
                <a:cubicBezTo>
                  <a:pt x="3753899" y="361069"/>
                  <a:pt x="3730086" y="395359"/>
                  <a:pt x="3703416" y="484894"/>
                </a:cubicBezTo>
                <a:cubicBezTo>
                  <a:pt x="3645314" y="682061"/>
                  <a:pt x="3585306" y="878276"/>
                  <a:pt x="3527204" y="1075444"/>
                </a:cubicBezTo>
                <a:cubicBezTo>
                  <a:pt x="3518631" y="1104972"/>
                  <a:pt x="3518631" y="1105924"/>
                  <a:pt x="3549111" y="1104972"/>
                </a:cubicBezTo>
                <a:cubicBezTo>
                  <a:pt x="3975831" y="1096399"/>
                  <a:pt x="4401599" y="1080207"/>
                  <a:pt x="4827366" y="1055442"/>
                </a:cubicBezTo>
                <a:cubicBezTo>
                  <a:pt x="5031201" y="1043059"/>
                  <a:pt x="5111211" y="1031629"/>
                  <a:pt x="5314094" y="1014484"/>
                </a:cubicBezTo>
                <a:cubicBezTo>
                  <a:pt x="5364576" y="1009722"/>
                  <a:pt x="5414107" y="1011626"/>
                  <a:pt x="5463636" y="1020199"/>
                </a:cubicBezTo>
                <a:cubicBezTo>
                  <a:pt x="5494116" y="1024961"/>
                  <a:pt x="5523644" y="1031629"/>
                  <a:pt x="5554124" y="1037344"/>
                </a:cubicBezTo>
                <a:cubicBezTo>
                  <a:pt x="5597939" y="1044012"/>
                  <a:pt x="5625561" y="1048774"/>
                  <a:pt x="5673186" y="1062109"/>
                </a:cubicBezTo>
                <a:cubicBezTo>
                  <a:pt x="5616036" y="1064967"/>
                  <a:pt x="5541741" y="1052584"/>
                  <a:pt x="5517929" y="1057347"/>
                </a:cubicBezTo>
                <a:cubicBezTo>
                  <a:pt x="5364576" y="1077349"/>
                  <a:pt x="5334096" y="1097352"/>
                  <a:pt x="5180744" y="1117354"/>
                </a:cubicBezTo>
                <a:lnTo>
                  <a:pt x="4631151" y="1188792"/>
                </a:lnTo>
                <a:cubicBezTo>
                  <a:pt x="4594004" y="1194507"/>
                  <a:pt x="4567334" y="1199269"/>
                  <a:pt x="4523519" y="1204984"/>
                </a:cubicBezTo>
                <a:cubicBezTo>
                  <a:pt x="4529234" y="1214509"/>
                  <a:pt x="4535901" y="1230702"/>
                  <a:pt x="4541616" y="1230702"/>
                </a:cubicBezTo>
                <a:cubicBezTo>
                  <a:pt x="4618769" y="1232606"/>
                  <a:pt x="4657821" y="1228797"/>
                  <a:pt x="4734974" y="1224987"/>
                </a:cubicBezTo>
                <a:cubicBezTo>
                  <a:pt x="4759739" y="1223081"/>
                  <a:pt x="4784504" y="1223081"/>
                  <a:pt x="4813079" y="1231654"/>
                </a:cubicBezTo>
                <a:cubicBezTo>
                  <a:pt x="4800696" y="1240227"/>
                  <a:pt x="4791171" y="1240227"/>
                  <a:pt x="4781646" y="1240227"/>
                </a:cubicBezTo>
                <a:cubicBezTo>
                  <a:pt x="4670204" y="1245942"/>
                  <a:pt x="4596861" y="1264039"/>
                  <a:pt x="4484466" y="1265944"/>
                </a:cubicBezTo>
                <a:cubicBezTo>
                  <a:pt x="4470179" y="1265944"/>
                  <a:pt x="4457796" y="1268802"/>
                  <a:pt x="4449224" y="1282137"/>
                </a:cubicBezTo>
                <a:cubicBezTo>
                  <a:pt x="4446366" y="1285947"/>
                  <a:pt x="4442556" y="1289756"/>
                  <a:pt x="4438746" y="1291662"/>
                </a:cubicBezTo>
                <a:cubicBezTo>
                  <a:pt x="4414934" y="1305949"/>
                  <a:pt x="4403504" y="1359289"/>
                  <a:pt x="4415886" y="1384054"/>
                </a:cubicBezTo>
                <a:cubicBezTo>
                  <a:pt x="4422554" y="1396437"/>
                  <a:pt x="4440651" y="1405009"/>
                  <a:pt x="4437794" y="1417392"/>
                </a:cubicBezTo>
                <a:cubicBezTo>
                  <a:pt x="4433984" y="1430727"/>
                  <a:pt x="4412076" y="1422154"/>
                  <a:pt x="4402551" y="1430727"/>
                </a:cubicBezTo>
                <a:cubicBezTo>
                  <a:pt x="4359689" y="1468827"/>
                  <a:pt x="4312064" y="1451681"/>
                  <a:pt x="4265391" y="1441204"/>
                </a:cubicBezTo>
                <a:cubicBezTo>
                  <a:pt x="4243484" y="1436442"/>
                  <a:pt x="4222529" y="1433584"/>
                  <a:pt x="4201574" y="1445014"/>
                </a:cubicBezTo>
                <a:cubicBezTo>
                  <a:pt x="4193001" y="1449777"/>
                  <a:pt x="4182524" y="1450729"/>
                  <a:pt x="4172999" y="1449777"/>
                </a:cubicBezTo>
                <a:cubicBezTo>
                  <a:pt x="4123469" y="1444062"/>
                  <a:pt x="4072986" y="1439299"/>
                  <a:pt x="4025361" y="1421202"/>
                </a:cubicBezTo>
                <a:cubicBezTo>
                  <a:pt x="3996786" y="1409772"/>
                  <a:pt x="3981546" y="1345954"/>
                  <a:pt x="3965354" y="1319284"/>
                </a:cubicBezTo>
                <a:cubicBezTo>
                  <a:pt x="3959639" y="1310712"/>
                  <a:pt x="3953924" y="1308806"/>
                  <a:pt x="3944399" y="1309759"/>
                </a:cubicBezTo>
                <a:cubicBezTo>
                  <a:pt x="3848196" y="1319284"/>
                  <a:pt x="3712941" y="1328809"/>
                  <a:pt x="3616739" y="1338334"/>
                </a:cubicBezTo>
                <a:cubicBezTo>
                  <a:pt x="3599594" y="1339287"/>
                  <a:pt x="3591021" y="1349764"/>
                  <a:pt x="3585306" y="1364052"/>
                </a:cubicBezTo>
                <a:cubicBezTo>
                  <a:pt x="3578639" y="1379292"/>
                  <a:pt x="3572924" y="1393579"/>
                  <a:pt x="3563399" y="1406914"/>
                </a:cubicBezTo>
                <a:cubicBezTo>
                  <a:pt x="3540539" y="1439299"/>
                  <a:pt x="3510059" y="1434537"/>
                  <a:pt x="3471006" y="1439299"/>
                </a:cubicBezTo>
                <a:cubicBezTo>
                  <a:pt x="3352896" y="1454539"/>
                  <a:pt x="3271934" y="1474542"/>
                  <a:pt x="3153824" y="1492639"/>
                </a:cubicBezTo>
                <a:cubicBezTo>
                  <a:pt x="3007139" y="1515499"/>
                  <a:pt x="2860454" y="1557409"/>
                  <a:pt x="2712816" y="1567887"/>
                </a:cubicBezTo>
                <a:cubicBezTo>
                  <a:pt x="2696624" y="1568839"/>
                  <a:pt x="2689956" y="1572649"/>
                  <a:pt x="2689004" y="1589794"/>
                </a:cubicBezTo>
                <a:cubicBezTo>
                  <a:pt x="2688051" y="1611702"/>
                  <a:pt x="2686146" y="1611702"/>
                  <a:pt x="2661381" y="1645039"/>
                </a:cubicBezTo>
                <a:cubicBezTo>
                  <a:pt x="2664239" y="1648849"/>
                  <a:pt x="2668049" y="1646944"/>
                  <a:pt x="2671859" y="1646944"/>
                </a:cubicBezTo>
                <a:cubicBezTo>
                  <a:pt x="2691861" y="1644087"/>
                  <a:pt x="2710911" y="1663137"/>
                  <a:pt x="2720436" y="1687902"/>
                </a:cubicBezTo>
                <a:cubicBezTo>
                  <a:pt x="2730914" y="1713619"/>
                  <a:pt x="2727104" y="1751719"/>
                  <a:pt x="2709959" y="1765054"/>
                </a:cubicBezTo>
                <a:cubicBezTo>
                  <a:pt x="2695671" y="1775531"/>
                  <a:pt x="2681384" y="1784104"/>
                  <a:pt x="2668049" y="1772674"/>
                </a:cubicBezTo>
                <a:cubicBezTo>
                  <a:pt x="2664239" y="1768864"/>
                  <a:pt x="2661381" y="1764102"/>
                  <a:pt x="2657571" y="1760292"/>
                </a:cubicBezTo>
                <a:cubicBezTo>
                  <a:pt x="2640426" y="1741242"/>
                  <a:pt x="2634711" y="1750767"/>
                  <a:pt x="2622329" y="1772674"/>
                </a:cubicBezTo>
                <a:cubicBezTo>
                  <a:pt x="2614709" y="1786962"/>
                  <a:pt x="2604231" y="1774579"/>
                  <a:pt x="2587086" y="1770769"/>
                </a:cubicBezTo>
                <a:cubicBezTo>
                  <a:pt x="2575656" y="1767912"/>
                  <a:pt x="2565179" y="1769817"/>
                  <a:pt x="2555654" y="1778389"/>
                </a:cubicBezTo>
                <a:cubicBezTo>
                  <a:pt x="2541366" y="1791724"/>
                  <a:pt x="2527079" y="1806964"/>
                  <a:pt x="2513744" y="1793629"/>
                </a:cubicBezTo>
                <a:cubicBezTo>
                  <a:pt x="2508981" y="1788867"/>
                  <a:pt x="2505171" y="1783152"/>
                  <a:pt x="2500409" y="1778389"/>
                </a:cubicBezTo>
                <a:cubicBezTo>
                  <a:pt x="2485169" y="1762197"/>
                  <a:pt x="2479454" y="1763149"/>
                  <a:pt x="2469929" y="1783152"/>
                </a:cubicBezTo>
                <a:cubicBezTo>
                  <a:pt x="2464214" y="1795534"/>
                  <a:pt x="2456594" y="1796487"/>
                  <a:pt x="2441354" y="1796487"/>
                </a:cubicBezTo>
                <a:cubicBezTo>
                  <a:pt x="2426114" y="1796487"/>
                  <a:pt x="2415636" y="1787914"/>
                  <a:pt x="2410874" y="1775531"/>
                </a:cubicBezTo>
                <a:cubicBezTo>
                  <a:pt x="2403254" y="1756481"/>
                  <a:pt x="2392776" y="1760292"/>
                  <a:pt x="2372774" y="1764102"/>
                </a:cubicBezTo>
                <a:cubicBezTo>
                  <a:pt x="2357534" y="1766959"/>
                  <a:pt x="2347056" y="1757434"/>
                  <a:pt x="2341341" y="1743147"/>
                </a:cubicBezTo>
                <a:cubicBezTo>
                  <a:pt x="2330864" y="1718381"/>
                  <a:pt x="2333721" y="1665042"/>
                  <a:pt x="2344199" y="1641229"/>
                </a:cubicBezTo>
                <a:cubicBezTo>
                  <a:pt x="2349914" y="1627894"/>
                  <a:pt x="2362296" y="1623131"/>
                  <a:pt x="2376584" y="1624084"/>
                </a:cubicBezTo>
                <a:cubicBezTo>
                  <a:pt x="2391824" y="1625037"/>
                  <a:pt x="2401349" y="1624084"/>
                  <a:pt x="2407064" y="1638372"/>
                </a:cubicBezTo>
                <a:cubicBezTo>
                  <a:pt x="2409921" y="1645039"/>
                  <a:pt x="2408016" y="1654564"/>
                  <a:pt x="2419446" y="1654564"/>
                </a:cubicBezTo>
                <a:cubicBezTo>
                  <a:pt x="2430876" y="1654564"/>
                  <a:pt x="2433734" y="1645992"/>
                  <a:pt x="2436591" y="1638372"/>
                </a:cubicBezTo>
                <a:cubicBezTo>
                  <a:pt x="2443259" y="1622179"/>
                  <a:pt x="2442306" y="1605034"/>
                  <a:pt x="2442306" y="1586937"/>
                </a:cubicBezTo>
                <a:cubicBezTo>
                  <a:pt x="2442306" y="1554552"/>
                  <a:pt x="2422304" y="1561219"/>
                  <a:pt x="2406111" y="1555504"/>
                </a:cubicBezTo>
                <a:cubicBezTo>
                  <a:pt x="2398491" y="1552647"/>
                  <a:pt x="2390871" y="1548837"/>
                  <a:pt x="2383251" y="1545027"/>
                </a:cubicBezTo>
                <a:cubicBezTo>
                  <a:pt x="2364201" y="1534549"/>
                  <a:pt x="2354676" y="1538359"/>
                  <a:pt x="2348961" y="1558362"/>
                </a:cubicBezTo>
                <a:cubicBezTo>
                  <a:pt x="2342294" y="1579317"/>
                  <a:pt x="2336579" y="1601224"/>
                  <a:pt x="2330864" y="1622179"/>
                </a:cubicBezTo>
                <a:cubicBezTo>
                  <a:pt x="2328006" y="1633609"/>
                  <a:pt x="2322291" y="1638372"/>
                  <a:pt x="2309909" y="1638372"/>
                </a:cubicBezTo>
                <a:cubicBezTo>
                  <a:pt x="2283239" y="1639324"/>
                  <a:pt x="2261331" y="1636467"/>
                  <a:pt x="2239424" y="1615512"/>
                </a:cubicBezTo>
                <a:cubicBezTo>
                  <a:pt x="2227041" y="1603129"/>
                  <a:pt x="2201324" y="1605034"/>
                  <a:pt x="2181321" y="1600272"/>
                </a:cubicBezTo>
                <a:cubicBezTo>
                  <a:pt x="2178464" y="1599319"/>
                  <a:pt x="2172749" y="1602177"/>
                  <a:pt x="2174654" y="1604081"/>
                </a:cubicBezTo>
                <a:cubicBezTo>
                  <a:pt x="2187036" y="1619322"/>
                  <a:pt x="2167986" y="1627894"/>
                  <a:pt x="2166081" y="1640277"/>
                </a:cubicBezTo>
                <a:cubicBezTo>
                  <a:pt x="2163224" y="1651706"/>
                  <a:pt x="2164176" y="1656469"/>
                  <a:pt x="2178464" y="1655517"/>
                </a:cubicBezTo>
                <a:cubicBezTo>
                  <a:pt x="2208944" y="1652659"/>
                  <a:pt x="2217516" y="1659327"/>
                  <a:pt x="2226089" y="1685044"/>
                </a:cubicBezTo>
                <a:cubicBezTo>
                  <a:pt x="2235614" y="1715524"/>
                  <a:pt x="2227994" y="1751719"/>
                  <a:pt x="2208944" y="1763149"/>
                </a:cubicBezTo>
                <a:cubicBezTo>
                  <a:pt x="2194656" y="1771722"/>
                  <a:pt x="2180369" y="1768864"/>
                  <a:pt x="2168939" y="1757434"/>
                </a:cubicBezTo>
                <a:cubicBezTo>
                  <a:pt x="2164176" y="1752672"/>
                  <a:pt x="2160366" y="1746004"/>
                  <a:pt x="2155604" y="1741242"/>
                </a:cubicBezTo>
                <a:cubicBezTo>
                  <a:pt x="2143221" y="1727906"/>
                  <a:pt x="2131791" y="1726954"/>
                  <a:pt x="2123219" y="1744099"/>
                </a:cubicBezTo>
                <a:cubicBezTo>
                  <a:pt x="2115599" y="1758387"/>
                  <a:pt x="2105121" y="1768864"/>
                  <a:pt x="2087024" y="1766959"/>
                </a:cubicBezTo>
                <a:cubicBezTo>
                  <a:pt x="2067974" y="1765054"/>
                  <a:pt x="2061306" y="1751719"/>
                  <a:pt x="2057496" y="1736479"/>
                </a:cubicBezTo>
                <a:cubicBezTo>
                  <a:pt x="2054639" y="1724097"/>
                  <a:pt x="2049876" y="1722192"/>
                  <a:pt x="2038446" y="1725049"/>
                </a:cubicBezTo>
                <a:cubicBezTo>
                  <a:pt x="2011776" y="1729812"/>
                  <a:pt x="2000346" y="1722192"/>
                  <a:pt x="1994631" y="1695522"/>
                </a:cubicBezTo>
                <a:cubicBezTo>
                  <a:pt x="1990821" y="1678377"/>
                  <a:pt x="1990821" y="1661231"/>
                  <a:pt x="1993679" y="1645039"/>
                </a:cubicBezTo>
                <a:cubicBezTo>
                  <a:pt x="1997489" y="1627894"/>
                  <a:pt x="2007966" y="1615512"/>
                  <a:pt x="2026064" y="1614559"/>
                </a:cubicBezTo>
                <a:cubicBezTo>
                  <a:pt x="2043209" y="1613606"/>
                  <a:pt x="2054639" y="1623131"/>
                  <a:pt x="2060354" y="1639324"/>
                </a:cubicBezTo>
                <a:cubicBezTo>
                  <a:pt x="2062259" y="1645992"/>
                  <a:pt x="2061306" y="1656469"/>
                  <a:pt x="2072736" y="1655517"/>
                </a:cubicBezTo>
                <a:cubicBezTo>
                  <a:pt x="2082261" y="1655517"/>
                  <a:pt x="2089881" y="1650754"/>
                  <a:pt x="2093691" y="1641229"/>
                </a:cubicBezTo>
                <a:cubicBezTo>
                  <a:pt x="2095596" y="1635514"/>
                  <a:pt x="2098454" y="1630752"/>
                  <a:pt x="2099406" y="1625989"/>
                </a:cubicBezTo>
                <a:cubicBezTo>
                  <a:pt x="2105121" y="1597414"/>
                  <a:pt x="2089881" y="1568839"/>
                  <a:pt x="2101311" y="1539312"/>
                </a:cubicBezTo>
                <a:cubicBezTo>
                  <a:pt x="2098454" y="1538359"/>
                  <a:pt x="2096549" y="1538359"/>
                  <a:pt x="2093691" y="1538359"/>
                </a:cubicBezTo>
                <a:cubicBezTo>
                  <a:pt x="2087024" y="1557409"/>
                  <a:pt x="2079404" y="1575506"/>
                  <a:pt x="2072736" y="1594556"/>
                </a:cubicBezTo>
                <a:cubicBezTo>
                  <a:pt x="2068926" y="1606939"/>
                  <a:pt x="2062259" y="1609797"/>
                  <a:pt x="2049876" y="1606939"/>
                </a:cubicBezTo>
                <a:cubicBezTo>
                  <a:pt x="2012729" y="1599319"/>
                  <a:pt x="1978439" y="1583127"/>
                  <a:pt x="1942244" y="1573602"/>
                </a:cubicBezTo>
                <a:cubicBezTo>
                  <a:pt x="1935576" y="1571697"/>
                  <a:pt x="1928909" y="1567887"/>
                  <a:pt x="1926051" y="1561219"/>
                </a:cubicBezTo>
                <a:cubicBezTo>
                  <a:pt x="1915574" y="1538359"/>
                  <a:pt x="1895571" y="1529787"/>
                  <a:pt x="1874616" y="1522167"/>
                </a:cubicBezTo>
                <a:cubicBezTo>
                  <a:pt x="1846041" y="1511689"/>
                  <a:pt x="1840326" y="1495497"/>
                  <a:pt x="1852709" y="1466922"/>
                </a:cubicBezTo>
                <a:cubicBezTo>
                  <a:pt x="1871759" y="1424059"/>
                  <a:pt x="1846359" y="1426123"/>
                  <a:pt x="1826039" y="1415487"/>
                </a:cubicBezTo>
                <a:cubicBezTo>
                  <a:pt x="1805719" y="1404851"/>
                  <a:pt x="1752538" y="1397230"/>
                  <a:pt x="1730789" y="1403104"/>
                </a:cubicBezTo>
                <a:cubicBezTo>
                  <a:pt x="1696499" y="1385006"/>
                  <a:pt x="1702214" y="1407867"/>
                  <a:pt x="1695546" y="1450729"/>
                </a:cubicBezTo>
                <a:cubicBezTo>
                  <a:pt x="1695546" y="1454539"/>
                  <a:pt x="1694118" y="1460255"/>
                  <a:pt x="1694594" y="1474542"/>
                </a:cubicBezTo>
                <a:cubicBezTo>
                  <a:pt x="1695070" y="1488829"/>
                  <a:pt x="1696023" y="1516610"/>
                  <a:pt x="1698404" y="1536454"/>
                </a:cubicBezTo>
                <a:cubicBezTo>
                  <a:pt x="1709834" y="1554552"/>
                  <a:pt x="1710786" y="1573602"/>
                  <a:pt x="1708881" y="1593604"/>
                </a:cubicBezTo>
                <a:cubicBezTo>
                  <a:pt x="1707929" y="1590747"/>
                  <a:pt x="1704119" y="1589794"/>
                  <a:pt x="1697451" y="1592652"/>
                </a:cubicBezTo>
                <a:cubicBezTo>
                  <a:pt x="1692689" y="1594556"/>
                  <a:pt x="1688879" y="1596462"/>
                  <a:pt x="1687926" y="1601224"/>
                </a:cubicBezTo>
                <a:cubicBezTo>
                  <a:pt x="1691736" y="1607892"/>
                  <a:pt x="1697451" y="1605987"/>
                  <a:pt x="1702214" y="1605987"/>
                </a:cubicBezTo>
                <a:cubicBezTo>
                  <a:pt x="1733646" y="1607892"/>
                  <a:pt x="1745076" y="1619322"/>
                  <a:pt x="1743171" y="1650754"/>
                </a:cubicBezTo>
                <a:cubicBezTo>
                  <a:pt x="1742219" y="1669804"/>
                  <a:pt x="1740314" y="1688854"/>
                  <a:pt x="1726979" y="1704094"/>
                </a:cubicBezTo>
                <a:cubicBezTo>
                  <a:pt x="1709834" y="1724097"/>
                  <a:pt x="1690784" y="1723144"/>
                  <a:pt x="1676496" y="1701237"/>
                </a:cubicBezTo>
                <a:cubicBezTo>
                  <a:pt x="1672686" y="1695522"/>
                  <a:pt x="1669829" y="1687902"/>
                  <a:pt x="1665066" y="1682187"/>
                </a:cubicBezTo>
                <a:cubicBezTo>
                  <a:pt x="1654589" y="1671709"/>
                  <a:pt x="1644111" y="1663137"/>
                  <a:pt x="1633634" y="1683139"/>
                </a:cubicBezTo>
                <a:cubicBezTo>
                  <a:pt x="1626014" y="1698379"/>
                  <a:pt x="1614584" y="1703142"/>
                  <a:pt x="1597439" y="1699331"/>
                </a:cubicBezTo>
                <a:cubicBezTo>
                  <a:pt x="1580294" y="1695522"/>
                  <a:pt x="1576484" y="1684092"/>
                  <a:pt x="1573626" y="1669804"/>
                </a:cubicBezTo>
                <a:cubicBezTo>
                  <a:pt x="1566006" y="1633609"/>
                  <a:pt x="1559339" y="1654564"/>
                  <a:pt x="1592676" y="1636467"/>
                </a:cubicBezTo>
                <a:cubicBezTo>
                  <a:pt x="1598391" y="1633609"/>
                  <a:pt x="1598391" y="1633609"/>
                  <a:pt x="1599344" y="1620274"/>
                </a:cubicBezTo>
                <a:cubicBezTo>
                  <a:pt x="1563149" y="1631704"/>
                  <a:pt x="1551719" y="1628847"/>
                  <a:pt x="1543146" y="1605034"/>
                </a:cubicBezTo>
                <a:cubicBezTo>
                  <a:pt x="1531716" y="1573602"/>
                  <a:pt x="1545051" y="1526929"/>
                  <a:pt x="1568864" y="1517404"/>
                </a:cubicBezTo>
                <a:cubicBezTo>
                  <a:pt x="1584104" y="1510737"/>
                  <a:pt x="1602201" y="1518356"/>
                  <a:pt x="1609821" y="1535502"/>
                </a:cubicBezTo>
                <a:cubicBezTo>
                  <a:pt x="1612679" y="1542169"/>
                  <a:pt x="1614584" y="1548837"/>
                  <a:pt x="1615536" y="1555504"/>
                </a:cubicBezTo>
                <a:cubicBezTo>
                  <a:pt x="1617441" y="1563124"/>
                  <a:pt x="1623156" y="1565029"/>
                  <a:pt x="1628871" y="1565981"/>
                </a:cubicBezTo>
                <a:cubicBezTo>
                  <a:pt x="1637444" y="1566934"/>
                  <a:pt x="1639349" y="1560267"/>
                  <a:pt x="1640301" y="1554552"/>
                </a:cubicBezTo>
                <a:cubicBezTo>
                  <a:pt x="1642206" y="1541217"/>
                  <a:pt x="1644111" y="1526929"/>
                  <a:pt x="1645064" y="1513594"/>
                </a:cubicBezTo>
                <a:cubicBezTo>
                  <a:pt x="1646969" y="1486924"/>
                  <a:pt x="1627919" y="1464064"/>
                  <a:pt x="1625061" y="1436442"/>
                </a:cubicBezTo>
                <a:cubicBezTo>
                  <a:pt x="1624109" y="1430727"/>
                  <a:pt x="1626014" y="1377387"/>
                  <a:pt x="1619346" y="1374529"/>
                </a:cubicBezTo>
                <a:lnTo>
                  <a:pt x="1560291" y="1371672"/>
                </a:lnTo>
                <a:cubicBezTo>
                  <a:pt x="1527906" y="1365956"/>
                  <a:pt x="1494569" y="1361194"/>
                  <a:pt x="1461231" y="1354527"/>
                </a:cubicBezTo>
                <a:cubicBezTo>
                  <a:pt x="1432656" y="1348812"/>
                  <a:pt x="1424084" y="1360242"/>
                  <a:pt x="1400271" y="1341192"/>
                </a:cubicBezTo>
                <a:cubicBezTo>
                  <a:pt x="1395509" y="1337381"/>
                  <a:pt x="1388841" y="1330714"/>
                  <a:pt x="1382174" y="1335477"/>
                </a:cubicBezTo>
                <a:cubicBezTo>
                  <a:pt x="1375506" y="1340239"/>
                  <a:pt x="1379316" y="1347859"/>
                  <a:pt x="1380269" y="1354527"/>
                </a:cubicBezTo>
                <a:cubicBezTo>
                  <a:pt x="1381221" y="1367862"/>
                  <a:pt x="1381221" y="1380244"/>
                  <a:pt x="1376459" y="1392627"/>
                </a:cubicBezTo>
                <a:cubicBezTo>
                  <a:pt x="1371696" y="1404056"/>
                  <a:pt x="1350741" y="1400247"/>
                  <a:pt x="1331691" y="1401199"/>
                </a:cubicBezTo>
                <a:cubicBezTo>
                  <a:pt x="1312641" y="1403104"/>
                  <a:pt x="1300259" y="1397389"/>
                  <a:pt x="1293591" y="1379292"/>
                </a:cubicBezTo>
                <a:cubicBezTo>
                  <a:pt x="1291686" y="1375481"/>
                  <a:pt x="1288829" y="1372624"/>
                  <a:pt x="1285971" y="1367862"/>
                </a:cubicBezTo>
                <a:cubicBezTo>
                  <a:pt x="1284066" y="1371672"/>
                  <a:pt x="1282161" y="1372624"/>
                  <a:pt x="1281209" y="1374529"/>
                </a:cubicBezTo>
                <a:cubicBezTo>
                  <a:pt x="1272636" y="1393579"/>
                  <a:pt x="1261206" y="1408819"/>
                  <a:pt x="1237394" y="1402152"/>
                </a:cubicBezTo>
                <a:cubicBezTo>
                  <a:pt x="1215486" y="1396437"/>
                  <a:pt x="1184054" y="1377387"/>
                  <a:pt x="1182149" y="1358337"/>
                </a:cubicBezTo>
                <a:cubicBezTo>
                  <a:pt x="1180244" y="1340239"/>
                  <a:pt x="1183101" y="1322142"/>
                  <a:pt x="1190721" y="1304997"/>
                </a:cubicBezTo>
                <a:cubicBezTo>
                  <a:pt x="1195484" y="1294519"/>
                  <a:pt x="1220249" y="1291662"/>
                  <a:pt x="1210724" y="1289756"/>
                </a:cubicBezTo>
                <a:cubicBezTo>
                  <a:pt x="1174529" y="1284042"/>
                  <a:pt x="1128809" y="1267849"/>
                  <a:pt x="1092614" y="1261181"/>
                </a:cubicBezTo>
                <a:cubicBezTo>
                  <a:pt x="1082136" y="1259277"/>
                  <a:pt x="1072611" y="1261181"/>
                  <a:pt x="1064039" y="1266897"/>
                </a:cubicBezTo>
                <a:cubicBezTo>
                  <a:pt x="1042131" y="1281184"/>
                  <a:pt x="1029749" y="1307854"/>
                  <a:pt x="1003079" y="1313569"/>
                </a:cubicBezTo>
                <a:cubicBezTo>
                  <a:pt x="996411" y="1314522"/>
                  <a:pt x="995459" y="1318331"/>
                  <a:pt x="997364" y="1324999"/>
                </a:cubicBezTo>
                <a:cubicBezTo>
                  <a:pt x="1000221" y="1333572"/>
                  <a:pt x="1002126" y="1343097"/>
                  <a:pt x="1003079" y="1351669"/>
                </a:cubicBezTo>
                <a:cubicBezTo>
                  <a:pt x="1007841" y="1387864"/>
                  <a:pt x="984029" y="1416439"/>
                  <a:pt x="947834" y="1421202"/>
                </a:cubicBezTo>
                <a:lnTo>
                  <a:pt x="943071" y="1421202"/>
                </a:lnTo>
                <a:cubicBezTo>
                  <a:pt x="878301" y="1406914"/>
                  <a:pt x="810674" y="1417392"/>
                  <a:pt x="745904" y="1403104"/>
                </a:cubicBezTo>
                <a:cubicBezTo>
                  <a:pt x="717329" y="1396437"/>
                  <a:pt x="662084" y="1404056"/>
                  <a:pt x="636366" y="1389769"/>
                </a:cubicBezTo>
                <a:cubicBezTo>
                  <a:pt x="584931" y="1361194"/>
                  <a:pt x="593504" y="1297377"/>
                  <a:pt x="600171" y="1240227"/>
                </a:cubicBezTo>
                <a:cubicBezTo>
                  <a:pt x="601124" y="1233559"/>
                  <a:pt x="603981" y="1226892"/>
                  <a:pt x="600171" y="1220224"/>
                </a:cubicBezTo>
                <a:cubicBezTo>
                  <a:pt x="588741" y="1219272"/>
                  <a:pt x="565881" y="1209747"/>
                  <a:pt x="560166" y="1216414"/>
                </a:cubicBezTo>
                <a:cubicBezTo>
                  <a:pt x="548736" y="1231654"/>
                  <a:pt x="536354" y="1263087"/>
                  <a:pt x="517304" y="1267849"/>
                </a:cubicBezTo>
                <a:cubicBezTo>
                  <a:pt x="506826" y="1270706"/>
                  <a:pt x="506826" y="1275469"/>
                  <a:pt x="510636" y="1284042"/>
                </a:cubicBezTo>
                <a:cubicBezTo>
                  <a:pt x="514446" y="1291662"/>
                  <a:pt x="518256" y="1301187"/>
                  <a:pt x="519209" y="1309759"/>
                </a:cubicBezTo>
                <a:cubicBezTo>
                  <a:pt x="524924" y="1347859"/>
                  <a:pt x="516351" y="1384054"/>
                  <a:pt x="477299" y="1384054"/>
                </a:cubicBezTo>
                <a:cubicBezTo>
                  <a:pt x="425864" y="1384054"/>
                  <a:pt x="374429" y="1383102"/>
                  <a:pt x="322994" y="1382149"/>
                </a:cubicBezTo>
                <a:cubicBezTo>
                  <a:pt x="275369" y="1381197"/>
                  <a:pt x="227744" y="1365004"/>
                  <a:pt x="186786" y="1338334"/>
                </a:cubicBezTo>
                <a:cubicBezTo>
                  <a:pt x="132494" y="1303092"/>
                  <a:pt x="110586" y="1247847"/>
                  <a:pt x="127731" y="1189744"/>
                </a:cubicBezTo>
                <a:cubicBezTo>
                  <a:pt x="145829" y="1128784"/>
                  <a:pt x="192501" y="1092589"/>
                  <a:pt x="257271" y="1089732"/>
                </a:cubicBezTo>
                <a:cubicBezTo>
                  <a:pt x="275369" y="1088779"/>
                  <a:pt x="294419" y="1094494"/>
                  <a:pt x="318231" y="1084969"/>
                </a:cubicBezTo>
                <a:cubicBezTo>
                  <a:pt x="279179" y="1070682"/>
                  <a:pt x="243936" y="1065919"/>
                  <a:pt x="208694" y="1059252"/>
                </a:cubicBezTo>
                <a:cubicBezTo>
                  <a:pt x="132494" y="1044964"/>
                  <a:pt x="102966" y="1030676"/>
                  <a:pt x="26766" y="1016389"/>
                </a:cubicBezTo>
                <a:cubicBezTo>
                  <a:pt x="17241" y="1015436"/>
                  <a:pt x="3906" y="1017342"/>
                  <a:pt x="96" y="1004007"/>
                </a:cubicBezTo>
                <a:cubicBezTo>
                  <a:pt x="-3714" y="990672"/>
                  <a:pt x="107729" y="975432"/>
                  <a:pt x="138209" y="981147"/>
                </a:cubicBezTo>
                <a:cubicBezTo>
                  <a:pt x="241079" y="1000197"/>
                  <a:pt x="257271" y="995434"/>
                  <a:pt x="361094" y="1014484"/>
                </a:cubicBezTo>
                <a:cubicBezTo>
                  <a:pt x="506826" y="1042107"/>
                  <a:pt x="653511" y="1063062"/>
                  <a:pt x="801149" y="1075444"/>
                </a:cubicBezTo>
                <a:cubicBezTo>
                  <a:pt x="879254" y="1082112"/>
                  <a:pt x="976409" y="1095447"/>
                  <a:pt x="1055466" y="1090684"/>
                </a:cubicBezTo>
                <a:cubicBezTo>
                  <a:pt x="1069754" y="1090684"/>
                  <a:pt x="1086899" y="1091637"/>
                  <a:pt x="1075469" y="1067824"/>
                </a:cubicBezTo>
                <a:cubicBezTo>
                  <a:pt x="1073564" y="1064014"/>
                  <a:pt x="1074516" y="1057347"/>
                  <a:pt x="1076421" y="1052584"/>
                </a:cubicBezTo>
                <a:cubicBezTo>
                  <a:pt x="1089756" y="1024009"/>
                  <a:pt x="1078326" y="1004007"/>
                  <a:pt x="1060229" y="981147"/>
                </a:cubicBezTo>
                <a:cubicBezTo>
                  <a:pt x="1014509" y="924949"/>
                  <a:pt x="926879" y="851607"/>
                  <a:pt x="917354" y="779217"/>
                </a:cubicBezTo>
                <a:cubicBezTo>
                  <a:pt x="911639" y="738259"/>
                  <a:pt x="923069" y="703017"/>
                  <a:pt x="948786" y="672536"/>
                </a:cubicBezTo>
                <a:cubicBezTo>
                  <a:pt x="957359" y="661107"/>
                  <a:pt x="967836" y="650629"/>
                  <a:pt x="977361" y="640151"/>
                </a:cubicBezTo>
                <a:cubicBezTo>
                  <a:pt x="1028796" y="584907"/>
                  <a:pt x="1118331" y="530614"/>
                  <a:pt x="1167861" y="472511"/>
                </a:cubicBezTo>
                <a:cubicBezTo>
                  <a:pt x="1218344" y="414409"/>
                  <a:pt x="1294544" y="414409"/>
                  <a:pt x="1367886" y="423934"/>
                </a:cubicBezTo>
                <a:cubicBezTo>
                  <a:pt x="1482186" y="439174"/>
                  <a:pt x="1590771" y="474416"/>
                  <a:pt x="1698404" y="513469"/>
                </a:cubicBezTo>
                <a:cubicBezTo>
                  <a:pt x="1713644" y="518232"/>
                  <a:pt x="1751744" y="536329"/>
                  <a:pt x="1767936" y="542997"/>
                </a:cubicBezTo>
                <a:cubicBezTo>
                  <a:pt x="1868901" y="585859"/>
                  <a:pt x="1966056" y="643961"/>
                  <a:pt x="2060354" y="700159"/>
                </a:cubicBezTo>
                <a:cubicBezTo>
                  <a:pt x="2109884" y="729686"/>
                  <a:pt x="2167986" y="745879"/>
                  <a:pt x="2223231" y="760167"/>
                </a:cubicBezTo>
                <a:cubicBezTo>
                  <a:pt x="2446116" y="817317"/>
                  <a:pt x="2669001" y="857322"/>
                  <a:pt x="2890934" y="920186"/>
                </a:cubicBezTo>
                <a:cubicBezTo>
                  <a:pt x="2914746" y="926854"/>
                  <a:pt x="2927129" y="915424"/>
                  <a:pt x="2939511" y="900184"/>
                </a:cubicBezTo>
                <a:cubicBezTo>
                  <a:pt x="3005234" y="818269"/>
                  <a:pt x="3070004" y="737307"/>
                  <a:pt x="3134774" y="654439"/>
                </a:cubicBezTo>
                <a:cubicBezTo>
                  <a:pt x="3304319" y="437269"/>
                  <a:pt x="3471959" y="275344"/>
                  <a:pt x="3645314" y="61031"/>
                </a:cubicBezTo>
                <a:cubicBezTo>
                  <a:pt x="3651029" y="54364"/>
                  <a:pt x="3657696" y="48649"/>
                  <a:pt x="3661506" y="41029"/>
                </a:cubicBezTo>
                <a:cubicBezTo>
                  <a:pt x="3677223" y="13883"/>
                  <a:pt x="3698833" y="1738"/>
                  <a:pt x="3725131" y="17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>
              <a:solidFill>
                <a:schemeClr val="accent3"/>
              </a:solidFill>
            </a:endParaRPr>
          </a:p>
        </p:txBody>
      </p:sp>
      <p:sp>
        <p:nvSpPr>
          <p:cNvPr id="426" name="Freeform: Shape 425">
            <a:extLst>
              <a:ext uri="{FF2B5EF4-FFF2-40B4-BE49-F238E27FC236}">
                <a16:creationId xmlns:a16="http://schemas.microsoft.com/office/drawing/2014/main" id="{4B94992A-B0FB-4E74-875F-EAAF2C5958B0}"/>
              </a:ext>
            </a:extLst>
          </p:cNvPr>
          <p:cNvSpPr/>
          <p:nvPr/>
        </p:nvSpPr>
        <p:spPr>
          <a:xfrm>
            <a:off x="6487513" y="1293254"/>
            <a:ext cx="637756" cy="306768"/>
          </a:xfrm>
          <a:custGeom>
            <a:avLst/>
            <a:gdLst>
              <a:gd name="connsiteX0" fmla="*/ 1330868 w 1417917"/>
              <a:gd name="connsiteY0" fmla="*/ 154 h 682036"/>
              <a:gd name="connsiteX1" fmla="*/ 1351060 w 1417917"/>
              <a:gd name="connsiteY1" fmla="*/ 11372 h 682036"/>
              <a:gd name="connsiteX2" fmla="*/ 1345227 w 1417917"/>
              <a:gd name="connsiteY2" fmla="*/ 44576 h 682036"/>
              <a:gd name="connsiteX3" fmla="*/ 1317855 w 1417917"/>
              <a:gd name="connsiteY3" fmla="*/ 76434 h 682036"/>
              <a:gd name="connsiteX4" fmla="*/ 1283754 w 1417917"/>
              <a:gd name="connsiteY4" fmla="*/ 73742 h 682036"/>
              <a:gd name="connsiteX5" fmla="*/ 1288689 w 1417917"/>
              <a:gd name="connsiteY5" fmla="*/ 47268 h 682036"/>
              <a:gd name="connsiteX6" fmla="*/ 1307535 w 1417917"/>
              <a:gd name="connsiteY6" fmla="*/ 29320 h 682036"/>
              <a:gd name="connsiteX7" fmla="*/ 1316061 w 1417917"/>
              <a:gd name="connsiteY7" fmla="*/ 603 h 682036"/>
              <a:gd name="connsiteX8" fmla="*/ 1211511 w 1417917"/>
              <a:gd name="connsiteY8" fmla="*/ 20346 h 682036"/>
              <a:gd name="connsiteX9" fmla="*/ 925236 w 1417917"/>
              <a:gd name="connsiteY9" fmla="*/ 167073 h 682036"/>
              <a:gd name="connsiteX10" fmla="*/ 897416 w 1417917"/>
              <a:gd name="connsiteY10" fmla="*/ 174253 h 682036"/>
              <a:gd name="connsiteX11" fmla="*/ 828315 w 1417917"/>
              <a:gd name="connsiteY11" fmla="*/ 163484 h 682036"/>
              <a:gd name="connsiteX12" fmla="*/ 795559 w 1417917"/>
              <a:gd name="connsiteY12" fmla="*/ 133869 h 682036"/>
              <a:gd name="connsiteX13" fmla="*/ 768637 w 1417917"/>
              <a:gd name="connsiteY13" fmla="*/ 146433 h 682036"/>
              <a:gd name="connsiteX14" fmla="*/ 749791 w 1417917"/>
              <a:gd name="connsiteY14" fmla="*/ 150920 h 682036"/>
              <a:gd name="connsiteX15" fmla="*/ 527232 w 1417917"/>
              <a:gd name="connsiteY15" fmla="*/ 115023 h 682036"/>
              <a:gd name="connsiteX16" fmla="*/ 518258 w 1417917"/>
              <a:gd name="connsiteY16" fmla="*/ 83614 h 682036"/>
              <a:gd name="connsiteX17" fmla="*/ 485053 w 1417917"/>
              <a:gd name="connsiteY17" fmla="*/ 87652 h 682036"/>
              <a:gd name="connsiteX18" fmla="*/ 471143 w 1417917"/>
              <a:gd name="connsiteY18" fmla="*/ 95280 h 682036"/>
              <a:gd name="connsiteX19" fmla="*/ 439734 w 1417917"/>
              <a:gd name="connsiteY19" fmla="*/ 100665 h 682036"/>
              <a:gd name="connsiteX20" fmla="*/ 187111 w 1417917"/>
              <a:gd name="connsiteY20" fmla="*/ 61178 h 682036"/>
              <a:gd name="connsiteX21" fmla="*/ 168265 w 1417917"/>
              <a:gd name="connsiteY21" fmla="*/ 64768 h 682036"/>
              <a:gd name="connsiteX22" fmla="*/ 120703 w 1417917"/>
              <a:gd name="connsiteY22" fmla="*/ 95729 h 682036"/>
              <a:gd name="connsiteX23" fmla="*/ 680690 w 1417917"/>
              <a:gd name="connsiteY23" fmla="*/ 280148 h 682036"/>
              <a:gd name="connsiteX24" fmla="*/ 676203 w 1417917"/>
              <a:gd name="connsiteY24" fmla="*/ 285084 h 682036"/>
              <a:gd name="connsiteX25" fmla="*/ 431657 w 1417917"/>
              <a:gd name="connsiteY25" fmla="*/ 412517 h 682036"/>
              <a:gd name="connsiteX26" fmla="*/ 408773 w 1417917"/>
              <a:gd name="connsiteY26" fmla="*/ 409824 h 682036"/>
              <a:gd name="connsiteX27" fmla="*/ 268776 w 1417917"/>
              <a:gd name="connsiteY27" fmla="*/ 324570 h 682036"/>
              <a:gd name="connsiteX28" fmla="*/ 251276 w 1417917"/>
              <a:gd name="connsiteY28" fmla="*/ 319634 h 682036"/>
              <a:gd name="connsiteX29" fmla="*/ 188009 w 1417917"/>
              <a:gd name="connsiteY29" fmla="*/ 348800 h 682036"/>
              <a:gd name="connsiteX30" fmla="*/ 211342 w 1417917"/>
              <a:gd name="connsiteY30" fmla="*/ 451106 h 682036"/>
              <a:gd name="connsiteX31" fmla="*/ 0 w 1417917"/>
              <a:gd name="connsiteY31" fmla="*/ 428670 h 682036"/>
              <a:gd name="connsiteX32" fmla="*/ 7628 w 1417917"/>
              <a:gd name="connsiteY32" fmla="*/ 436298 h 682036"/>
              <a:gd name="connsiteX33" fmla="*/ 189804 w 1417917"/>
              <a:gd name="connsiteY33" fmla="*/ 527835 h 682036"/>
              <a:gd name="connsiteX34" fmla="*/ 206406 w 1417917"/>
              <a:gd name="connsiteY34" fmla="*/ 548924 h 682036"/>
              <a:gd name="connsiteX35" fmla="*/ 227495 w 1417917"/>
              <a:gd name="connsiteY35" fmla="*/ 564629 h 682036"/>
              <a:gd name="connsiteX36" fmla="*/ 300634 w 1417917"/>
              <a:gd name="connsiteY36" fmla="*/ 587961 h 682036"/>
              <a:gd name="connsiteX37" fmla="*/ 402491 w 1417917"/>
              <a:gd name="connsiteY37" fmla="*/ 655268 h 682036"/>
              <a:gd name="connsiteX38" fmla="*/ 422234 w 1417917"/>
              <a:gd name="connsiteY38" fmla="*/ 666037 h 682036"/>
              <a:gd name="connsiteX39" fmla="*/ 421785 w 1417917"/>
              <a:gd name="connsiteY39" fmla="*/ 550270 h 682036"/>
              <a:gd name="connsiteX40" fmla="*/ 438388 w 1417917"/>
              <a:gd name="connsiteY40" fmla="*/ 531424 h 682036"/>
              <a:gd name="connsiteX41" fmla="*/ 645691 w 1417917"/>
              <a:gd name="connsiteY41" fmla="*/ 481618 h 682036"/>
              <a:gd name="connsiteX42" fmla="*/ 861968 w 1417917"/>
              <a:gd name="connsiteY42" fmla="*/ 393222 h 682036"/>
              <a:gd name="connsiteX43" fmla="*/ 898762 w 1417917"/>
              <a:gd name="connsiteY43" fmla="*/ 396363 h 682036"/>
              <a:gd name="connsiteX44" fmla="*/ 1064335 w 1417917"/>
              <a:gd name="connsiteY44" fmla="*/ 557001 h 682036"/>
              <a:gd name="connsiteX45" fmla="*/ 1141065 w 1417917"/>
              <a:gd name="connsiteY45" fmla="*/ 685331 h 682036"/>
              <a:gd name="connsiteX46" fmla="*/ 1167538 w 1417917"/>
              <a:gd name="connsiteY46" fmla="*/ 667383 h 682036"/>
              <a:gd name="connsiteX47" fmla="*/ 1188627 w 1417917"/>
              <a:gd name="connsiteY47" fmla="*/ 619820 h 682036"/>
              <a:gd name="connsiteX48" fmla="*/ 1202089 w 1417917"/>
              <a:gd name="connsiteY48" fmla="*/ 598730 h 682036"/>
              <a:gd name="connsiteX49" fmla="*/ 1239331 w 1417917"/>
              <a:gd name="connsiteY49" fmla="*/ 584820 h 682036"/>
              <a:gd name="connsiteX50" fmla="*/ 1255934 w 1417917"/>
              <a:gd name="connsiteY50" fmla="*/ 544886 h 682036"/>
              <a:gd name="connsiteX51" fmla="*/ 1219588 w 1417917"/>
              <a:gd name="connsiteY51" fmla="*/ 533668 h 682036"/>
              <a:gd name="connsiteX52" fmla="*/ 1176961 w 1417917"/>
              <a:gd name="connsiteY52" fmla="*/ 547578 h 682036"/>
              <a:gd name="connsiteX53" fmla="*/ 1163948 w 1417917"/>
              <a:gd name="connsiteY53" fmla="*/ 469054 h 682036"/>
              <a:gd name="connsiteX54" fmla="*/ 1163051 w 1417917"/>
              <a:gd name="connsiteY54" fmla="*/ 454695 h 682036"/>
              <a:gd name="connsiteX55" fmla="*/ 1186384 w 1417917"/>
              <a:gd name="connsiteY55" fmla="*/ 447067 h 682036"/>
              <a:gd name="connsiteX56" fmla="*/ 1210614 w 1417917"/>
              <a:gd name="connsiteY56" fmla="*/ 438542 h 682036"/>
              <a:gd name="connsiteX57" fmla="*/ 1232601 w 1417917"/>
              <a:gd name="connsiteY57" fmla="*/ 390979 h 682036"/>
              <a:gd name="connsiteX58" fmla="*/ 1188627 w 1417917"/>
              <a:gd name="connsiteY58" fmla="*/ 379312 h 682036"/>
              <a:gd name="connsiteX59" fmla="*/ 1150936 w 1417917"/>
              <a:gd name="connsiteY59" fmla="*/ 390979 h 682036"/>
              <a:gd name="connsiteX60" fmla="*/ 1132539 w 1417917"/>
              <a:gd name="connsiteY60" fmla="*/ 283289 h 682036"/>
              <a:gd name="connsiteX61" fmla="*/ 1146449 w 1417917"/>
              <a:gd name="connsiteY61" fmla="*/ 250982 h 682036"/>
              <a:gd name="connsiteX62" fmla="*/ 1328175 w 1417917"/>
              <a:gd name="connsiteY62" fmla="*/ 133869 h 682036"/>
              <a:gd name="connsiteX63" fmla="*/ 1420609 w 1417917"/>
              <a:gd name="connsiteY63" fmla="*/ 29320 h 682036"/>
              <a:gd name="connsiteX64" fmla="*/ 1330868 w 1417917"/>
              <a:gd name="connsiteY64" fmla="*/ 154 h 682036"/>
              <a:gd name="connsiteX65" fmla="*/ 261148 w 1417917"/>
              <a:gd name="connsiteY65" fmla="*/ 546232 h 682036"/>
              <a:gd name="connsiteX66" fmla="*/ 253520 w 1417917"/>
              <a:gd name="connsiteY66" fmla="*/ 547578 h 682036"/>
              <a:gd name="connsiteX67" fmla="*/ 245443 w 1417917"/>
              <a:gd name="connsiteY67" fmla="*/ 513925 h 682036"/>
              <a:gd name="connsiteX68" fmla="*/ 215829 w 1417917"/>
              <a:gd name="connsiteY68" fmla="*/ 387838 h 682036"/>
              <a:gd name="connsiteX69" fmla="*/ 227944 w 1417917"/>
              <a:gd name="connsiteY69" fmla="*/ 361364 h 682036"/>
              <a:gd name="connsiteX70" fmla="*/ 260699 w 1417917"/>
              <a:gd name="connsiteY70" fmla="*/ 345210 h 682036"/>
              <a:gd name="connsiteX71" fmla="*/ 263840 w 1417917"/>
              <a:gd name="connsiteY71" fmla="*/ 350595 h 682036"/>
              <a:gd name="connsiteX72" fmla="*/ 223008 w 1417917"/>
              <a:gd name="connsiteY72" fmla="*/ 375274 h 682036"/>
              <a:gd name="connsiteX73" fmla="*/ 261148 w 1417917"/>
              <a:gd name="connsiteY73" fmla="*/ 546232 h 682036"/>
              <a:gd name="connsiteX74" fmla="*/ 717484 w 1417917"/>
              <a:gd name="connsiteY74" fmla="*/ 259956 h 682036"/>
              <a:gd name="connsiteX75" fmla="*/ 170060 w 1417917"/>
              <a:gd name="connsiteY75" fmla="*/ 93934 h 682036"/>
              <a:gd name="connsiteX76" fmla="*/ 172753 w 1417917"/>
              <a:gd name="connsiteY76" fmla="*/ 85857 h 682036"/>
              <a:gd name="connsiteX77" fmla="*/ 720176 w 1417917"/>
              <a:gd name="connsiteY77" fmla="*/ 251879 h 682036"/>
              <a:gd name="connsiteX78" fmla="*/ 717484 w 1417917"/>
              <a:gd name="connsiteY78" fmla="*/ 259956 h 682036"/>
              <a:gd name="connsiteX79" fmla="*/ 1132090 w 1417917"/>
              <a:gd name="connsiteY79" fmla="*/ 605461 h 682036"/>
              <a:gd name="connsiteX80" fmla="*/ 956645 w 1417917"/>
              <a:gd name="connsiteY80" fmla="*/ 354633 h 682036"/>
              <a:gd name="connsiteX81" fmla="*/ 1132090 w 1417917"/>
              <a:gd name="connsiteY81" fmla="*/ 605461 h 68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417917" h="682036">
                <a:moveTo>
                  <a:pt x="1330868" y="154"/>
                </a:moveTo>
                <a:cubicBezTo>
                  <a:pt x="1337150" y="3295"/>
                  <a:pt x="1350162" y="6436"/>
                  <a:pt x="1351060" y="11372"/>
                </a:cubicBezTo>
                <a:cubicBezTo>
                  <a:pt x="1352854" y="22141"/>
                  <a:pt x="1350611" y="35153"/>
                  <a:pt x="1345227" y="44576"/>
                </a:cubicBezTo>
                <a:cubicBezTo>
                  <a:pt x="1338496" y="56691"/>
                  <a:pt x="1327278" y="66114"/>
                  <a:pt x="1317855" y="76434"/>
                </a:cubicBezTo>
                <a:cubicBezTo>
                  <a:pt x="1305291" y="90344"/>
                  <a:pt x="1294522" y="83614"/>
                  <a:pt x="1283754" y="73742"/>
                </a:cubicBezTo>
                <a:cubicBezTo>
                  <a:pt x="1271190" y="62076"/>
                  <a:pt x="1277472" y="54896"/>
                  <a:pt x="1288689" y="47268"/>
                </a:cubicBezTo>
                <a:cubicBezTo>
                  <a:pt x="1295869" y="42333"/>
                  <a:pt x="1303497" y="36499"/>
                  <a:pt x="1307535" y="29320"/>
                </a:cubicBezTo>
                <a:cubicBezTo>
                  <a:pt x="1312022" y="21243"/>
                  <a:pt x="1313368" y="10923"/>
                  <a:pt x="1316061" y="603"/>
                </a:cubicBezTo>
                <a:cubicBezTo>
                  <a:pt x="1275228" y="-2089"/>
                  <a:pt x="1242921" y="4192"/>
                  <a:pt x="1211511" y="20346"/>
                </a:cubicBezTo>
                <a:cubicBezTo>
                  <a:pt x="1116386" y="69704"/>
                  <a:pt x="1020811" y="118613"/>
                  <a:pt x="925236" y="167073"/>
                </a:cubicBezTo>
                <a:cubicBezTo>
                  <a:pt x="916711" y="171560"/>
                  <a:pt x="906390" y="175150"/>
                  <a:pt x="897416" y="174253"/>
                </a:cubicBezTo>
                <a:cubicBezTo>
                  <a:pt x="874083" y="172009"/>
                  <a:pt x="851648" y="167073"/>
                  <a:pt x="828315" y="163484"/>
                </a:cubicBezTo>
                <a:cubicBezTo>
                  <a:pt x="832802" y="139254"/>
                  <a:pt x="818892" y="126690"/>
                  <a:pt x="795559" y="133869"/>
                </a:cubicBezTo>
                <a:cubicBezTo>
                  <a:pt x="786136" y="136561"/>
                  <a:pt x="777611" y="142843"/>
                  <a:pt x="768637" y="146433"/>
                </a:cubicBezTo>
                <a:cubicBezTo>
                  <a:pt x="762803" y="148676"/>
                  <a:pt x="756073" y="151817"/>
                  <a:pt x="749791" y="150920"/>
                </a:cubicBezTo>
                <a:cubicBezTo>
                  <a:pt x="673959" y="139254"/>
                  <a:pt x="598576" y="126690"/>
                  <a:pt x="527232" y="115023"/>
                </a:cubicBezTo>
                <a:cubicBezTo>
                  <a:pt x="524091" y="102459"/>
                  <a:pt x="524091" y="85857"/>
                  <a:pt x="518258" y="83614"/>
                </a:cubicBezTo>
                <a:cubicBezTo>
                  <a:pt x="509283" y="80024"/>
                  <a:pt x="496271" y="84960"/>
                  <a:pt x="485053" y="87652"/>
                </a:cubicBezTo>
                <a:cubicBezTo>
                  <a:pt x="480117" y="88998"/>
                  <a:pt x="476079" y="93934"/>
                  <a:pt x="471143" y="95280"/>
                </a:cubicBezTo>
                <a:cubicBezTo>
                  <a:pt x="460823" y="97972"/>
                  <a:pt x="449605" y="102011"/>
                  <a:pt x="439734" y="100665"/>
                </a:cubicBezTo>
                <a:cubicBezTo>
                  <a:pt x="355377" y="88101"/>
                  <a:pt x="271468" y="74191"/>
                  <a:pt x="187111" y="61178"/>
                </a:cubicBezTo>
                <a:cubicBezTo>
                  <a:pt x="181278" y="60281"/>
                  <a:pt x="173650" y="61627"/>
                  <a:pt x="168265" y="64768"/>
                </a:cubicBezTo>
                <a:cubicBezTo>
                  <a:pt x="153010" y="73742"/>
                  <a:pt x="138202" y="84062"/>
                  <a:pt x="120703" y="95729"/>
                </a:cubicBezTo>
                <a:cubicBezTo>
                  <a:pt x="308711" y="157651"/>
                  <a:pt x="494028" y="218675"/>
                  <a:pt x="680690" y="280148"/>
                </a:cubicBezTo>
                <a:cubicBezTo>
                  <a:pt x="677998" y="283289"/>
                  <a:pt x="677100" y="284186"/>
                  <a:pt x="676203" y="285084"/>
                </a:cubicBezTo>
                <a:cubicBezTo>
                  <a:pt x="594987" y="327711"/>
                  <a:pt x="513322" y="370787"/>
                  <a:pt x="431657" y="412517"/>
                </a:cubicBezTo>
                <a:cubicBezTo>
                  <a:pt x="425824" y="415658"/>
                  <a:pt x="415055" y="413414"/>
                  <a:pt x="408773" y="409824"/>
                </a:cubicBezTo>
                <a:cubicBezTo>
                  <a:pt x="361659" y="382004"/>
                  <a:pt x="315442" y="352838"/>
                  <a:pt x="268776" y="324570"/>
                </a:cubicBezTo>
                <a:cubicBezTo>
                  <a:pt x="263840" y="321429"/>
                  <a:pt x="255764" y="317839"/>
                  <a:pt x="251276" y="319634"/>
                </a:cubicBezTo>
                <a:cubicBezTo>
                  <a:pt x="229739" y="328160"/>
                  <a:pt x="209098" y="338929"/>
                  <a:pt x="188009" y="348800"/>
                </a:cubicBezTo>
                <a:cubicBezTo>
                  <a:pt x="195637" y="383351"/>
                  <a:pt x="203265" y="416106"/>
                  <a:pt x="211342" y="451106"/>
                </a:cubicBezTo>
                <a:cubicBezTo>
                  <a:pt x="139099" y="443478"/>
                  <a:pt x="69550" y="436298"/>
                  <a:pt x="0" y="428670"/>
                </a:cubicBezTo>
                <a:cubicBezTo>
                  <a:pt x="2244" y="433157"/>
                  <a:pt x="4487" y="434503"/>
                  <a:pt x="7628" y="436298"/>
                </a:cubicBezTo>
                <a:cubicBezTo>
                  <a:pt x="68204" y="466810"/>
                  <a:pt x="129228" y="496874"/>
                  <a:pt x="189804" y="527835"/>
                </a:cubicBezTo>
                <a:cubicBezTo>
                  <a:pt x="196983" y="531873"/>
                  <a:pt x="204162" y="540847"/>
                  <a:pt x="206406" y="548924"/>
                </a:cubicBezTo>
                <a:cubicBezTo>
                  <a:pt x="209996" y="561039"/>
                  <a:pt x="216277" y="567321"/>
                  <a:pt x="227495" y="564629"/>
                </a:cubicBezTo>
                <a:cubicBezTo>
                  <a:pt x="256661" y="558347"/>
                  <a:pt x="278199" y="573154"/>
                  <a:pt x="300634" y="587961"/>
                </a:cubicBezTo>
                <a:cubicBezTo>
                  <a:pt x="334287" y="610846"/>
                  <a:pt x="368389" y="632832"/>
                  <a:pt x="402491" y="655268"/>
                </a:cubicBezTo>
                <a:cubicBezTo>
                  <a:pt x="407427" y="658409"/>
                  <a:pt x="412363" y="660652"/>
                  <a:pt x="422234" y="666037"/>
                </a:cubicBezTo>
                <a:cubicBezTo>
                  <a:pt x="422234" y="624756"/>
                  <a:pt x="422683" y="587513"/>
                  <a:pt x="421785" y="550270"/>
                </a:cubicBezTo>
                <a:cubicBezTo>
                  <a:pt x="421785" y="537706"/>
                  <a:pt x="426273" y="533668"/>
                  <a:pt x="438388" y="531424"/>
                </a:cubicBezTo>
                <a:cubicBezTo>
                  <a:pt x="508386" y="519309"/>
                  <a:pt x="579282" y="509886"/>
                  <a:pt x="645691" y="481618"/>
                </a:cubicBezTo>
                <a:cubicBezTo>
                  <a:pt x="717484" y="451106"/>
                  <a:pt x="790175" y="423286"/>
                  <a:pt x="861968" y="393222"/>
                </a:cubicBezTo>
                <a:cubicBezTo>
                  <a:pt x="875878" y="387389"/>
                  <a:pt x="886198" y="388286"/>
                  <a:pt x="898762" y="396363"/>
                </a:cubicBezTo>
                <a:cubicBezTo>
                  <a:pt x="964722" y="438990"/>
                  <a:pt x="1020811" y="491938"/>
                  <a:pt x="1064335" y="557001"/>
                </a:cubicBezTo>
                <a:cubicBezTo>
                  <a:pt x="1092155" y="598282"/>
                  <a:pt x="1115488" y="642255"/>
                  <a:pt x="1141065" y="685331"/>
                </a:cubicBezTo>
                <a:cubicBezTo>
                  <a:pt x="1148692" y="679947"/>
                  <a:pt x="1157666" y="672319"/>
                  <a:pt x="1167538" y="667383"/>
                </a:cubicBezTo>
                <a:cubicBezTo>
                  <a:pt x="1188179" y="657062"/>
                  <a:pt x="1197602" y="643153"/>
                  <a:pt x="1188627" y="619820"/>
                </a:cubicBezTo>
                <a:cubicBezTo>
                  <a:pt x="1184140" y="608602"/>
                  <a:pt x="1189525" y="601423"/>
                  <a:pt x="1202089" y="598730"/>
                </a:cubicBezTo>
                <a:cubicBezTo>
                  <a:pt x="1215101" y="595590"/>
                  <a:pt x="1227665" y="590654"/>
                  <a:pt x="1239331" y="584820"/>
                </a:cubicBezTo>
                <a:cubicBezTo>
                  <a:pt x="1256831" y="576295"/>
                  <a:pt x="1262664" y="560590"/>
                  <a:pt x="1255934" y="544886"/>
                </a:cubicBezTo>
                <a:cubicBezTo>
                  <a:pt x="1248306" y="527386"/>
                  <a:pt x="1233050" y="530976"/>
                  <a:pt x="1219588" y="533668"/>
                </a:cubicBezTo>
                <a:cubicBezTo>
                  <a:pt x="1205678" y="536809"/>
                  <a:pt x="1192217" y="542642"/>
                  <a:pt x="1176961" y="547578"/>
                </a:cubicBezTo>
                <a:cubicBezTo>
                  <a:pt x="1172474" y="520207"/>
                  <a:pt x="1167987" y="494630"/>
                  <a:pt x="1163948" y="469054"/>
                </a:cubicBezTo>
                <a:cubicBezTo>
                  <a:pt x="1163051" y="464567"/>
                  <a:pt x="1163500" y="460080"/>
                  <a:pt x="1163051" y="454695"/>
                </a:cubicBezTo>
                <a:cubicBezTo>
                  <a:pt x="1171128" y="452003"/>
                  <a:pt x="1178756" y="449759"/>
                  <a:pt x="1186384" y="447067"/>
                </a:cubicBezTo>
                <a:cubicBezTo>
                  <a:pt x="1194461" y="444375"/>
                  <a:pt x="1202986" y="442131"/>
                  <a:pt x="1210614" y="438542"/>
                </a:cubicBezTo>
                <a:cubicBezTo>
                  <a:pt x="1230357" y="429568"/>
                  <a:pt x="1240229" y="408478"/>
                  <a:pt x="1232601" y="390979"/>
                </a:cubicBezTo>
                <a:cubicBezTo>
                  <a:pt x="1225422" y="373928"/>
                  <a:pt x="1213306" y="370787"/>
                  <a:pt x="1188627" y="379312"/>
                </a:cubicBezTo>
                <a:cubicBezTo>
                  <a:pt x="1176961" y="383351"/>
                  <a:pt x="1164846" y="386940"/>
                  <a:pt x="1150936" y="390979"/>
                </a:cubicBezTo>
                <a:cubicBezTo>
                  <a:pt x="1144654" y="353736"/>
                  <a:pt x="1139718" y="318288"/>
                  <a:pt x="1132539" y="283289"/>
                </a:cubicBezTo>
                <a:cubicBezTo>
                  <a:pt x="1129398" y="268033"/>
                  <a:pt x="1132539" y="259507"/>
                  <a:pt x="1146449" y="250982"/>
                </a:cubicBezTo>
                <a:cubicBezTo>
                  <a:pt x="1207473" y="212842"/>
                  <a:pt x="1268049" y="174253"/>
                  <a:pt x="1328175" y="133869"/>
                </a:cubicBezTo>
                <a:cubicBezTo>
                  <a:pt x="1367662" y="107395"/>
                  <a:pt x="1395482" y="70152"/>
                  <a:pt x="1420609" y="29320"/>
                </a:cubicBezTo>
                <a:cubicBezTo>
                  <a:pt x="1392790" y="5987"/>
                  <a:pt x="1361829" y="-295"/>
                  <a:pt x="1330868" y="154"/>
                </a:cubicBezTo>
                <a:close/>
                <a:moveTo>
                  <a:pt x="261148" y="546232"/>
                </a:moveTo>
                <a:cubicBezTo>
                  <a:pt x="258456" y="546680"/>
                  <a:pt x="256212" y="547129"/>
                  <a:pt x="253520" y="547578"/>
                </a:cubicBezTo>
                <a:cubicBezTo>
                  <a:pt x="250828" y="536360"/>
                  <a:pt x="248136" y="525142"/>
                  <a:pt x="245443" y="513925"/>
                </a:cubicBezTo>
                <a:cubicBezTo>
                  <a:pt x="235572" y="471746"/>
                  <a:pt x="226149" y="429568"/>
                  <a:pt x="215829" y="387838"/>
                </a:cubicBezTo>
                <a:cubicBezTo>
                  <a:pt x="212688" y="374825"/>
                  <a:pt x="214034" y="366748"/>
                  <a:pt x="227944" y="361364"/>
                </a:cubicBezTo>
                <a:cubicBezTo>
                  <a:pt x="239162" y="356877"/>
                  <a:pt x="249482" y="350595"/>
                  <a:pt x="260699" y="345210"/>
                </a:cubicBezTo>
                <a:cubicBezTo>
                  <a:pt x="261597" y="347005"/>
                  <a:pt x="262943" y="348800"/>
                  <a:pt x="263840" y="350595"/>
                </a:cubicBezTo>
                <a:cubicBezTo>
                  <a:pt x="250828" y="358223"/>
                  <a:pt x="237815" y="366300"/>
                  <a:pt x="223008" y="375274"/>
                </a:cubicBezTo>
                <a:cubicBezTo>
                  <a:pt x="235123" y="431811"/>
                  <a:pt x="248136" y="489246"/>
                  <a:pt x="261148" y="546232"/>
                </a:cubicBezTo>
                <a:close/>
                <a:moveTo>
                  <a:pt x="717484" y="259956"/>
                </a:moveTo>
                <a:cubicBezTo>
                  <a:pt x="534860" y="204765"/>
                  <a:pt x="352685" y="149125"/>
                  <a:pt x="170060" y="93934"/>
                </a:cubicBezTo>
                <a:cubicBezTo>
                  <a:pt x="170958" y="91242"/>
                  <a:pt x="171855" y="88550"/>
                  <a:pt x="172753" y="85857"/>
                </a:cubicBezTo>
                <a:cubicBezTo>
                  <a:pt x="355377" y="141048"/>
                  <a:pt x="537552" y="196688"/>
                  <a:pt x="720176" y="251879"/>
                </a:cubicBezTo>
                <a:cubicBezTo>
                  <a:pt x="718830" y="254571"/>
                  <a:pt x="718382" y="257264"/>
                  <a:pt x="717484" y="259956"/>
                </a:cubicBezTo>
                <a:close/>
                <a:moveTo>
                  <a:pt x="1132090" y="605461"/>
                </a:moveTo>
                <a:cubicBezTo>
                  <a:pt x="1088566" y="511232"/>
                  <a:pt x="1023503" y="432709"/>
                  <a:pt x="956645" y="354633"/>
                </a:cubicBezTo>
                <a:cubicBezTo>
                  <a:pt x="997478" y="370338"/>
                  <a:pt x="1130295" y="560142"/>
                  <a:pt x="1132090" y="605461"/>
                </a:cubicBezTo>
                <a:close/>
              </a:path>
            </a:pathLst>
          </a:custGeom>
          <a:solidFill>
            <a:schemeClr val="accent2"/>
          </a:solidFill>
          <a:ln w="4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C7866E-54A3-4793-BC31-828FB8C61C80}"/>
              </a:ext>
            </a:extLst>
          </p:cNvPr>
          <p:cNvGrpSpPr/>
          <p:nvPr/>
        </p:nvGrpSpPr>
        <p:grpSpPr>
          <a:xfrm>
            <a:off x="5443318" y="2033256"/>
            <a:ext cx="2500578" cy="850134"/>
            <a:chOff x="8204287" y="3652285"/>
            <a:chExt cx="3620670" cy="1230937"/>
          </a:xfrm>
          <a:solidFill>
            <a:schemeClr val="accent5"/>
          </a:solidFill>
        </p:grpSpPr>
        <p:sp>
          <p:nvSpPr>
            <p:cNvPr id="406" name="자유형: 도형 52">
              <a:extLst>
                <a:ext uri="{FF2B5EF4-FFF2-40B4-BE49-F238E27FC236}">
                  <a16:creationId xmlns:a16="http://schemas.microsoft.com/office/drawing/2014/main" id="{A20DCED9-8CCC-4C28-9B04-244E28F72CFC}"/>
                </a:ext>
              </a:extLst>
            </p:cNvPr>
            <p:cNvSpPr/>
            <p:nvPr/>
          </p:nvSpPr>
          <p:spPr>
            <a:xfrm>
              <a:off x="8204287" y="3715298"/>
              <a:ext cx="3620668" cy="1167924"/>
            </a:xfrm>
            <a:custGeom>
              <a:avLst/>
              <a:gdLst>
                <a:gd name="connsiteX0" fmla="*/ 160109 w 3195788"/>
                <a:gd name="connsiteY0" fmla="*/ 0 h 1160647"/>
                <a:gd name="connsiteX1" fmla="*/ 162135 w 3195788"/>
                <a:gd name="connsiteY1" fmla="*/ 246443 h 1160647"/>
                <a:gd name="connsiteX2" fmla="*/ 200642 w 3195788"/>
                <a:gd name="connsiteY2" fmla="*/ 326429 h 1160647"/>
                <a:gd name="connsiteX3" fmla="*/ 202669 w 3195788"/>
                <a:gd name="connsiteY3" fmla="*/ 326429 h 1160647"/>
                <a:gd name="connsiteX4" fmla="*/ 216856 w 3195788"/>
                <a:gd name="connsiteY4" fmla="*/ 326429 h 1160647"/>
                <a:gd name="connsiteX5" fmla="*/ 216856 w 3195788"/>
                <a:gd name="connsiteY5" fmla="*/ 350208 h 1160647"/>
                <a:gd name="connsiteX6" fmla="*/ 217363 w 3195788"/>
                <a:gd name="connsiteY6" fmla="*/ 351019 h 1160647"/>
                <a:gd name="connsiteX7" fmla="*/ 220909 w 3195788"/>
                <a:gd name="connsiteY7" fmla="*/ 356694 h 1160647"/>
                <a:gd name="connsiteX8" fmla="*/ 220909 w 3195788"/>
                <a:gd name="connsiteY8" fmla="*/ 471268 h 1160647"/>
                <a:gd name="connsiteX9" fmla="*/ 223189 w 3195788"/>
                <a:gd name="connsiteY9" fmla="*/ 471268 h 1160647"/>
                <a:gd name="connsiteX10" fmla="*/ 239150 w 3195788"/>
                <a:gd name="connsiteY10" fmla="*/ 471268 h 1160647"/>
                <a:gd name="connsiteX11" fmla="*/ 239150 w 3195788"/>
                <a:gd name="connsiteY11" fmla="*/ 611783 h 1160647"/>
                <a:gd name="connsiteX12" fmla="*/ 240670 w 3195788"/>
                <a:gd name="connsiteY12" fmla="*/ 611513 h 1160647"/>
                <a:gd name="connsiteX13" fmla="*/ 251310 w 3195788"/>
                <a:gd name="connsiteY13" fmla="*/ 609622 h 1160647"/>
                <a:gd name="connsiteX14" fmla="*/ 249283 w 3195788"/>
                <a:gd name="connsiteY14" fmla="*/ 698254 h 1160647"/>
                <a:gd name="connsiteX15" fmla="*/ 250803 w 3195788"/>
                <a:gd name="connsiteY15" fmla="*/ 698525 h 1160647"/>
                <a:gd name="connsiteX16" fmla="*/ 261443 w 3195788"/>
                <a:gd name="connsiteY16" fmla="*/ 700416 h 1160647"/>
                <a:gd name="connsiteX17" fmla="*/ 261696 w 3195788"/>
                <a:gd name="connsiteY17" fmla="*/ 701227 h 1160647"/>
                <a:gd name="connsiteX18" fmla="*/ 263470 w 3195788"/>
                <a:gd name="connsiteY18" fmla="*/ 706902 h 1160647"/>
                <a:gd name="connsiteX19" fmla="*/ 264230 w 3195788"/>
                <a:gd name="connsiteY19" fmla="*/ 704470 h 1160647"/>
                <a:gd name="connsiteX20" fmla="*/ 269550 w 3195788"/>
                <a:gd name="connsiteY20" fmla="*/ 687446 h 1160647"/>
                <a:gd name="connsiteX21" fmla="*/ 271323 w 3195788"/>
                <a:gd name="connsiteY21" fmla="*/ 687446 h 1160647"/>
                <a:gd name="connsiteX22" fmla="*/ 283737 w 3195788"/>
                <a:gd name="connsiteY22" fmla="*/ 687446 h 1160647"/>
                <a:gd name="connsiteX23" fmla="*/ 283737 w 3195788"/>
                <a:gd name="connsiteY23" fmla="*/ 719872 h 1160647"/>
                <a:gd name="connsiteX24" fmla="*/ 284750 w 3195788"/>
                <a:gd name="connsiteY24" fmla="*/ 720413 h 1160647"/>
                <a:gd name="connsiteX25" fmla="*/ 291844 w 3195788"/>
                <a:gd name="connsiteY25" fmla="*/ 724196 h 1160647"/>
                <a:gd name="connsiteX26" fmla="*/ 291844 w 3195788"/>
                <a:gd name="connsiteY26" fmla="*/ 725547 h 1160647"/>
                <a:gd name="connsiteX27" fmla="*/ 291844 w 3195788"/>
                <a:gd name="connsiteY27" fmla="*/ 735005 h 1160647"/>
                <a:gd name="connsiteX28" fmla="*/ 336431 w 3195788"/>
                <a:gd name="connsiteY28" fmla="*/ 735005 h 1160647"/>
                <a:gd name="connsiteX29" fmla="*/ 336431 w 3195788"/>
                <a:gd name="connsiteY29" fmla="*/ 736086 h 1160647"/>
                <a:gd name="connsiteX30" fmla="*/ 336431 w 3195788"/>
                <a:gd name="connsiteY30" fmla="*/ 743652 h 1160647"/>
                <a:gd name="connsiteX31" fmla="*/ 338457 w 3195788"/>
                <a:gd name="connsiteY31" fmla="*/ 743652 h 1160647"/>
                <a:gd name="connsiteX32" fmla="*/ 352644 w 3195788"/>
                <a:gd name="connsiteY32" fmla="*/ 743652 h 1160647"/>
                <a:gd name="connsiteX33" fmla="*/ 352644 w 3195788"/>
                <a:gd name="connsiteY33" fmla="*/ 713387 h 1160647"/>
                <a:gd name="connsiteX34" fmla="*/ 397231 w 3195788"/>
                <a:gd name="connsiteY34" fmla="*/ 713387 h 1160647"/>
                <a:gd name="connsiteX35" fmla="*/ 397231 w 3195788"/>
                <a:gd name="connsiteY35" fmla="*/ 712036 h 1160647"/>
                <a:gd name="connsiteX36" fmla="*/ 397231 w 3195788"/>
                <a:gd name="connsiteY36" fmla="*/ 702578 h 1160647"/>
                <a:gd name="connsiteX37" fmla="*/ 398245 w 3195788"/>
                <a:gd name="connsiteY37" fmla="*/ 702578 h 1160647"/>
                <a:gd name="connsiteX38" fmla="*/ 405338 w 3195788"/>
                <a:gd name="connsiteY38" fmla="*/ 702578 h 1160647"/>
                <a:gd name="connsiteX39" fmla="*/ 405338 w 3195788"/>
                <a:gd name="connsiteY39" fmla="*/ 700687 h 1160647"/>
                <a:gd name="connsiteX40" fmla="*/ 405338 w 3195788"/>
                <a:gd name="connsiteY40" fmla="*/ 687446 h 1160647"/>
                <a:gd name="connsiteX41" fmla="*/ 406098 w 3195788"/>
                <a:gd name="connsiteY41" fmla="*/ 687446 h 1160647"/>
                <a:gd name="connsiteX42" fmla="*/ 411418 w 3195788"/>
                <a:gd name="connsiteY42" fmla="*/ 687446 h 1160647"/>
                <a:gd name="connsiteX43" fmla="*/ 411418 w 3195788"/>
                <a:gd name="connsiteY43" fmla="*/ 686365 h 1160647"/>
                <a:gd name="connsiteX44" fmla="*/ 411418 w 3195788"/>
                <a:gd name="connsiteY44" fmla="*/ 678798 h 1160647"/>
                <a:gd name="connsiteX45" fmla="*/ 413445 w 3195788"/>
                <a:gd name="connsiteY45" fmla="*/ 678798 h 1160647"/>
                <a:gd name="connsiteX46" fmla="*/ 427632 w 3195788"/>
                <a:gd name="connsiteY46" fmla="*/ 678798 h 1160647"/>
                <a:gd name="connsiteX47" fmla="*/ 427632 w 3195788"/>
                <a:gd name="connsiteY47" fmla="*/ 679879 h 1160647"/>
                <a:gd name="connsiteX48" fmla="*/ 427632 w 3195788"/>
                <a:gd name="connsiteY48" fmla="*/ 687446 h 1160647"/>
                <a:gd name="connsiteX49" fmla="*/ 449925 w 3195788"/>
                <a:gd name="connsiteY49" fmla="*/ 687446 h 1160647"/>
                <a:gd name="connsiteX50" fmla="*/ 449925 w 3195788"/>
                <a:gd name="connsiteY50" fmla="*/ 685554 h 1160647"/>
                <a:gd name="connsiteX51" fmla="*/ 449925 w 3195788"/>
                <a:gd name="connsiteY51" fmla="*/ 672313 h 1160647"/>
                <a:gd name="connsiteX52" fmla="*/ 451699 w 3195788"/>
                <a:gd name="connsiteY52" fmla="*/ 672313 h 1160647"/>
                <a:gd name="connsiteX53" fmla="*/ 464112 w 3195788"/>
                <a:gd name="connsiteY53" fmla="*/ 672313 h 1160647"/>
                <a:gd name="connsiteX54" fmla="*/ 464112 w 3195788"/>
                <a:gd name="connsiteY54" fmla="*/ 696093 h 1160647"/>
                <a:gd name="connsiteX55" fmla="*/ 465126 w 3195788"/>
                <a:gd name="connsiteY55" fmla="*/ 696093 h 1160647"/>
                <a:gd name="connsiteX56" fmla="*/ 472219 w 3195788"/>
                <a:gd name="connsiteY56" fmla="*/ 696093 h 1160647"/>
                <a:gd name="connsiteX57" fmla="*/ 472219 w 3195788"/>
                <a:gd name="connsiteY57" fmla="*/ 695012 h 1160647"/>
                <a:gd name="connsiteX58" fmla="*/ 472219 w 3195788"/>
                <a:gd name="connsiteY58" fmla="*/ 687446 h 1160647"/>
                <a:gd name="connsiteX59" fmla="*/ 473992 w 3195788"/>
                <a:gd name="connsiteY59" fmla="*/ 687446 h 1160647"/>
                <a:gd name="connsiteX60" fmla="*/ 486406 w 3195788"/>
                <a:gd name="connsiteY60" fmla="*/ 687446 h 1160647"/>
                <a:gd name="connsiteX61" fmla="*/ 486406 w 3195788"/>
                <a:gd name="connsiteY61" fmla="*/ 713387 h 1160647"/>
                <a:gd name="connsiteX62" fmla="*/ 488433 w 3195788"/>
                <a:gd name="connsiteY62" fmla="*/ 713387 h 1160647"/>
                <a:gd name="connsiteX63" fmla="*/ 502619 w 3195788"/>
                <a:gd name="connsiteY63" fmla="*/ 713387 h 1160647"/>
                <a:gd name="connsiteX64" fmla="*/ 502619 w 3195788"/>
                <a:gd name="connsiteY64" fmla="*/ 715008 h 1160647"/>
                <a:gd name="connsiteX65" fmla="*/ 502619 w 3195788"/>
                <a:gd name="connsiteY65" fmla="*/ 726358 h 1160647"/>
                <a:gd name="connsiteX66" fmla="*/ 503379 w 3195788"/>
                <a:gd name="connsiteY66" fmla="*/ 726358 h 1160647"/>
                <a:gd name="connsiteX67" fmla="*/ 508700 w 3195788"/>
                <a:gd name="connsiteY67" fmla="*/ 726358 h 1160647"/>
                <a:gd name="connsiteX68" fmla="*/ 508700 w 3195788"/>
                <a:gd name="connsiteY68" fmla="*/ 725547 h 1160647"/>
                <a:gd name="connsiteX69" fmla="*/ 508700 w 3195788"/>
                <a:gd name="connsiteY69" fmla="*/ 719872 h 1160647"/>
                <a:gd name="connsiteX70" fmla="*/ 539100 w 3195788"/>
                <a:gd name="connsiteY70" fmla="*/ 719872 h 1160647"/>
                <a:gd name="connsiteX71" fmla="*/ 539100 w 3195788"/>
                <a:gd name="connsiteY71" fmla="*/ 743652 h 1160647"/>
                <a:gd name="connsiteX72" fmla="*/ 540113 w 3195788"/>
                <a:gd name="connsiteY72" fmla="*/ 743652 h 1160647"/>
                <a:gd name="connsiteX73" fmla="*/ 547207 w 3195788"/>
                <a:gd name="connsiteY73" fmla="*/ 743652 h 1160647"/>
                <a:gd name="connsiteX74" fmla="*/ 547207 w 3195788"/>
                <a:gd name="connsiteY74" fmla="*/ 744733 h 1160647"/>
                <a:gd name="connsiteX75" fmla="*/ 547207 w 3195788"/>
                <a:gd name="connsiteY75" fmla="*/ 752299 h 1160647"/>
                <a:gd name="connsiteX76" fmla="*/ 547967 w 3195788"/>
                <a:gd name="connsiteY76" fmla="*/ 752299 h 1160647"/>
                <a:gd name="connsiteX77" fmla="*/ 553287 w 3195788"/>
                <a:gd name="connsiteY77" fmla="*/ 752299 h 1160647"/>
                <a:gd name="connsiteX78" fmla="*/ 553287 w 3195788"/>
                <a:gd name="connsiteY78" fmla="*/ 750137 h 1160647"/>
                <a:gd name="connsiteX79" fmla="*/ 553287 w 3195788"/>
                <a:gd name="connsiteY79" fmla="*/ 735005 h 1160647"/>
                <a:gd name="connsiteX80" fmla="*/ 554300 w 3195788"/>
                <a:gd name="connsiteY80" fmla="*/ 735005 h 1160647"/>
                <a:gd name="connsiteX81" fmla="*/ 561394 w 3195788"/>
                <a:gd name="connsiteY81" fmla="*/ 735005 h 1160647"/>
                <a:gd name="connsiteX82" fmla="*/ 561394 w 3195788"/>
                <a:gd name="connsiteY82" fmla="*/ 736086 h 1160647"/>
                <a:gd name="connsiteX83" fmla="*/ 561394 w 3195788"/>
                <a:gd name="connsiteY83" fmla="*/ 743652 h 1160647"/>
                <a:gd name="connsiteX84" fmla="*/ 566714 w 3195788"/>
                <a:gd name="connsiteY84" fmla="*/ 741659 h 1160647"/>
                <a:gd name="connsiteX85" fmla="*/ 567474 w 3195788"/>
                <a:gd name="connsiteY85" fmla="*/ 740679 h 1160647"/>
                <a:gd name="connsiteX86" fmla="*/ 567474 w 3195788"/>
                <a:gd name="connsiteY86" fmla="*/ 735005 h 1160647"/>
                <a:gd name="connsiteX87" fmla="*/ 605981 w 3195788"/>
                <a:gd name="connsiteY87" fmla="*/ 735005 h 1160647"/>
                <a:gd name="connsiteX88" fmla="*/ 605981 w 3195788"/>
                <a:gd name="connsiteY88" fmla="*/ 758784 h 1160647"/>
                <a:gd name="connsiteX89" fmla="*/ 608007 w 3195788"/>
                <a:gd name="connsiteY89" fmla="*/ 758784 h 1160647"/>
                <a:gd name="connsiteX90" fmla="*/ 622194 w 3195788"/>
                <a:gd name="connsiteY90" fmla="*/ 758784 h 1160647"/>
                <a:gd name="connsiteX91" fmla="*/ 622194 w 3195788"/>
                <a:gd name="connsiteY91" fmla="*/ 759865 h 1160647"/>
                <a:gd name="connsiteX92" fmla="*/ 622194 w 3195788"/>
                <a:gd name="connsiteY92" fmla="*/ 767431 h 1160647"/>
                <a:gd name="connsiteX93" fmla="*/ 623968 w 3195788"/>
                <a:gd name="connsiteY93" fmla="*/ 767431 h 1160647"/>
                <a:gd name="connsiteX94" fmla="*/ 636381 w 3195788"/>
                <a:gd name="connsiteY94" fmla="*/ 767431 h 1160647"/>
                <a:gd name="connsiteX95" fmla="*/ 636381 w 3195788"/>
                <a:gd name="connsiteY95" fmla="*/ 743652 h 1160647"/>
                <a:gd name="connsiteX96" fmla="*/ 637394 w 3195788"/>
                <a:gd name="connsiteY96" fmla="*/ 743652 h 1160647"/>
                <a:gd name="connsiteX97" fmla="*/ 644488 w 3195788"/>
                <a:gd name="connsiteY97" fmla="*/ 743652 h 1160647"/>
                <a:gd name="connsiteX98" fmla="*/ 644488 w 3195788"/>
                <a:gd name="connsiteY98" fmla="*/ 711225 h 1160647"/>
                <a:gd name="connsiteX99" fmla="*/ 645501 w 3195788"/>
                <a:gd name="connsiteY99" fmla="*/ 711225 h 1160647"/>
                <a:gd name="connsiteX100" fmla="*/ 652595 w 3195788"/>
                <a:gd name="connsiteY100" fmla="*/ 711225 h 1160647"/>
                <a:gd name="connsiteX101" fmla="*/ 652595 w 3195788"/>
                <a:gd name="connsiteY101" fmla="*/ 709334 h 1160647"/>
                <a:gd name="connsiteX102" fmla="*/ 652595 w 3195788"/>
                <a:gd name="connsiteY102" fmla="*/ 696093 h 1160647"/>
                <a:gd name="connsiteX103" fmla="*/ 651328 w 3195788"/>
                <a:gd name="connsiteY103" fmla="*/ 694471 h 1160647"/>
                <a:gd name="connsiteX104" fmla="*/ 656648 w 3195788"/>
                <a:gd name="connsiteY104" fmla="*/ 683122 h 1160647"/>
                <a:gd name="connsiteX105" fmla="*/ 664755 w 3195788"/>
                <a:gd name="connsiteY105" fmla="*/ 711225 h 1160647"/>
                <a:gd name="connsiteX106" fmla="*/ 665515 w 3195788"/>
                <a:gd name="connsiteY106" fmla="*/ 711225 h 1160647"/>
                <a:gd name="connsiteX107" fmla="*/ 670835 w 3195788"/>
                <a:gd name="connsiteY107" fmla="*/ 711225 h 1160647"/>
                <a:gd name="connsiteX108" fmla="*/ 670835 w 3195788"/>
                <a:gd name="connsiteY108" fmla="*/ 605298 h 1160647"/>
                <a:gd name="connsiteX109" fmla="*/ 672355 w 3195788"/>
                <a:gd name="connsiteY109" fmla="*/ 605298 h 1160647"/>
                <a:gd name="connsiteX110" fmla="*/ 682995 w 3195788"/>
                <a:gd name="connsiteY110" fmla="*/ 605298 h 1160647"/>
                <a:gd name="connsiteX111" fmla="*/ 682995 w 3195788"/>
                <a:gd name="connsiteY111" fmla="*/ 557739 h 1160647"/>
                <a:gd name="connsiteX112" fmla="*/ 709342 w 3195788"/>
                <a:gd name="connsiteY112" fmla="*/ 557739 h 1160647"/>
                <a:gd name="connsiteX113" fmla="*/ 709342 w 3195788"/>
                <a:gd name="connsiteY113" fmla="*/ 536121 h 1160647"/>
                <a:gd name="connsiteX114" fmla="*/ 743796 w 3195788"/>
                <a:gd name="connsiteY114" fmla="*/ 536121 h 1160647"/>
                <a:gd name="connsiteX115" fmla="*/ 743796 w 3195788"/>
                <a:gd name="connsiteY115" fmla="*/ 538553 h 1160647"/>
                <a:gd name="connsiteX116" fmla="*/ 743796 w 3195788"/>
                <a:gd name="connsiteY116" fmla="*/ 555577 h 1160647"/>
                <a:gd name="connsiteX117" fmla="*/ 746076 w 3195788"/>
                <a:gd name="connsiteY117" fmla="*/ 555577 h 1160647"/>
                <a:gd name="connsiteX118" fmla="*/ 762036 w 3195788"/>
                <a:gd name="connsiteY118" fmla="*/ 555577 h 1160647"/>
                <a:gd name="connsiteX119" fmla="*/ 762036 w 3195788"/>
                <a:gd name="connsiteY119" fmla="*/ 603136 h 1160647"/>
                <a:gd name="connsiteX120" fmla="*/ 763049 w 3195788"/>
                <a:gd name="connsiteY120" fmla="*/ 603136 h 1160647"/>
                <a:gd name="connsiteX121" fmla="*/ 770143 w 3195788"/>
                <a:gd name="connsiteY121" fmla="*/ 603136 h 1160647"/>
                <a:gd name="connsiteX122" fmla="*/ 784330 w 3195788"/>
                <a:gd name="connsiteY122" fmla="*/ 607460 h 1160647"/>
                <a:gd name="connsiteX123" fmla="*/ 784330 w 3195788"/>
                <a:gd name="connsiteY123" fmla="*/ 646372 h 1160647"/>
                <a:gd name="connsiteX124" fmla="*/ 785343 w 3195788"/>
                <a:gd name="connsiteY124" fmla="*/ 646372 h 1160647"/>
                <a:gd name="connsiteX125" fmla="*/ 792436 w 3195788"/>
                <a:gd name="connsiteY125" fmla="*/ 646372 h 1160647"/>
                <a:gd name="connsiteX126" fmla="*/ 792436 w 3195788"/>
                <a:gd name="connsiteY126" fmla="*/ 647993 h 1160647"/>
                <a:gd name="connsiteX127" fmla="*/ 792436 w 3195788"/>
                <a:gd name="connsiteY127" fmla="*/ 659342 h 1160647"/>
                <a:gd name="connsiteX128" fmla="*/ 794463 w 3195788"/>
                <a:gd name="connsiteY128" fmla="*/ 659342 h 1160647"/>
                <a:gd name="connsiteX129" fmla="*/ 808650 w 3195788"/>
                <a:gd name="connsiteY129" fmla="*/ 659342 h 1160647"/>
                <a:gd name="connsiteX130" fmla="*/ 814730 w 3195788"/>
                <a:gd name="connsiteY130" fmla="*/ 665828 h 1160647"/>
                <a:gd name="connsiteX131" fmla="*/ 814730 w 3195788"/>
                <a:gd name="connsiteY131" fmla="*/ 687446 h 1160647"/>
                <a:gd name="connsiteX132" fmla="*/ 817010 w 3195788"/>
                <a:gd name="connsiteY132" fmla="*/ 687446 h 1160647"/>
                <a:gd name="connsiteX133" fmla="*/ 832970 w 3195788"/>
                <a:gd name="connsiteY133" fmla="*/ 687446 h 1160647"/>
                <a:gd name="connsiteX134" fmla="*/ 832970 w 3195788"/>
                <a:gd name="connsiteY134" fmla="*/ 688526 h 1160647"/>
                <a:gd name="connsiteX135" fmla="*/ 832970 w 3195788"/>
                <a:gd name="connsiteY135" fmla="*/ 696093 h 1160647"/>
                <a:gd name="connsiteX136" fmla="*/ 834237 w 3195788"/>
                <a:gd name="connsiteY136" fmla="*/ 696093 h 1160647"/>
                <a:gd name="connsiteX137" fmla="*/ 843104 w 3195788"/>
                <a:gd name="connsiteY137" fmla="*/ 696093 h 1160647"/>
                <a:gd name="connsiteX138" fmla="*/ 843104 w 3195788"/>
                <a:gd name="connsiteY138" fmla="*/ 698254 h 1160647"/>
                <a:gd name="connsiteX139" fmla="*/ 843104 w 3195788"/>
                <a:gd name="connsiteY139" fmla="*/ 713387 h 1160647"/>
                <a:gd name="connsiteX140" fmla="*/ 847157 w 3195788"/>
                <a:gd name="connsiteY140" fmla="*/ 711495 h 1160647"/>
                <a:gd name="connsiteX141" fmla="*/ 847157 w 3195788"/>
                <a:gd name="connsiteY141" fmla="*/ 698254 h 1160647"/>
                <a:gd name="connsiteX142" fmla="*/ 848170 w 3195788"/>
                <a:gd name="connsiteY142" fmla="*/ 698254 h 1160647"/>
                <a:gd name="connsiteX143" fmla="*/ 855264 w 3195788"/>
                <a:gd name="connsiteY143" fmla="*/ 698254 h 1160647"/>
                <a:gd name="connsiteX144" fmla="*/ 855264 w 3195788"/>
                <a:gd name="connsiteY144" fmla="*/ 699876 h 1160647"/>
                <a:gd name="connsiteX145" fmla="*/ 855264 w 3195788"/>
                <a:gd name="connsiteY145" fmla="*/ 711225 h 1160647"/>
                <a:gd name="connsiteX146" fmla="*/ 856024 w 3195788"/>
                <a:gd name="connsiteY146" fmla="*/ 711225 h 1160647"/>
                <a:gd name="connsiteX147" fmla="*/ 861344 w 3195788"/>
                <a:gd name="connsiteY147" fmla="*/ 711225 h 1160647"/>
                <a:gd name="connsiteX148" fmla="*/ 909984 w 3195788"/>
                <a:gd name="connsiteY148" fmla="*/ 706902 h 1160647"/>
                <a:gd name="connsiteX149" fmla="*/ 909984 w 3195788"/>
                <a:gd name="connsiteY149" fmla="*/ 708253 h 1160647"/>
                <a:gd name="connsiteX150" fmla="*/ 909984 w 3195788"/>
                <a:gd name="connsiteY150" fmla="*/ 717710 h 1160647"/>
                <a:gd name="connsiteX151" fmla="*/ 910744 w 3195788"/>
                <a:gd name="connsiteY151" fmla="*/ 717710 h 1160647"/>
                <a:gd name="connsiteX152" fmla="*/ 916065 w 3195788"/>
                <a:gd name="connsiteY152" fmla="*/ 717710 h 1160647"/>
                <a:gd name="connsiteX153" fmla="*/ 916065 w 3195788"/>
                <a:gd name="connsiteY153" fmla="*/ 719872 h 1160647"/>
                <a:gd name="connsiteX154" fmla="*/ 916065 w 3195788"/>
                <a:gd name="connsiteY154" fmla="*/ 735005 h 1160647"/>
                <a:gd name="connsiteX155" fmla="*/ 918091 w 3195788"/>
                <a:gd name="connsiteY155" fmla="*/ 733654 h 1160647"/>
                <a:gd name="connsiteX156" fmla="*/ 932278 w 3195788"/>
                <a:gd name="connsiteY156" fmla="*/ 724196 h 1160647"/>
                <a:gd name="connsiteX157" fmla="*/ 938358 w 3195788"/>
                <a:gd name="connsiteY157" fmla="*/ 683122 h 1160647"/>
                <a:gd name="connsiteX158" fmla="*/ 939118 w 3195788"/>
                <a:gd name="connsiteY158" fmla="*/ 682852 h 1160647"/>
                <a:gd name="connsiteX159" fmla="*/ 944438 w 3195788"/>
                <a:gd name="connsiteY159" fmla="*/ 680960 h 1160647"/>
                <a:gd name="connsiteX160" fmla="*/ 946465 w 3195788"/>
                <a:gd name="connsiteY160" fmla="*/ 611783 h 1160647"/>
                <a:gd name="connsiteX161" fmla="*/ 948492 w 3195788"/>
                <a:gd name="connsiteY161" fmla="*/ 680960 h 1160647"/>
                <a:gd name="connsiteX162" fmla="*/ 949252 w 3195788"/>
                <a:gd name="connsiteY162" fmla="*/ 681230 h 1160647"/>
                <a:gd name="connsiteX163" fmla="*/ 954572 w 3195788"/>
                <a:gd name="connsiteY163" fmla="*/ 683122 h 1160647"/>
                <a:gd name="connsiteX164" fmla="*/ 954572 w 3195788"/>
                <a:gd name="connsiteY164" fmla="*/ 596651 h 1160647"/>
                <a:gd name="connsiteX165" fmla="*/ 958625 w 3195788"/>
                <a:gd name="connsiteY165" fmla="*/ 564224 h 1160647"/>
                <a:gd name="connsiteX166" fmla="*/ 997132 w 3195788"/>
                <a:gd name="connsiteY166" fmla="*/ 564224 h 1160647"/>
                <a:gd name="connsiteX167" fmla="*/ 997132 w 3195788"/>
                <a:gd name="connsiteY167" fmla="*/ 596651 h 1160647"/>
                <a:gd name="connsiteX168" fmla="*/ 997892 w 3195788"/>
                <a:gd name="connsiteY168" fmla="*/ 596651 h 1160647"/>
                <a:gd name="connsiteX169" fmla="*/ 1003212 w 3195788"/>
                <a:gd name="connsiteY169" fmla="*/ 596651 h 1160647"/>
                <a:gd name="connsiteX170" fmla="*/ 1003212 w 3195788"/>
                <a:gd name="connsiteY170" fmla="*/ 514503 h 1160647"/>
                <a:gd name="connsiteX171" fmla="*/ 1004986 w 3195788"/>
                <a:gd name="connsiteY171" fmla="*/ 514503 h 1160647"/>
                <a:gd name="connsiteX172" fmla="*/ 1017399 w 3195788"/>
                <a:gd name="connsiteY172" fmla="*/ 514503 h 1160647"/>
                <a:gd name="connsiteX173" fmla="*/ 1017399 w 3195788"/>
                <a:gd name="connsiteY173" fmla="*/ 512612 h 1160647"/>
                <a:gd name="connsiteX174" fmla="*/ 1017399 w 3195788"/>
                <a:gd name="connsiteY174" fmla="*/ 499371 h 1160647"/>
                <a:gd name="connsiteX175" fmla="*/ 1039693 w 3195788"/>
                <a:gd name="connsiteY175" fmla="*/ 499371 h 1160647"/>
                <a:gd name="connsiteX176" fmla="*/ 1039693 w 3195788"/>
                <a:gd name="connsiteY176" fmla="*/ 498290 h 1160647"/>
                <a:gd name="connsiteX177" fmla="*/ 1039693 w 3195788"/>
                <a:gd name="connsiteY177" fmla="*/ 490724 h 1160647"/>
                <a:gd name="connsiteX178" fmla="*/ 1041466 w 3195788"/>
                <a:gd name="connsiteY178" fmla="*/ 490724 h 1160647"/>
                <a:gd name="connsiteX179" fmla="*/ 1053880 w 3195788"/>
                <a:gd name="connsiteY179" fmla="*/ 490724 h 1160647"/>
                <a:gd name="connsiteX180" fmla="*/ 1053880 w 3195788"/>
                <a:gd name="connsiteY180" fmla="*/ 491805 h 1160647"/>
                <a:gd name="connsiteX181" fmla="*/ 1053880 w 3195788"/>
                <a:gd name="connsiteY181" fmla="*/ 499371 h 1160647"/>
                <a:gd name="connsiteX182" fmla="*/ 1054640 w 3195788"/>
                <a:gd name="connsiteY182" fmla="*/ 499371 h 1160647"/>
                <a:gd name="connsiteX183" fmla="*/ 1059960 w 3195788"/>
                <a:gd name="connsiteY183" fmla="*/ 499371 h 1160647"/>
                <a:gd name="connsiteX184" fmla="*/ 1070093 w 3195788"/>
                <a:gd name="connsiteY184" fmla="*/ 495047 h 1160647"/>
                <a:gd name="connsiteX185" fmla="*/ 1074146 w 3195788"/>
                <a:gd name="connsiteY185" fmla="*/ 498290 h 1160647"/>
                <a:gd name="connsiteX186" fmla="*/ 1074146 w 3195788"/>
                <a:gd name="connsiteY186" fmla="*/ 490724 h 1160647"/>
                <a:gd name="connsiteX187" fmla="*/ 1076426 w 3195788"/>
                <a:gd name="connsiteY187" fmla="*/ 490724 h 1160647"/>
                <a:gd name="connsiteX188" fmla="*/ 1092387 w 3195788"/>
                <a:gd name="connsiteY188" fmla="*/ 490724 h 1160647"/>
                <a:gd name="connsiteX189" fmla="*/ 1092387 w 3195788"/>
                <a:gd name="connsiteY189" fmla="*/ 491805 h 1160647"/>
                <a:gd name="connsiteX190" fmla="*/ 1092387 w 3195788"/>
                <a:gd name="connsiteY190" fmla="*/ 499371 h 1160647"/>
                <a:gd name="connsiteX191" fmla="*/ 1122787 w 3195788"/>
                <a:gd name="connsiteY191" fmla="*/ 499371 h 1160647"/>
                <a:gd name="connsiteX192" fmla="*/ 1122787 w 3195788"/>
                <a:gd name="connsiteY192" fmla="*/ 500992 h 1160647"/>
                <a:gd name="connsiteX193" fmla="*/ 1122787 w 3195788"/>
                <a:gd name="connsiteY193" fmla="*/ 512342 h 1160647"/>
                <a:gd name="connsiteX194" fmla="*/ 1149134 w 3195788"/>
                <a:gd name="connsiteY194" fmla="*/ 512342 h 1160647"/>
                <a:gd name="connsiteX195" fmla="*/ 1149134 w 3195788"/>
                <a:gd name="connsiteY195" fmla="*/ 542606 h 1160647"/>
                <a:gd name="connsiteX196" fmla="*/ 1149894 w 3195788"/>
                <a:gd name="connsiteY196" fmla="*/ 542606 h 1160647"/>
                <a:gd name="connsiteX197" fmla="*/ 1155214 w 3195788"/>
                <a:gd name="connsiteY197" fmla="*/ 542606 h 1160647"/>
                <a:gd name="connsiteX198" fmla="*/ 1155214 w 3195788"/>
                <a:gd name="connsiteY198" fmla="*/ 543687 h 1160647"/>
                <a:gd name="connsiteX199" fmla="*/ 1155214 w 3195788"/>
                <a:gd name="connsiteY199" fmla="*/ 551254 h 1160647"/>
                <a:gd name="connsiteX200" fmla="*/ 1159268 w 3195788"/>
                <a:gd name="connsiteY200" fmla="*/ 581518 h 1160647"/>
                <a:gd name="connsiteX201" fmla="*/ 1160028 w 3195788"/>
                <a:gd name="connsiteY201" fmla="*/ 581518 h 1160647"/>
                <a:gd name="connsiteX202" fmla="*/ 1165348 w 3195788"/>
                <a:gd name="connsiteY202" fmla="*/ 581518 h 1160647"/>
                <a:gd name="connsiteX203" fmla="*/ 1165348 w 3195788"/>
                <a:gd name="connsiteY203" fmla="*/ 582329 h 1160647"/>
                <a:gd name="connsiteX204" fmla="*/ 1165348 w 3195788"/>
                <a:gd name="connsiteY204" fmla="*/ 588004 h 1160647"/>
                <a:gd name="connsiteX205" fmla="*/ 1166361 w 3195788"/>
                <a:gd name="connsiteY205" fmla="*/ 588004 h 1160647"/>
                <a:gd name="connsiteX206" fmla="*/ 1173454 w 3195788"/>
                <a:gd name="connsiteY206" fmla="*/ 588004 h 1160647"/>
                <a:gd name="connsiteX207" fmla="*/ 1173454 w 3195788"/>
                <a:gd name="connsiteY207" fmla="*/ 618269 h 1160647"/>
                <a:gd name="connsiteX208" fmla="*/ 1175481 w 3195788"/>
                <a:gd name="connsiteY208" fmla="*/ 618269 h 1160647"/>
                <a:gd name="connsiteX209" fmla="*/ 1189668 w 3195788"/>
                <a:gd name="connsiteY209" fmla="*/ 618269 h 1160647"/>
                <a:gd name="connsiteX210" fmla="*/ 1189668 w 3195788"/>
                <a:gd name="connsiteY210" fmla="*/ 642048 h 1160647"/>
                <a:gd name="connsiteX211" fmla="*/ 1191695 w 3195788"/>
                <a:gd name="connsiteY211" fmla="*/ 643669 h 1160647"/>
                <a:gd name="connsiteX212" fmla="*/ 1191695 w 3195788"/>
                <a:gd name="connsiteY212" fmla="*/ 655019 h 1160647"/>
                <a:gd name="connsiteX213" fmla="*/ 1192455 w 3195788"/>
                <a:gd name="connsiteY213" fmla="*/ 655019 h 1160647"/>
                <a:gd name="connsiteX214" fmla="*/ 1197775 w 3195788"/>
                <a:gd name="connsiteY214" fmla="*/ 655019 h 1160647"/>
                <a:gd name="connsiteX215" fmla="*/ 1197775 w 3195788"/>
                <a:gd name="connsiteY215" fmla="*/ 678798 h 1160647"/>
                <a:gd name="connsiteX216" fmla="*/ 1199041 w 3195788"/>
                <a:gd name="connsiteY216" fmla="*/ 678798 h 1160647"/>
                <a:gd name="connsiteX217" fmla="*/ 1207908 w 3195788"/>
                <a:gd name="connsiteY217" fmla="*/ 678798 h 1160647"/>
                <a:gd name="connsiteX218" fmla="*/ 1209935 w 3195788"/>
                <a:gd name="connsiteY218" fmla="*/ 682852 h 1160647"/>
                <a:gd name="connsiteX219" fmla="*/ 1209935 w 3195788"/>
                <a:gd name="connsiteY219" fmla="*/ 696093 h 1160647"/>
                <a:gd name="connsiteX220" fmla="*/ 1211455 w 3195788"/>
                <a:gd name="connsiteY220" fmla="*/ 694201 h 1160647"/>
                <a:gd name="connsiteX221" fmla="*/ 1222095 w 3195788"/>
                <a:gd name="connsiteY221" fmla="*/ 680960 h 1160647"/>
                <a:gd name="connsiteX222" fmla="*/ 1250469 w 3195788"/>
                <a:gd name="connsiteY222" fmla="*/ 680960 h 1160647"/>
                <a:gd name="connsiteX223" fmla="*/ 1250469 w 3195788"/>
                <a:gd name="connsiteY223" fmla="*/ 767431 h 1160647"/>
                <a:gd name="connsiteX224" fmla="*/ 1251229 w 3195788"/>
                <a:gd name="connsiteY224" fmla="*/ 767431 h 1160647"/>
                <a:gd name="connsiteX225" fmla="*/ 1256549 w 3195788"/>
                <a:gd name="connsiteY225" fmla="*/ 767431 h 1160647"/>
                <a:gd name="connsiteX226" fmla="*/ 1257309 w 3195788"/>
                <a:gd name="connsiteY226" fmla="*/ 766080 h 1160647"/>
                <a:gd name="connsiteX227" fmla="*/ 1262629 w 3195788"/>
                <a:gd name="connsiteY227" fmla="*/ 756622 h 1160647"/>
                <a:gd name="connsiteX228" fmla="*/ 1262629 w 3195788"/>
                <a:gd name="connsiteY228" fmla="*/ 758514 h 1160647"/>
                <a:gd name="connsiteX229" fmla="*/ 1262629 w 3195788"/>
                <a:gd name="connsiteY229" fmla="*/ 771755 h 1160647"/>
                <a:gd name="connsiteX230" fmla="*/ 1266682 w 3195788"/>
                <a:gd name="connsiteY230" fmla="*/ 726358 h 1160647"/>
                <a:gd name="connsiteX231" fmla="*/ 1267442 w 3195788"/>
                <a:gd name="connsiteY231" fmla="*/ 726358 h 1160647"/>
                <a:gd name="connsiteX232" fmla="*/ 1272762 w 3195788"/>
                <a:gd name="connsiteY232" fmla="*/ 726358 h 1160647"/>
                <a:gd name="connsiteX233" fmla="*/ 1272762 w 3195788"/>
                <a:gd name="connsiteY233" fmla="*/ 661504 h 1160647"/>
                <a:gd name="connsiteX234" fmla="*/ 1273776 w 3195788"/>
                <a:gd name="connsiteY234" fmla="*/ 661504 h 1160647"/>
                <a:gd name="connsiteX235" fmla="*/ 1280869 w 3195788"/>
                <a:gd name="connsiteY235" fmla="*/ 661504 h 1160647"/>
                <a:gd name="connsiteX236" fmla="*/ 1293029 w 3195788"/>
                <a:gd name="connsiteY236" fmla="*/ 618269 h 1160647"/>
                <a:gd name="connsiteX237" fmla="*/ 1294296 w 3195788"/>
                <a:gd name="connsiteY237" fmla="*/ 618269 h 1160647"/>
                <a:gd name="connsiteX238" fmla="*/ 1303163 w 3195788"/>
                <a:gd name="connsiteY238" fmla="*/ 618269 h 1160647"/>
                <a:gd name="connsiteX239" fmla="*/ 1313296 w 3195788"/>
                <a:gd name="connsiteY239" fmla="*/ 661504 h 1160647"/>
                <a:gd name="connsiteX240" fmla="*/ 1314309 w 3195788"/>
                <a:gd name="connsiteY240" fmla="*/ 661504 h 1160647"/>
                <a:gd name="connsiteX241" fmla="*/ 1321403 w 3195788"/>
                <a:gd name="connsiteY241" fmla="*/ 661504 h 1160647"/>
                <a:gd name="connsiteX242" fmla="*/ 1321403 w 3195788"/>
                <a:gd name="connsiteY242" fmla="*/ 700416 h 1160647"/>
                <a:gd name="connsiteX243" fmla="*/ 1323176 w 3195788"/>
                <a:gd name="connsiteY243" fmla="*/ 700416 h 1160647"/>
                <a:gd name="connsiteX244" fmla="*/ 1335590 w 3195788"/>
                <a:gd name="connsiteY244" fmla="*/ 700416 h 1160647"/>
                <a:gd name="connsiteX245" fmla="*/ 1335590 w 3195788"/>
                <a:gd name="connsiteY245" fmla="*/ 702578 h 1160647"/>
                <a:gd name="connsiteX246" fmla="*/ 1335590 w 3195788"/>
                <a:gd name="connsiteY246" fmla="*/ 717710 h 1160647"/>
                <a:gd name="connsiteX247" fmla="*/ 1339643 w 3195788"/>
                <a:gd name="connsiteY247" fmla="*/ 715549 h 1160647"/>
                <a:gd name="connsiteX248" fmla="*/ 1339643 w 3195788"/>
                <a:gd name="connsiteY248" fmla="*/ 700416 h 1160647"/>
                <a:gd name="connsiteX249" fmla="*/ 1341163 w 3195788"/>
                <a:gd name="connsiteY249" fmla="*/ 700416 h 1160647"/>
                <a:gd name="connsiteX250" fmla="*/ 1351803 w 3195788"/>
                <a:gd name="connsiteY250" fmla="*/ 700416 h 1160647"/>
                <a:gd name="connsiteX251" fmla="*/ 1351803 w 3195788"/>
                <a:gd name="connsiteY251" fmla="*/ 702037 h 1160647"/>
                <a:gd name="connsiteX252" fmla="*/ 1351803 w 3195788"/>
                <a:gd name="connsiteY252" fmla="*/ 713387 h 1160647"/>
                <a:gd name="connsiteX253" fmla="*/ 1382204 w 3195788"/>
                <a:gd name="connsiteY253" fmla="*/ 713387 h 1160647"/>
                <a:gd name="connsiteX254" fmla="*/ 1382204 w 3195788"/>
                <a:gd name="connsiteY254" fmla="*/ 676637 h 1160647"/>
                <a:gd name="connsiteX255" fmla="*/ 1383470 w 3195788"/>
                <a:gd name="connsiteY255" fmla="*/ 676637 h 1160647"/>
                <a:gd name="connsiteX256" fmla="*/ 1392337 w 3195788"/>
                <a:gd name="connsiteY256" fmla="*/ 676637 h 1160647"/>
                <a:gd name="connsiteX257" fmla="*/ 1392337 w 3195788"/>
                <a:gd name="connsiteY257" fmla="*/ 698254 h 1160647"/>
                <a:gd name="connsiteX258" fmla="*/ 1394364 w 3195788"/>
                <a:gd name="connsiteY258" fmla="*/ 665828 h 1160647"/>
                <a:gd name="connsiteX259" fmla="*/ 1416657 w 3195788"/>
                <a:gd name="connsiteY259" fmla="*/ 665828 h 1160647"/>
                <a:gd name="connsiteX260" fmla="*/ 1416657 w 3195788"/>
                <a:gd name="connsiteY260" fmla="*/ 664206 h 1160647"/>
                <a:gd name="connsiteX261" fmla="*/ 1416657 w 3195788"/>
                <a:gd name="connsiteY261" fmla="*/ 652857 h 1160647"/>
                <a:gd name="connsiteX262" fmla="*/ 1417417 w 3195788"/>
                <a:gd name="connsiteY262" fmla="*/ 652857 h 1160647"/>
                <a:gd name="connsiteX263" fmla="*/ 1422737 w 3195788"/>
                <a:gd name="connsiteY263" fmla="*/ 652857 h 1160647"/>
                <a:gd name="connsiteX264" fmla="*/ 1422737 w 3195788"/>
                <a:gd name="connsiteY264" fmla="*/ 650966 h 1160647"/>
                <a:gd name="connsiteX265" fmla="*/ 1422737 w 3195788"/>
                <a:gd name="connsiteY265" fmla="*/ 637725 h 1160647"/>
                <a:gd name="connsiteX266" fmla="*/ 1426791 w 3195788"/>
                <a:gd name="connsiteY266" fmla="*/ 644210 h 1160647"/>
                <a:gd name="connsiteX267" fmla="*/ 1429071 w 3195788"/>
                <a:gd name="connsiteY267" fmla="*/ 644210 h 1160647"/>
                <a:gd name="connsiteX268" fmla="*/ 1445031 w 3195788"/>
                <a:gd name="connsiteY268" fmla="*/ 644210 h 1160647"/>
                <a:gd name="connsiteX269" fmla="*/ 1445031 w 3195788"/>
                <a:gd name="connsiteY269" fmla="*/ 643399 h 1160647"/>
                <a:gd name="connsiteX270" fmla="*/ 1445031 w 3195788"/>
                <a:gd name="connsiteY270" fmla="*/ 637725 h 1160647"/>
                <a:gd name="connsiteX271" fmla="*/ 1445791 w 3195788"/>
                <a:gd name="connsiteY271" fmla="*/ 637725 h 1160647"/>
                <a:gd name="connsiteX272" fmla="*/ 1451111 w 3195788"/>
                <a:gd name="connsiteY272" fmla="*/ 637725 h 1160647"/>
                <a:gd name="connsiteX273" fmla="*/ 1451111 w 3195788"/>
                <a:gd name="connsiteY273" fmla="*/ 639076 h 1160647"/>
                <a:gd name="connsiteX274" fmla="*/ 1451111 w 3195788"/>
                <a:gd name="connsiteY274" fmla="*/ 648534 h 1160647"/>
                <a:gd name="connsiteX275" fmla="*/ 1489618 w 3195788"/>
                <a:gd name="connsiteY275" fmla="*/ 648534 h 1160647"/>
                <a:gd name="connsiteX276" fmla="*/ 1489618 w 3195788"/>
                <a:gd name="connsiteY276" fmla="*/ 786887 h 1160647"/>
                <a:gd name="connsiteX277" fmla="*/ 1491138 w 3195788"/>
                <a:gd name="connsiteY277" fmla="*/ 786887 h 1160647"/>
                <a:gd name="connsiteX278" fmla="*/ 1501778 w 3195788"/>
                <a:gd name="connsiteY278" fmla="*/ 786887 h 1160647"/>
                <a:gd name="connsiteX279" fmla="*/ 1501778 w 3195788"/>
                <a:gd name="connsiteY279" fmla="*/ 773917 h 1160647"/>
                <a:gd name="connsiteX280" fmla="*/ 1505832 w 3195788"/>
                <a:gd name="connsiteY280" fmla="*/ 773917 h 1160647"/>
                <a:gd name="connsiteX281" fmla="*/ 1505832 w 3195788"/>
                <a:gd name="connsiteY281" fmla="*/ 786887 h 1160647"/>
                <a:gd name="connsiteX282" fmla="*/ 1536232 w 3195788"/>
                <a:gd name="connsiteY282" fmla="*/ 786887 h 1160647"/>
                <a:gd name="connsiteX283" fmla="*/ 1536232 w 3195788"/>
                <a:gd name="connsiteY283" fmla="*/ 756622 h 1160647"/>
                <a:gd name="connsiteX284" fmla="*/ 1548392 w 3195788"/>
                <a:gd name="connsiteY284" fmla="*/ 756622 h 1160647"/>
                <a:gd name="connsiteX285" fmla="*/ 1560552 w 3195788"/>
                <a:gd name="connsiteY285" fmla="*/ 754461 h 1160647"/>
                <a:gd name="connsiteX286" fmla="*/ 1564606 w 3195788"/>
                <a:gd name="connsiteY286" fmla="*/ 756622 h 1160647"/>
                <a:gd name="connsiteX287" fmla="*/ 1574739 w 3195788"/>
                <a:gd name="connsiteY287" fmla="*/ 756622 h 1160647"/>
                <a:gd name="connsiteX288" fmla="*/ 1574739 w 3195788"/>
                <a:gd name="connsiteY288" fmla="*/ 786887 h 1160647"/>
                <a:gd name="connsiteX289" fmla="*/ 1582846 w 3195788"/>
                <a:gd name="connsiteY289" fmla="*/ 786887 h 1160647"/>
                <a:gd name="connsiteX290" fmla="*/ 1582846 w 3195788"/>
                <a:gd name="connsiteY290" fmla="*/ 804182 h 1160647"/>
                <a:gd name="connsiteX291" fmla="*/ 1592182 w 3195788"/>
                <a:gd name="connsiteY291" fmla="*/ 805087 h 1160647"/>
                <a:gd name="connsiteX292" fmla="*/ 1605140 w 3195788"/>
                <a:gd name="connsiteY292" fmla="*/ 805087 h 1160647"/>
                <a:gd name="connsiteX293" fmla="*/ 1605140 w 3195788"/>
                <a:gd name="connsiteY293" fmla="*/ 789049 h 1160647"/>
                <a:gd name="connsiteX294" fmla="*/ 1673096 w 3195788"/>
                <a:gd name="connsiteY294" fmla="*/ 789049 h 1160647"/>
                <a:gd name="connsiteX295" fmla="*/ 1673096 w 3195788"/>
                <a:gd name="connsiteY295" fmla="*/ 703796 h 1160647"/>
                <a:gd name="connsiteX296" fmla="*/ 1745104 w 3195788"/>
                <a:gd name="connsiteY296" fmla="*/ 703796 h 1160647"/>
                <a:gd name="connsiteX297" fmla="*/ 1745104 w 3195788"/>
                <a:gd name="connsiteY297" fmla="*/ 782564 h 1160647"/>
                <a:gd name="connsiteX298" fmla="*/ 1747008 w 3195788"/>
                <a:gd name="connsiteY298" fmla="*/ 782564 h 1160647"/>
                <a:gd name="connsiteX299" fmla="*/ 1748250 w 3195788"/>
                <a:gd name="connsiteY299" fmla="*/ 805087 h 1160647"/>
                <a:gd name="connsiteX300" fmla="*/ 1757926 w 3195788"/>
                <a:gd name="connsiteY300" fmla="*/ 805087 h 1160647"/>
                <a:gd name="connsiteX301" fmla="*/ 1759168 w 3195788"/>
                <a:gd name="connsiteY301" fmla="*/ 782564 h 1160647"/>
                <a:gd name="connsiteX302" fmla="*/ 1765248 w 3195788"/>
                <a:gd name="connsiteY302" fmla="*/ 782564 h 1160647"/>
                <a:gd name="connsiteX303" fmla="*/ 1766490 w 3195788"/>
                <a:gd name="connsiteY303" fmla="*/ 805087 h 1160647"/>
                <a:gd name="connsiteX304" fmla="*/ 1817112 w 3195788"/>
                <a:gd name="connsiteY304" fmla="*/ 805087 h 1160647"/>
                <a:gd name="connsiteX305" fmla="*/ 1817112 w 3195788"/>
                <a:gd name="connsiteY305" fmla="*/ 642059 h 1160647"/>
                <a:gd name="connsiteX306" fmla="*/ 2014439 w 3195788"/>
                <a:gd name="connsiteY306" fmla="*/ 642059 h 1160647"/>
                <a:gd name="connsiteX307" fmla="*/ 2014439 w 3195788"/>
                <a:gd name="connsiteY307" fmla="*/ 805087 h 1160647"/>
                <a:gd name="connsiteX308" fmla="*/ 2033136 w 3195788"/>
                <a:gd name="connsiteY308" fmla="*/ 805087 h 1160647"/>
                <a:gd name="connsiteX309" fmla="*/ 2033136 w 3195788"/>
                <a:gd name="connsiteY309" fmla="*/ 722394 h 1160647"/>
                <a:gd name="connsiteX310" fmla="*/ 2128256 w 3195788"/>
                <a:gd name="connsiteY310" fmla="*/ 722394 h 1160647"/>
                <a:gd name="connsiteX311" fmla="*/ 2140186 w 3195788"/>
                <a:gd name="connsiteY311" fmla="*/ 404253 h 1160647"/>
                <a:gd name="connsiteX312" fmla="*/ 2128026 w 3195788"/>
                <a:gd name="connsiteY312" fmla="*/ 382635 h 1160647"/>
                <a:gd name="connsiteX313" fmla="*/ 2121946 w 3195788"/>
                <a:gd name="connsiteY313" fmla="*/ 378311 h 1160647"/>
                <a:gd name="connsiteX314" fmla="*/ 2130053 w 3195788"/>
                <a:gd name="connsiteY314" fmla="*/ 354532 h 1160647"/>
                <a:gd name="connsiteX315" fmla="*/ 2130053 w 3195788"/>
                <a:gd name="connsiteY315" fmla="*/ 337238 h 1160647"/>
                <a:gd name="connsiteX316" fmla="*/ 2144240 w 3195788"/>
                <a:gd name="connsiteY316" fmla="*/ 337238 h 1160647"/>
                <a:gd name="connsiteX317" fmla="*/ 2144240 w 3195788"/>
                <a:gd name="connsiteY317" fmla="*/ 315620 h 1160647"/>
                <a:gd name="connsiteX318" fmla="*/ 2146266 w 3195788"/>
                <a:gd name="connsiteY318" fmla="*/ 311296 h 1160647"/>
                <a:gd name="connsiteX319" fmla="*/ 2146266 w 3195788"/>
                <a:gd name="connsiteY319" fmla="*/ 233472 h 1160647"/>
                <a:gd name="connsiteX320" fmla="*/ 2144240 w 3195788"/>
                <a:gd name="connsiteY320" fmla="*/ 226987 h 1160647"/>
                <a:gd name="connsiteX321" fmla="*/ 2150320 w 3195788"/>
                <a:gd name="connsiteY321" fmla="*/ 220501 h 1160647"/>
                <a:gd name="connsiteX322" fmla="*/ 2150320 w 3195788"/>
                <a:gd name="connsiteY322" fmla="*/ 162133 h 1160647"/>
                <a:gd name="connsiteX323" fmla="*/ 2152346 w 3195788"/>
                <a:gd name="connsiteY323" fmla="*/ 157810 h 1160647"/>
                <a:gd name="connsiteX324" fmla="*/ 2152346 w 3195788"/>
                <a:gd name="connsiteY324" fmla="*/ 101604 h 1160647"/>
                <a:gd name="connsiteX325" fmla="*/ 2154373 w 3195788"/>
                <a:gd name="connsiteY325" fmla="*/ 82148 h 1160647"/>
                <a:gd name="connsiteX326" fmla="*/ 2158427 w 3195788"/>
                <a:gd name="connsiteY326" fmla="*/ 99442 h 1160647"/>
                <a:gd name="connsiteX327" fmla="*/ 2160453 w 3195788"/>
                <a:gd name="connsiteY327" fmla="*/ 157810 h 1160647"/>
                <a:gd name="connsiteX328" fmla="*/ 2162480 w 3195788"/>
                <a:gd name="connsiteY328" fmla="*/ 220501 h 1160647"/>
                <a:gd name="connsiteX329" fmla="*/ 2168560 w 3195788"/>
                <a:gd name="connsiteY329" fmla="*/ 226987 h 1160647"/>
                <a:gd name="connsiteX330" fmla="*/ 2166533 w 3195788"/>
                <a:gd name="connsiteY330" fmla="*/ 233472 h 1160647"/>
                <a:gd name="connsiteX331" fmla="*/ 2166533 w 3195788"/>
                <a:gd name="connsiteY331" fmla="*/ 311296 h 1160647"/>
                <a:gd name="connsiteX332" fmla="*/ 2168560 w 3195788"/>
                <a:gd name="connsiteY332" fmla="*/ 315620 h 1160647"/>
                <a:gd name="connsiteX333" fmla="*/ 2168560 w 3195788"/>
                <a:gd name="connsiteY333" fmla="*/ 337238 h 1160647"/>
                <a:gd name="connsiteX334" fmla="*/ 2182747 w 3195788"/>
                <a:gd name="connsiteY334" fmla="*/ 337238 h 1160647"/>
                <a:gd name="connsiteX335" fmla="*/ 2182747 w 3195788"/>
                <a:gd name="connsiteY335" fmla="*/ 354532 h 1160647"/>
                <a:gd name="connsiteX336" fmla="*/ 2190854 w 3195788"/>
                <a:gd name="connsiteY336" fmla="*/ 378311 h 1160647"/>
                <a:gd name="connsiteX337" fmla="*/ 2184774 w 3195788"/>
                <a:gd name="connsiteY337" fmla="*/ 382635 h 1160647"/>
                <a:gd name="connsiteX338" fmla="*/ 2172613 w 3195788"/>
                <a:gd name="connsiteY338" fmla="*/ 404253 h 1160647"/>
                <a:gd name="connsiteX339" fmla="*/ 2180720 w 3195788"/>
                <a:gd name="connsiteY339" fmla="*/ 657181 h 1160647"/>
                <a:gd name="connsiteX340" fmla="*/ 2245574 w 3195788"/>
                <a:gd name="connsiteY340" fmla="*/ 657181 h 1160647"/>
                <a:gd name="connsiteX341" fmla="*/ 2245574 w 3195788"/>
                <a:gd name="connsiteY341" fmla="*/ 732843 h 1160647"/>
                <a:gd name="connsiteX342" fmla="*/ 2253681 w 3195788"/>
                <a:gd name="connsiteY342" fmla="*/ 732843 h 1160647"/>
                <a:gd name="connsiteX343" fmla="*/ 2255708 w 3195788"/>
                <a:gd name="connsiteY343" fmla="*/ 726358 h 1160647"/>
                <a:gd name="connsiteX344" fmla="*/ 2261788 w 3195788"/>
                <a:gd name="connsiteY344" fmla="*/ 726358 h 1160647"/>
                <a:gd name="connsiteX345" fmla="*/ 2263815 w 3195788"/>
                <a:gd name="connsiteY345" fmla="*/ 735005 h 1160647"/>
                <a:gd name="connsiteX346" fmla="*/ 2275975 w 3195788"/>
                <a:gd name="connsiteY346" fmla="*/ 735005 h 1160647"/>
                <a:gd name="connsiteX347" fmla="*/ 2275975 w 3195788"/>
                <a:gd name="connsiteY347" fmla="*/ 728519 h 1160647"/>
                <a:gd name="connsiteX348" fmla="*/ 2298268 w 3195788"/>
                <a:gd name="connsiteY348" fmla="*/ 728519 h 1160647"/>
                <a:gd name="connsiteX349" fmla="*/ 2298268 w 3195788"/>
                <a:gd name="connsiteY349" fmla="*/ 735005 h 1160647"/>
                <a:gd name="connsiteX350" fmla="*/ 2318535 w 3195788"/>
                <a:gd name="connsiteY350" fmla="*/ 735005 h 1160647"/>
                <a:gd name="connsiteX351" fmla="*/ 2318535 w 3195788"/>
                <a:gd name="connsiteY351" fmla="*/ 780402 h 1160647"/>
                <a:gd name="connsiteX352" fmla="*/ 2332722 w 3195788"/>
                <a:gd name="connsiteY352" fmla="*/ 780402 h 1160647"/>
                <a:gd name="connsiteX353" fmla="*/ 2332722 w 3195788"/>
                <a:gd name="connsiteY353" fmla="*/ 767431 h 1160647"/>
                <a:gd name="connsiteX354" fmla="*/ 2348936 w 3195788"/>
                <a:gd name="connsiteY354" fmla="*/ 767431 h 1160647"/>
                <a:gd name="connsiteX355" fmla="*/ 2348936 w 3195788"/>
                <a:gd name="connsiteY355" fmla="*/ 588004 h 1160647"/>
                <a:gd name="connsiteX356" fmla="*/ 2355016 w 3195788"/>
                <a:gd name="connsiteY356" fmla="*/ 581518 h 1160647"/>
                <a:gd name="connsiteX357" fmla="*/ 2427977 w 3195788"/>
                <a:gd name="connsiteY357" fmla="*/ 581518 h 1160647"/>
                <a:gd name="connsiteX358" fmla="*/ 2427977 w 3195788"/>
                <a:gd name="connsiteY358" fmla="*/ 590166 h 1160647"/>
                <a:gd name="connsiteX359" fmla="*/ 2438110 w 3195788"/>
                <a:gd name="connsiteY359" fmla="*/ 590166 h 1160647"/>
                <a:gd name="connsiteX360" fmla="*/ 2438110 w 3195788"/>
                <a:gd name="connsiteY360" fmla="*/ 704740 h 1160647"/>
                <a:gd name="connsiteX361" fmla="*/ 2460404 w 3195788"/>
                <a:gd name="connsiteY361" fmla="*/ 704740 h 1160647"/>
                <a:gd name="connsiteX362" fmla="*/ 2460404 w 3195788"/>
                <a:gd name="connsiteY362" fmla="*/ 637725 h 1160647"/>
                <a:gd name="connsiteX363" fmla="*/ 2486751 w 3195788"/>
                <a:gd name="connsiteY363" fmla="*/ 637725 h 1160647"/>
                <a:gd name="connsiteX364" fmla="*/ 2490804 w 3195788"/>
                <a:gd name="connsiteY364" fmla="*/ 633401 h 1160647"/>
                <a:gd name="connsiteX365" fmla="*/ 2498911 w 3195788"/>
                <a:gd name="connsiteY365" fmla="*/ 633401 h 1160647"/>
                <a:gd name="connsiteX366" fmla="*/ 2502964 w 3195788"/>
                <a:gd name="connsiteY366" fmla="*/ 637725 h 1160647"/>
                <a:gd name="connsiteX367" fmla="*/ 2525258 w 3195788"/>
                <a:gd name="connsiteY367" fmla="*/ 637725 h 1160647"/>
                <a:gd name="connsiteX368" fmla="*/ 2525258 w 3195788"/>
                <a:gd name="connsiteY368" fmla="*/ 520989 h 1160647"/>
                <a:gd name="connsiteX369" fmla="*/ 2582005 w 3195788"/>
                <a:gd name="connsiteY369" fmla="*/ 510180 h 1160647"/>
                <a:gd name="connsiteX370" fmla="*/ 2582005 w 3195788"/>
                <a:gd name="connsiteY370" fmla="*/ 511261 h 1160647"/>
                <a:gd name="connsiteX371" fmla="*/ 2582005 w 3195788"/>
                <a:gd name="connsiteY371" fmla="*/ 518827 h 1160647"/>
                <a:gd name="connsiteX372" fmla="*/ 2608352 w 3195788"/>
                <a:gd name="connsiteY372" fmla="*/ 518827 h 1160647"/>
                <a:gd name="connsiteX373" fmla="*/ 2608352 w 3195788"/>
                <a:gd name="connsiteY373" fmla="*/ 773917 h 1160647"/>
                <a:gd name="connsiteX374" fmla="*/ 2630646 w 3195788"/>
                <a:gd name="connsiteY374" fmla="*/ 773917 h 1160647"/>
                <a:gd name="connsiteX375" fmla="*/ 2630646 w 3195788"/>
                <a:gd name="connsiteY375" fmla="*/ 769593 h 1160647"/>
                <a:gd name="connsiteX376" fmla="*/ 2642806 w 3195788"/>
                <a:gd name="connsiteY376" fmla="*/ 769593 h 1160647"/>
                <a:gd name="connsiteX377" fmla="*/ 2642806 w 3195788"/>
                <a:gd name="connsiteY377" fmla="*/ 773917 h 1160647"/>
                <a:gd name="connsiteX378" fmla="*/ 2667126 w 3195788"/>
                <a:gd name="connsiteY378" fmla="*/ 773917 h 1160647"/>
                <a:gd name="connsiteX379" fmla="*/ 2667126 w 3195788"/>
                <a:gd name="connsiteY379" fmla="*/ 760946 h 1160647"/>
                <a:gd name="connsiteX380" fmla="*/ 2695500 w 3195788"/>
                <a:gd name="connsiteY380" fmla="*/ 760946 h 1160647"/>
                <a:gd name="connsiteX381" fmla="*/ 2707660 w 3195788"/>
                <a:gd name="connsiteY381" fmla="*/ 756622 h 1160647"/>
                <a:gd name="connsiteX382" fmla="*/ 2727927 w 3195788"/>
                <a:gd name="connsiteY382" fmla="*/ 760946 h 1160647"/>
                <a:gd name="connsiteX383" fmla="*/ 2727927 w 3195788"/>
                <a:gd name="connsiteY383" fmla="*/ 743652 h 1160647"/>
                <a:gd name="connsiteX384" fmla="*/ 2736034 w 3195788"/>
                <a:gd name="connsiteY384" fmla="*/ 743652 h 1160647"/>
                <a:gd name="connsiteX385" fmla="*/ 2736034 w 3195788"/>
                <a:gd name="connsiteY385" fmla="*/ 730681 h 1160647"/>
                <a:gd name="connsiteX386" fmla="*/ 2792781 w 3195788"/>
                <a:gd name="connsiteY386" fmla="*/ 730681 h 1160647"/>
                <a:gd name="connsiteX387" fmla="*/ 2792781 w 3195788"/>
                <a:gd name="connsiteY387" fmla="*/ 700416 h 1160647"/>
                <a:gd name="connsiteX388" fmla="*/ 2811021 w 3195788"/>
                <a:gd name="connsiteY388" fmla="*/ 700416 h 1160647"/>
                <a:gd name="connsiteX389" fmla="*/ 2811021 w 3195788"/>
                <a:gd name="connsiteY389" fmla="*/ 693931 h 1160647"/>
                <a:gd name="connsiteX390" fmla="*/ 2823181 w 3195788"/>
                <a:gd name="connsiteY390" fmla="*/ 693931 h 1160647"/>
                <a:gd name="connsiteX391" fmla="*/ 2823181 w 3195788"/>
                <a:gd name="connsiteY391" fmla="*/ 700416 h 1160647"/>
                <a:gd name="connsiteX392" fmla="*/ 2839395 w 3195788"/>
                <a:gd name="connsiteY392" fmla="*/ 700416 h 1160647"/>
                <a:gd name="connsiteX393" fmla="*/ 2839395 w 3195788"/>
                <a:gd name="connsiteY393" fmla="*/ 750137 h 1160647"/>
                <a:gd name="connsiteX394" fmla="*/ 2871822 w 3195788"/>
                <a:gd name="connsiteY394" fmla="*/ 750137 h 1160647"/>
                <a:gd name="connsiteX395" fmla="*/ 2871822 w 3195788"/>
                <a:gd name="connsiteY395" fmla="*/ 724196 h 1160647"/>
                <a:gd name="connsiteX396" fmla="*/ 2910329 w 3195788"/>
                <a:gd name="connsiteY396" fmla="*/ 724196 h 1160647"/>
                <a:gd name="connsiteX397" fmla="*/ 2910329 w 3195788"/>
                <a:gd name="connsiteY397" fmla="*/ 693931 h 1160647"/>
                <a:gd name="connsiteX398" fmla="*/ 2958970 w 3195788"/>
                <a:gd name="connsiteY398" fmla="*/ 693931 h 1160647"/>
                <a:gd name="connsiteX399" fmla="*/ 2958970 w 3195788"/>
                <a:gd name="connsiteY399" fmla="*/ 805087 h 1160647"/>
                <a:gd name="connsiteX400" fmla="*/ 2958970 w 3195788"/>
                <a:gd name="connsiteY400" fmla="*/ 818866 h 1160647"/>
                <a:gd name="connsiteX401" fmla="*/ 2968113 w 3195788"/>
                <a:gd name="connsiteY401" fmla="*/ 818866 h 1160647"/>
                <a:gd name="connsiteX402" fmla="*/ 2968113 w 3195788"/>
                <a:gd name="connsiteY402" fmla="*/ 762555 h 1160647"/>
                <a:gd name="connsiteX403" fmla="*/ 2971450 w 3195788"/>
                <a:gd name="connsiteY403" fmla="*/ 756622 h 1160647"/>
                <a:gd name="connsiteX404" fmla="*/ 2971450 w 3195788"/>
                <a:gd name="connsiteY404" fmla="*/ 758514 h 1160647"/>
                <a:gd name="connsiteX405" fmla="*/ 2971450 w 3195788"/>
                <a:gd name="connsiteY405" fmla="*/ 771755 h 1160647"/>
                <a:gd name="connsiteX406" fmla="*/ 2975503 w 3195788"/>
                <a:gd name="connsiteY406" fmla="*/ 726358 h 1160647"/>
                <a:gd name="connsiteX407" fmla="*/ 2976263 w 3195788"/>
                <a:gd name="connsiteY407" fmla="*/ 726358 h 1160647"/>
                <a:gd name="connsiteX408" fmla="*/ 2981583 w 3195788"/>
                <a:gd name="connsiteY408" fmla="*/ 726358 h 1160647"/>
                <a:gd name="connsiteX409" fmla="*/ 2981583 w 3195788"/>
                <a:gd name="connsiteY409" fmla="*/ 661504 h 1160647"/>
                <a:gd name="connsiteX410" fmla="*/ 2982597 w 3195788"/>
                <a:gd name="connsiteY410" fmla="*/ 661504 h 1160647"/>
                <a:gd name="connsiteX411" fmla="*/ 2989690 w 3195788"/>
                <a:gd name="connsiteY411" fmla="*/ 661504 h 1160647"/>
                <a:gd name="connsiteX412" fmla="*/ 3001850 w 3195788"/>
                <a:gd name="connsiteY412" fmla="*/ 618269 h 1160647"/>
                <a:gd name="connsiteX413" fmla="*/ 3003117 w 3195788"/>
                <a:gd name="connsiteY413" fmla="*/ 618269 h 1160647"/>
                <a:gd name="connsiteX414" fmla="*/ 3011984 w 3195788"/>
                <a:gd name="connsiteY414" fmla="*/ 618269 h 1160647"/>
                <a:gd name="connsiteX415" fmla="*/ 3022117 w 3195788"/>
                <a:gd name="connsiteY415" fmla="*/ 661504 h 1160647"/>
                <a:gd name="connsiteX416" fmla="*/ 3023130 w 3195788"/>
                <a:gd name="connsiteY416" fmla="*/ 661504 h 1160647"/>
                <a:gd name="connsiteX417" fmla="*/ 3030224 w 3195788"/>
                <a:gd name="connsiteY417" fmla="*/ 661504 h 1160647"/>
                <a:gd name="connsiteX418" fmla="*/ 3030224 w 3195788"/>
                <a:gd name="connsiteY418" fmla="*/ 700416 h 1160647"/>
                <a:gd name="connsiteX419" fmla="*/ 3031997 w 3195788"/>
                <a:gd name="connsiteY419" fmla="*/ 700416 h 1160647"/>
                <a:gd name="connsiteX420" fmla="*/ 3044411 w 3195788"/>
                <a:gd name="connsiteY420" fmla="*/ 700416 h 1160647"/>
                <a:gd name="connsiteX421" fmla="*/ 3044411 w 3195788"/>
                <a:gd name="connsiteY421" fmla="*/ 702578 h 1160647"/>
                <a:gd name="connsiteX422" fmla="*/ 3044411 w 3195788"/>
                <a:gd name="connsiteY422" fmla="*/ 717710 h 1160647"/>
                <a:gd name="connsiteX423" fmla="*/ 3048464 w 3195788"/>
                <a:gd name="connsiteY423" fmla="*/ 715549 h 1160647"/>
                <a:gd name="connsiteX424" fmla="*/ 3048464 w 3195788"/>
                <a:gd name="connsiteY424" fmla="*/ 700416 h 1160647"/>
                <a:gd name="connsiteX425" fmla="*/ 3049984 w 3195788"/>
                <a:gd name="connsiteY425" fmla="*/ 700416 h 1160647"/>
                <a:gd name="connsiteX426" fmla="*/ 3060624 w 3195788"/>
                <a:gd name="connsiteY426" fmla="*/ 700416 h 1160647"/>
                <a:gd name="connsiteX427" fmla="*/ 3060624 w 3195788"/>
                <a:gd name="connsiteY427" fmla="*/ 702037 h 1160647"/>
                <a:gd name="connsiteX428" fmla="*/ 3060624 w 3195788"/>
                <a:gd name="connsiteY428" fmla="*/ 713387 h 1160647"/>
                <a:gd name="connsiteX429" fmla="*/ 3091025 w 3195788"/>
                <a:gd name="connsiteY429" fmla="*/ 713387 h 1160647"/>
                <a:gd name="connsiteX430" fmla="*/ 3091025 w 3195788"/>
                <a:gd name="connsiteY430" fmla="*/ 676637 h 1160647"/>
                <a:gd name="connsiteX431" fmla="*/ 3092291 w 3195788"/>
                <a:gd name="connsiteY431" fmla="*/ 676637 h 1160647"/>
                <a:gd name="connsiteX432" fmla="*/ 3101158 w 3195788"/>
                <a:gd name="connsiteY432" fmla="*/ 676637 h 1160647"/>
                <a:gd name="connsiteX433" fmla="*/ 3101158 w 3195788"/>
                <a:gd name="connsiteY433" fmla="*/ 698254 h 1160647"/>
                <a:gd name="connsiteX434" fmla="*/ 3103185 w 3195788"/>
                <a:gd name="connsiteY434" fmla="*/ 665828 h 1160647"/>
                <a:gd name="connsiteX435" fmla="*/ 3125478 w 3195788"/>
                <a:gd name="connsiteY435" fmla="*/ 665828 h 1160647"/>
                <a:gd name="connsiteX436" fmla="*/ 3125478 w 3195788"/>
                <a:gd name="connsiteY436" fmla="*/ 664206 h 1160647"/>
                <a:gd name="connsiteX437" fmla="*/ 3125478 w 3195788"/>
                <a:gd name="connsiteY437" fmla="*/ 652857 h 1160647"/>
                <a:gd name="connsiteX438" fmla="*/ 3126238 w 3195788"/>
                <a:gd name="connsiteY438" fmla="*/ 652857 h 1160647"/>
                <a:gd name="connsiteX439" fmla="*/ 3131558 w 3195788"/>
                <a:gd name="connsiteY439" fmla="*/ 652857 h 1160647"/>
                <a:gd name="connsiteX440" fmla="*/ 3131558 w 3195788"/>
                <a:gd name="connsiteY440" fmla="*/ 650966 h 1160647"/>
                <a:gd name="connsiteX441" fmla="*/ 3131558 w 3195788"/>
                <a:gd name="connsiteY441" fmla="*/ 637725 h 1160647"/>
                <a:gd name="connsiteX442" fmla="*/ 3135612 w 3195788"/>
                <a:gd name="connsiteY442" fmla="*/ 644210 h 1160647"/>
                <a:gd name="connsiteX443" fmla="*/ 3137892 w 3195788"/>
                <a:gd name="connsiteY443" fmla="*/ 644210 h 1160647"/>
                <a:gd name="connsiteX444" fmla="*/ 3153852 w 3195788"/>
                <a:gd name="connsiteY444" fmla="*/ 644210 h 1160647"/>
                <a:gd name="connsiteX445" fmla="*/ 3153852 w 3195788"/>
                <a:gd name="connsiteY445" fmla="*/ 643399 h 1160647"/>
                <a:gd name="connsiteX446" fmla="*/ 3153852 w 3195788"/>
                <a:gd name="connsiteY446" fmla="*/ 637725 h 1160647"/>
                <a:gd name="connsiteX447" fmla="*/ 3154612 w 3195788"/>
                <a:gd name="connsiteY447" fmla="*/ 637725 h 1160647"/>
                <a:gd name="connsiteX448" fmla="*/ 3159932 w 3195788"/>
                <a:gd name="connsiteY448" fmla="*/ 637725 h 1160647"/>
                <a:gd name="connsiteX449" fmla="*/ 3159932 w 3195788"/>
                <a:gd name="connsiteY449" fmla="*/ 639076 h 1160647"/>
                <a:gd name="connsiteX450" fmla="*/ 3159932 w 3195788"/>
                <a:gd name="connsiteY450" fmla="*/ 648534 h 1160647"/>
                <a:gd name="connsiteX451" fmla="*/ 3195788 w 3195788"/>
                <a:gd name="connsiteY451" fmla="*/ 648534 h 1160647"/>
                <a:gd name="connsiteX452" fmla="*/ 3195788 w 3195788"/>
                <a:gd name="connsiteY452" fmla="*/ 1159457 h 1160647"/>
                <a:gd name="connsiteX453" fmla="*/ 3031533 w 3195788"/>
                <a:gd name="connsiteY453" fmla="*/ 1159331 h 1160647"/>
                <a:gd name="connsiteX454" fmla="*/ 3031520 w 3195788"/>
                <a:gd name="connsiteY454" fmla="*/ 1160647 h 1160647"/>
                <a:gd name="connsiteX455" fmla="*/ 2054 w 3195788"/>
                <a:gd name="connsiteY455" fmla="*/ 1158314 h 1160647"/>
                <a:gd name="connsiteX456" fmla="*/ 0 w 3195788"/>
                <a:gd name="connsiteY456" fmla="*/ 724196 h 1160647"/>
                <a:gd name="connsiteX457" fmla="*/ 20267 w 3195788"/>
                <a:gd name="connsiteY457" fmla="*/ 724196 h 1160647"/>
                <a:gd name="connsiteX458" fmla="*/ 20774 w 3195788"/>
                <a:gd name="connsiteY458" fmla="*/ 723115 h 1160647"/>
                <a:gd name="connsiteX459" fmla="*/ 24320 w 3195788"/>
                <a:gd name="connsiteY459" fmla="*/ 715549 h 1160647"/>
                <a:gd name="connsiteX460" fmla="*/ 26094 w 3195788"/>
                <a:gd name="connsiteY460" fmla="*/ 715819 h 1160647"/>
                <a:gd name="connsiteX461" fmla="*/ 38507 w 3195788"/>
                <a:gd name="connsiteY461" fmla="*/ 717710 h 1160647"/>
                <a:gd name="connsiteX462" fmla="*/ 39014 w 3195788"/>
                <a:gd name="connsiteY462" fmla="*/ 719062 h 1160647"/>
                <a:gd name="connsiteX463" fmla="*/ 42560 w 3195788"/>
                <a:gd name="connsiteY463" fmla="*/ 728519 h 1160647"/>
                <a:gd name="connsiteX464" fmla="*/ 68907 w 3195788"/>
                <a:gd name="connsiteY464" fmla="*/ 730681 h 1160647"/>
                <a:gd name="connsiteX465" fmla="*/ 68907 w 3195788"/>
                <a:gd name="connsiteY465" fmla="*/ 607460 h 1160647"/>
                <a:gd name="connsiteX466" fmla="*/ 70934 w 3195788"/>
                <a:gd name="connsiteY466" fmla="*/ 607460 h 1160647"/>
                <a:gd name="connsiteX467" fmla="*/ 85121 w 3195788"/>
                <a:gd name="connsiteY467" fmla="*/ 607460 h 1160647"/>
                <a:gd name="connsiteX468" fmla="*/ 85121 w 3195788"/>
                <a:gd name="connsiteY468" fmla="*/ 471268 h 1160647"/>
                <a:gd name="connsiteX469" fmla="*/ 86894 w 3195788"/>
                <a:gd name="connsiteY469" fmla="*/ 471268 h 1160647"/>
                <a:gd name="connsiteX470" fmla="*/ 99308 w 3195788"/>
                <a:gd name="connsiteY470" fmla="*/ 471268 h 1160647"/>
                <a:gd name="connsiteX471" fmla="*/ 99308 w 3195788"/>
                <a:gd name="connsiteY471" fmla="*/ 356694 h 1160647"/>
                <a:gd name="connsiteX472" fmla="*/ 103361 w 3195788"/>
                <a:gd name="connsiteY472" fmla="*/ 328590 h 1160647"/>
                <a:gd name="connsiteX473" fmla="*/ 105388 w 3195788"/>
                <a:gd name="connsiteY473" fmla="*/ 328590 h 1160647"/>
                <a:gd name="connsiteX474" fmla="*/ 119575 w 3195788"/>
                <a:gd name="connsiteY474" fmla="*/ 328590 h 1160647"/>
                <a:gd name="connsiteX475" fmla="*/ 156055 w 3195788"/>
                <a:gd name="connsiteY475" fmla="*/ 246443 h 1160647"/>
                <a:gd name="connsiteX476" fmla="*/ 160109 w 3195788"/>
                <a:gd name="connsiteY476" fmla="*/ 0 h 1160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</a:cxnLst>
              <a:rect l="l" t="t" r="r" b="b"/>
              <a:pathLst>
                <a:path w="3195788" h="1160647">
                  <a:moveTo>
                    <a:pt x="160109" y="0"/>
                  </a:moveTo>
                  <a:cubicBezTo>
                    <a:pt x="160109" y="18"/>
                    <a:pt x="160125" y="2040"/>
                    <a:pt x="162135" y="246443"/>
                  </a:cubicBezTo>
                  <a:cubicBezTo>
                    <a:pt x="162147" y="246467"/>
                    <a:pt x="162792" y="247808"/>
                    <a:pt x="200642" y="326429"/>
                  </a:cubicBezTo>
                  <a:lnTo>
                    <a:pt x="202669" y="326429"/>
                  </a:lnTo>
                  <a:lnTo>
                    <a:pt x="216856" y="326429"/>
                  </a:lnTo>
                  <a:lnTo>
                    <a:pt x="216856" y="350208"/>
                  </a:lnTo>
                  <a:cubicBezTo>
                    <a:pt x="216858" y="350214"/>
                    <a:pt x="216896" y="350272"/>
                    <a:pt x="217363" y="351019"/>
                  </a:cubicBezTo>
                  <a:lnTo>
                    <a:pt x="220909" y="356694"/>
                  </a:lnTo>
                  <a:lnTo>
                    <a:pt x="220909" y="471268"/>
                  </a:lnTo>
                  <a:lnTo>
                    <a:pt x="223189" y="471268"/>
                  </a:lnTo>
                  <a:lnTo>
                    <a:pt x="239150" y="471268"/>
                  </a:lnTo>
                  <a:lnTo>
                    <a:pt x="239150" y="611783"/>
                  </a:lnTo>
                  <a:cubicBezTo>
                    <a:pt x="239160" y="611782"/>
                    <a:pt x="239272" y="611761"/>
                    <a:pt x="240670" y="611513"/>
                  </a:cubicBezTo>
                  <a:lnTo>
                    <a:pt x="251310" y="609622"/>
                  </a:lnTo>
                  <a:cubicBezTo>
                    <a:pt x="251310" y="609644"/>
                    <a:pt x="251280" y="610978"/>
                    <a:pt x="249283" y="698254"/>
                  </a:cubicBezTo>
                  <a:cubicBezTo>
                    <a:pt x="249293" y="698256"/>
                    <a:pt x="249404" y="698276"/>
                    <a:pt x="250803" y="698525"/>
                  </a:cubicBezTo>
                  <a:lnTo>
                    <a:pt x="261443" y="700416"/>
                  </a:lnTo>
                  <a:cubicBezTo>
                    <a:pt x="261445" y="700423"/>
                    <a:pt x="261465" y="700487"/>
                    <a:pt x="261696" y="701227"/>
                  </a:cubicBezTo>
                  <a:lnTo>
                    <a:pt x="263470" y="706902"/>
                  </a:lnTo>
                  <a:cubicBezTo>
                    <a:pt x="263472" y="706893"/>
                    <a:pt x="263517" y="706750"/>
                    <a:pt x="264230" y="704470"/>
                  </a:cubicBezTo>
                  <a:lnTo>
                    <a:pt x="269550" y="687446"/>
                  </a:lnTo>
                  <a:lnTo>
                    <a:pt x="271323" y="687446"/>
                  </a:lnTo>
                  <a:lnTo>
                    <a:pt x="283737" y="687446"/>
                  </a:lnTo>
                  <a:lnTo>
                    <a:pt x="283737" y="719872"/>
                  </a:lnTo>
                  <a:cubicBezTo>
                    <a:pt x="283743" y="719877"/>
                    <a:pt x="283820" y="719917"/>
                    <a:pt x="284750" y="720413"/>
                  </a:cubicBezTo>
                  <a:lnTo>
                    <a:pt x="291844" y="724196"/>
                  </a:lnTo>
                  <a:lnTo>
                    <a:pt x="291844" y="725547"/>
                  </a:lnTo>
                  <a:lnTo>
                    <a:pt x="291844" y="735005"/>
                  </a:lnTo>
                  <a:lnTo>
                    <a:pt x="336431" y="735005"/>
                  </a:lnTo>
                  <a:lnTo>
                    <a:pt x="336431" y="736086"/>
                  </a:lnTo>
                  <a:lnTo>
                    <a:pt x="336431" y="743652"/>
                  </a:lnTo>
                  <a:lnTo>
                    <a:pt x="338457" y="743652"/>
                  </a:lnTo>
                  <a:lnTo>
                    <a:pt x="352644" y="743652"/>
                  </a:lnTo>
                  <a:lnTo>
                    <a:pt x="352644" y="713387"/>
                  </a:lnTo>
                  <a:lnTo>
                    <a:pt x="397231" y="713387"/>
                  </a:lnTo>
                  <a:lnTo>
                    <a:pt x="397231" y="712036"/>
                  </a:lnTo>
                  <a:lnTo>
                    <a:pt x="397231" y="702578"/>
                  </a:lnTo>
                  <a:lnTo>
                    <a:pt x="398245" y="702578"/>
                  </a:lnTo>
                  <a:lnTo>
                    <a:pt x="405338" y="702578"/>
                  </a:lnTo>
                  <a:lnTo>
                    <a:pt x="405338" y="700687"/>
                  </a:lnTo>
                  <a:lnTo>
                    <a:pt x="405338" y="687446"/>
                  </a:lnTo>
                  <a:lnTo>
                    <a:pt x="406098" y="687446"/>
                  </a:lnTo>
                  <a:lnTo>
                    <a:pt x="411418" y="687446"/>
                  </a:lnTo>
                  <a:lnTo>
                    <a:pt x="411418" y="686365"/>
                  </a:lnTo>
                  <a:lnTo>
                    <a:pt x="411418" y="678798"/>
                  </a:lnTo>
                  <a:lnTo>
                    <a:pt x="413445" y="678798"/>
                  </a:lnTo>
                  <a:lnTo>
                    <a:pt x="427632" y="678798"/>
                  </a:lnTo>
                  <a:lnTo>
                    <a:pt x="427632" y="679879"/>
                  </a:lnTo>
                  <a:lnTo>
                    <a:pt x="427632" y="687446"/>
                  </a:lnTo>
                  <a:lnTo>
                    <a:pt x="449925" y="687446"/>
                  </a:lnTo>
                  <a:lnTo>
                    <a:pt x="449925" y="685554"/>
                  </a:lnTo>
                  <a:lnTo>
                    <a:pt x="449925" y="672313"/>
                  </a:lnTo>
                  <a:lnTo>
                    <a:pt x="451699" y="672313"/>
                  </a:lnTo>
                  <a:lnTo>
                    <a:pt x="464112" y="672313"/>
                  </a:lnTo>
                  <a:lnTo>
                    <a:pt x="464112" y="696093"/>
                  </a:lnTo>
                  <a:lnTo>
                    <a:pt x="465126" y="696093"/>
                  </a:lnTo>
                  <a:lnTo>
                    <a:pt x="472219" y="696093"/>
                  </a:lnTo>
                  <a:lnTo>
                    <a:pt x="472219" y="695012"/>
                  </a:lnTo>
                  <a:lnTo>
                    <a:pt x="472219" y="687446"/>
                  </a:lnTo>
                  <a:lnTo>
                    <a:pt x="473992" y="687446"/>
                  </a:lnTo>
                  <a:lnTo>
                    <a:pt x="486406" y="687446"/>
                  </a:lnTo>
                  <a:lnTo>
                    <a:pt x="486406" y="713387"/>
                  </a:lnTo>
                  <a:lnTo>
                    <a:pt x="488433" y="713387"/>
                  </a:lnTo>
                  <a:lnTo>
                    <a:pt x="502619" y="713387"/>
                  </a:lnTo>
                  <a:lnTo>
                    <a:pt x="502619" y="715008"/>
                  </a:lnTo>
                  <a:lnTo>
                    <a:pt x="502619" y="726358"/>
                  </a:lnTo>
                  <a:lnTo>
                    <a:pt x="503379" y="726358"/>
                  </a:lnTo>
                  <a:lnTo>
                    <a:pt x="508700" y="726358"/>
                  </a:lnTo>
                  <a:lnTo>
                    <a:pt x="508700" y="725547"/>
                  </a:lnTo>
                  <a:lnTo>
                    <a:pt x="508700" y="719872"/>
                  </a:lnTo>
                  <a:lnTo>
                    <a:pt x="539100" y="719872"/>
                  </a:lnTo>
                  <a:lnTo>
                    <a:pt x="539100" y="743652"/>
                  </a:lnTo>
                  <a:lnTo>
                    <a:pt x="540113" y="743652"/>
                  </a:lnTo>
                  <a:lnTo>
                    <a:pt x="547207" y="743652"/>
                  </a:lnTo>
                  <a:lnTo>
                    <a:pt x="547207" y="744733"/>
                  </a:lnTo>
                  <a:lnTo>
                    <a:pt x="547207" y="752299"/>
                  </a:lnTo>
                  <a:lnTo>
                    <a:pt x="547967" y="752299"/>
                  </a:lnTo>
                  <a:lnTo>
                    <a:pt x="553287" y="752299"/>
                  </a:lnTo>
                  <a:lnTo>
                    <a:pt x="553287" y="750137"/>
                  </a:lnTo>
                  <a:lnTo>
                    <a:pt x="553287" y="735005"/>
                  </a:lnTo>
                  <a:lnTo>
                    <a:pt x="554300" y="735005"/>
                  </a:lnTo>
                  <a:lnTo>
                    <a:pt x="561394" y="735005"/>
                  </a:lnTo>
                  <a:lnTo>
                    <a:pt x="561394" y="736086"/>
                  </a:lnTo>
                  <a:lnTo>
                    <a:pt x="561394" y="743652"/>
                  </a:lnTo>
                  <a:lnTo>
                    <a:pt x="566714" y="741659"/>
                  </a:lnTo>
                  <a:cubicBezTo>
                    <a:pt x="567474" y="741287"/>
                    <a:pt x="567474" y="741085"/>
                    <a:pt x="567474" y="740679"/>
                  </a:cubicBezTo>
                  <a:lnTo>
                    <a:pt x="567474" y="735005"/>
                  </a:lnTo>
                  <a:lnTo>
                    <a:pt x="605981" y="735005"/>
                  </a:lnTo>
                  <a:lnTo>
                    <a:pt x="605981" y="758784"/>
                  </a:lnTo>
                  <a:lnTo>
                    <a:pt x="608007" y="758784"/>
                  </a:lnTo>
                  <a:lnTo>
                    <a:pt x="622194" y="758784"/>
                  </a:lnTo>
                  <a:lnTo>
                    <a:pt x="622194" y="759865"/>
                  </a:lnTo>
                  <a:lnTo>
                    <a:pt x="622194" y="767431"/>
                  </a:lnTo>
                  <a:lnTo>
                    <a:pt x="623968" y="767431"/>
                  </a:lnTo>
                  <a:lnTo>
                    <a:pt x="636381" y="767431"/>
                  </a:lnTo>
                  <a:lnTo>
                    <a:pt x="636381" y="743652"/>
                  </a:lnTo>
                  <a:lnTo>
                    <a:pt x="637394" y="743652"/>
                  </a:lnTo>
                  <a:lnTo>
                    <a:pt x="644488" y="743652"/>
                  </a:lnTo>
                  <a:lnTo>
                    <a:pt x="644488" y="711225"/>
                  </a:lnTo>
                  <a:lnTo>
                    <a:pt x="645501" y="711225"/>
                  </a:lnTo>
                  <a:lnTo>
                    <a:pt x="652595" y="711225"/>
                  </a:lnTo>
                  <a:lnTo>
                    <a:pt x="652595" y="709334"/>
                  </a:lnTo>
                  <a:lnTo>
                    <a:pt x="652595" y="696093"/>
                  </a:lnTo>
                  <a:cubicBezTo>
                    <a:pt x="650568" y="696093"/>
                    <a:pt x="650568" y="696093"/>
                    <a:pt x="651328" y="694471"/>
                  </a:cubicBezTo>
                  <a:lnTo>
                    <a:pt x="656648" y="683122"/>
                  </a:lnTo>
                  <a:cubicBezTo>
                    <a:pt x="656653" y="683139"/>
                    <a:pt x="656848" y="683813"/>
                    <a:pt x="664755" y="711225"/>
                  </a:cubicBezTo>
                  <a:lnTo>
                    <a:pt x="665515" y="711225"/>
                  </a:lnTo>
                  <a:lnTo>
                    <a:pt x="670835" y="711225"/>
                  </a:lnTo>
                  <a:lnTo>
                    <a:pt x="670835" y="605298"/>
                  </a:lnTo>
                  <a:lnTo>
                    <a:pt x="672355" y="605298"/>
                  </a:lnTo>
                  <a:lnTo>
                    <a:pt x="682995" y="605298"/>
                  </a:lnTo>
                  <a:lnTo>
                    <a:pt x="682995" y="557739"/>
                  </a:lnTo>
                  <a:lnTo>
                    <a:pt x="709342" y="557739"/>
                  </a:lnTo>
                  <a:lnTo>
                    <a:pt x="709342" y="536121"/>
                  </a:lnTo>
                  <a:lnTo>
                    <a:pt x="743796" y="536121"/>
                  </a:lnTo>
                  <a:lnTo>
                    <a:pt x="743796" y="538553"/>
                  </a:lnTo>
                  <a:lnTo>
                    <a:pt x="743796" y="555577"/>
                  </a:lnTo>
                  <a:lnTo>
                    <a:pt x="746076" y="555577"/>
                  </a:lnTo>
                  <a:lnTo>
                    <a:pt x="762036" y="555577"/>
                  </a:lnTo>
                  <a:lnTo>
                    <a:pt x="762036" y="603136"/>
                  </a:lnTo>
                  <a:lnTo>
                    <a:pt x="763049" y="603136"/>
                  </a:lnTo>
                  <a:lnTo>
                    <a:pt x="770143" y="603136"/>
                  </a:lnTo>
                  <a:lnTo>
                    <a:pt x="784330" y="607460"/>
                  </a:lnTo>
                  <a:lnTo>
                    <a:pt x="784330" y="646372"/>
                  </a:lnTo>
                  <a:lnTo>
                    <a:pt x="785343" y="646372"/>
                  </a:lnTo>
                  <a:lnTo>
                    <a:pt x="792436" y="646372"/>
                  </a:lnTo>
                  <a:lnTo>
                    <a:pt x="792436" y="647993"/>
                  </a:lnTo>
                  <a:lnTo>
                    <a:pt x="792436" y="659342"/>
                  </a:lnTo>
                  <a:lnTo>
                    <a:pt x="794463" y="659342"/>
                  </a:lnTo>
                  <a:lnTo>
                    <a:pt x="808650" y="659342"/>
                  </a:lnTo>
                  <a:lnTo>
                    <a:pt x="814730" y="665828"/>
                  </a:lnTo>
                  <a:lnTo>
                    <a:pt x="814730" y="687446"/>
                  </a:lnTo>
                  <a:lnTo>
                    <a:pt x="817010" y="687446"/>
                  </a:lnTo>
                  <a:lnTo>
                    <a:pt x="832970" y="687446"/>
                  </a:lnTo>
                  <a:lnTo>
                    <a:pt x="832970" y="688526"/>
                  </a:lnTo>
                  <a:lnTo>
                    <a:pt x="832970" y="696093"/>
                  </a:lnTo>
                  <a:lnTo>
                    <a:pt x="834237" y="696093"/>
                  </a:lnTo>
                  <a:lnTo>
                    <a:pt x="843104" y="696093"/>
                  </a:lnTo>
                  <a:lnTo>
                    <a:pt x="843104" y="698254"/>
                  </a:lnTo>
                  <a:lnTo>
                    <a:pt x="843104" y="713387"/>
                  </a:lnTo>
                  <a:cubicBezTo>
                    <a:pt x="847157" y="713387"/>
                    <a:pt x="847157" y="713387"/>
                    <a:pt x="847157" y="711495"/>
                  </a:cubicBezTo>
                  <a:lnTo>
                    <a:pt x="847157" y="698254"/>
                  </a:lnTo>
                  <a:lnTo>
                    <a:pt x="848170" y="698254"/>
                  </a:lnTo>
                  <a:lnTo>
                    <a:pt x="855264" y="698254"/>
                  </a:lnTo>
                  <a:lnTo>
                    <a:pt x="855264" y="699876"/>
                  </a:lnTo>
                  <a:lnTo>
                    <a:pt x="855264" y="711225"/>
                  </a:lnTo>
                  <a:lnTo>
                    <a:pt x="856024" y="711225"/>
                  </a:lnTo>
                  <a:lnTo>
                    <a:pt x="861344" y="711225"/>
                  </a:lnTo>
                  <a:cubicBezTo>
                    <a:pt x="861344" y="706902"/>
                    <a:pt x="861344" y="706902"/>
                    <a:pt x="909984" y="706902"/>
                  </a:cubicBezTo>
                  <a:lnTo>
                    <a:pt x="909984" y="708253"/>
                  </a:lnTo>
                  <a:lnTo>
                    <a:pt x="909984" y="717710"/>
                  </a:lnTo>
                  <a:lnTo>
                    <a:pt x="910744" y="717710"/>
                  </a:lnTo>
                  <a:lnTo>
                    <a:pt x="916065" y="717710"/>
                  </a:lnTo>
                  <a:lnTo>
                    <a:pt x="916065" y="719872"/>
                  </a:lnTo>
                  <a:lnTo>
                    <a:pt x="916065" y="735005"/>
                  </a:lnTo>
                  <a:cubicBezTo>
                    <a:pt x="916073" y="735001"/>
                    <a:pt x="916189" y="734923"/>
                    <a:pt x="918091" y="733654"/>
                  </a:cubicBezTo>
                  <a:lnTo>
                    <a:pt x="932278" y="724196"/>
                  </a:lnTo>
                  <a:cubicBezTo>
                    <a:pt x="932280" y="724177"/>
                    <a:pt x="932411" y="723302"/>
                    <a:pt x="938358" y="683122"/>
                  </a:cubicBezTo>
                  <a:cubicBezTo>
                    <a:pt x="938367" y="683120"/>
                    <a:pt x="938436" y="683094"/>
                    <a:pt x="939118" y="682852"/>
                  </a:cubicBezTo>
                  <a:lnTo>
                    <a:pt x="944438" y="680960"/>
                  </a:lnTo>
                  <a:cubicBezTo>
                    <a:pt x="944438" y="680944"/>
                    <a:pt x="944471" y="679883"/>
                    <a:pt x="946465" y="611783"/>
                  </a:cubicBezTo>
                  <a:cubicBezTo>
                    <a:pt x="946465" y="611801"/>
                    <a:pt x="946498" y="612892"/>
                    <a:pt x="948492" y="680960"/>
                  </a:cubicBezTo>
                  <a:cubicBezTo>
                    <a:pt x="948501" y="680963"/>
                    <a:pt x="948572" y="680988"/>
                    <a:pt x="949252" y="681230"/>
                  </a:cubicBezTo>
                  <a:lnTo>
                    <a:pt x="954572" y="683122"/>
                  </a:lnTo>
                  <a:lnTo>
                    <a:pt x="954572" y="596651"/>
                  </a:lnTo>
                  <a:cubicBezTo>
                    <a:pt x="958625" y="596651"/>
                    <a:pt x="958625" y="596651"/>
                    <a:pt x="958625" y="564224"/>
                  </a:cubicBezTo>
                  <a:lnTo>
                    <a:pt x="997132" y="564224"/>
                  </a:lnTo>
                  <a:lnTo>
                    <a:pt x="997132" y="596651"/>
                  </a:lnTo>
                  <a:lnTo>
                    <a:pt x="997892" y="596651"/>
                  </a:lnTo>
                  <a:lnTo>
                    <a:pt x="1003212" y="596651"/>
                  </a:lnTo>
                  <a:lnTo>
                    <a:pt x="1003212" y="514503"/>
                  </a:lnTo>
                  <a:lnTo>
                    <a:pt x="1004986" y="514503"/>
                  </a:lnTo>
                  <a:lnTo>
                    <a:pt x="1017399" y="514503"/>
                  </a:lnTo>
                  <a:lnTo>
                    <a:pt x="1017399" y="512612"/>
                  </a:lnTo>
                  <a:lnTo>
                    <a:pt x="1017399" y="499371"/>
                  </a:lnTo>
                  <a:lnTo>
                    <a:pt x="1039693" y="499371"/>
                  </a:lnTo>
                  <a:lnTo>
                    <a:pt x="1039693" y="498290"/>
                  </a:lnTo>
                  <a:lnTo>
                    <a:pt x="1039693" y="490724"/>
                  </a:lnTo>
                  <a:lnTo>
                    <a:pt x="1041466" y="490724"/>
                  </a:lnTo>
                  <a:lnTo>
                    <a:pt x="1053880" y="490724"/>
                  </a:lnTo>
                  <a:lnTo>
                    <a:pt x="1053880" y="491805"/>
                  </a:lnTo>
                  <a:lnTo>
                    <a:pt x="1053880" y="499371"/>
                  </a:lnTo>
                  <a:lnTo>
                    <a:pt x="1054640" y="499371"/>
                  </a:lnTo>
                  <a:lnTo>
                    <a:pt x="1059960" y="499371"/>
                  </a:lnTo>
                  <a:lnTo>
                    <a:pt x="1070093" y="495047"/>
                  </a:lnTo>
                  <a:lnTo>
                    <a:pt x="1074146" y="498290"/>
                  </a:lnTo>
                  <a:lnTo>
                    <a:pt x="1074146" y="490724"/>
                  </a:lnTo>
                  <a:lnTo>
                    <a:pt x="1076426" y="490724"/>
                  </a:lnTo>
                  <a:lnTo>
                    <a:pt x="1092387" y="490724"/>
                  </a:lnTo>
                  <a:lnTo>
                    <a:pt x="1092387" y="491805"/>
                  </a:lnTo>
                  <a:lnTo>
                    <a:pt x="1092387" y="499371"/>
                  </a:lnTo>
                  <a:lnTo>
                    <a:pt x="1122787" y="499371"/>
                  </a:lnTo>
                  <a:lnTo>
                    <a:pt x="1122787" y="500992"/>
                  </a:lnTo>
                  <a:lnTo>
                    <a:pt x="1122787" y="512342"/>
                  </a:lnTo>
                  <a:lnTo>
                    <a:pt x="1149134" y="512342"/>
                  </a:lnTo>
                  <a:lnTo>
                    <a:pt x="1149134" y="542606"/>
                  </a:lnTo>
                  <a:lnTo>
                    <a:pt x="1149894" y="542606"/>
                  </a:lnTo>
                  <a:lnTo>
                    <a:pt x="1155214" y="542606"/>
                  </a:lnTo>
                  <a:lnTo>
                    <a:pt x="1155214" y="543687"/>
                  </a:lnTo>
                  <a:lnTo>
                    <a:pt x="1155214" y="551254"/>
                  </a:lnTo>
                  <a:cubicBezTo>
                    <a:pt x="1159268" y="551254"/>
                    <a:pt x="1159268" y="551254"/>
                    <a:pt x="1159268" y="581518"/>
                  </a:cubicBezTo>
                  <a:lnTo>
                    <a:pt x="1160028" y="581518"/>
                  </a:lnTo>
                  <a:lnTo>
                    <a:pt x="1165348" y="581518"/>
                  </a:lnTo>
                  <a:lnTo>
                    <a:pt x="1165348" y="582329"/>
                  </a:lnTo>
                  <a:lnTo>
                    <a:pt x="1165348" y="588004"/>
                  </a:lnTo>
                  <a:lnTo>
                    <a:pt x="1166361" y="588004"/>
                  </a:lnTo>
                  <a:lnTo>
                    <a:pt x="1173454" y="588004"/>
                  </a:lnTo>
                  <a:lnTo>
                    <a:pt x="1173454" y="618269"/>
                  </a:lnTo>
                  <a:lnTo>
                    <a:pt x="1175481" y="618269"/>
                  </a:lnTo>
                  <a:lnTo>
                    <a:pt x="1189668" y="618269"/>
                  </a:lnTo>
                  <a:lnTo>
                    <a:pt x="1189668" y="642048"/>
                  </a:lnTo>
                  <a:cubicBezTo>
                    <a:pt x="1191695" y="642048"/>
                    <a:pt x="1191695" y="642048"/>
                    <a:pt x="1191695" y="643669"/>
                  </a:cubicBezTo>
                  <a:lnTo>
                    <a:pt x="1191695" y="655019"/>
                  </a:lnTo>
                  <a:lnTo>
                    <a:pt x="1192455" y="655019"/>
                  </a:lnTo>
                  <a:lnTo>
                    <a:pt x="1197775" y="655019"/>
                  </a:lnTo>
                  <a:lnTo>
                    <a:pt x="1197775" y="678798"/>
                  </a:lnTo>
                  <a:lnTo>
                    <a:pt x="1199041" y="678798"/>
                  </a:lnTo>
                  <a:lnTo>
                    <a:pt x="1207908" y="678798"/>
                  </a:lnTo>
                  <a:cubicBezTo>
                    <a:pt x="1209935" y="680960"/>
                    <a:pt x="1209935" y="680960"/>
                    <a:pt x="1209935" y="682852"/>
                  </a:cubicBezTo>
                  <a:lnTo>
                    <a:pt x="1209935" y="696093"/>
                  </a:lnTo>
                  <a:cubicBezTo>
                    <a:pt x="1209940" y="696086"/>
                    <a:pt x="1210027" y="695979"/>
                    <a:pt x="1211455" y="694201"/>
                  </a:cubicBezTo>
                  <a:lnTo>
                    <a:pt x="1222095" y="680960"/>
                  </a:lnTo>
                  <a:lnTo>
                    <a:pt x="1250469" y="680960"/>
                  </a:lnTo>
                  <a:lnTo>
                    <a:pt x="1250469" y="767431"/>
                  </a:lnTo>
                  <a:lnTo>
                    <a:pt x="1251229" y="767431"/>
                  </a:lnTo>
                  <a:lnTo>
                    <a:pt x="1256549" y="767431"/>
                  </a:lnTo>
                  <a:cubicBezTo>
                    <a:pt x="1256553" y="767423"/>
                    <a:pt x="1256612" y="767323"/>
                    <a:pt x="1257309" y="766080"/>
                  </a:cubicBezTo>
                  <a:lnTo>
                    <a:pt x="1262629" y="756622"/>
                  </a:lnTo>
                  <a:lnTo>
                    <a:pt x="1262629" y="758514"/>
                  </a:lnTo>
                  <a:lnTo>
                    <a:pt x="1262629" y="771755"/>
                  </a:lnTo>
                  <a:cubicBezTo>
                    <a:pt x="1266682" y="771755"/>
                    <a:pt x="1266682" y="771755"/>
                    <a:pt x="1266682" y="726358"/>
                  </a:cubicBezTo>
                  <a:lnTo>
                    <a:pt x="1267442" y="726358"/>
                  </a:lnTo>
                  <a:lnTo>
                    <a:pt x="1272762" y="726358"/>
                  </a:lnTo>
                  <a:lnTo>
                    <a:pt x="1272762" y="661504"/>
                  </a:lnTo>
                  <a:lnTo>
                    <a:pt x="1273776" y="661504"/>
                  </a:lnTo>
                  <a:lnTo>
                    <a:pt x="1280869" y="661504"/>
                  </a:lnTo>
                  <a:cubicBezTo>
                    <a:pt x="1280875" y="661483"/>
                    <a:pt x="1281139" y="660543"/>
                    <a:pt x="1293029" y="618269"/>
                  </a:cubicBezTo>
                  <a:lnTo>
                    <a:pt x="1294296" y="618269"/>
                  </a:lnTo>
                  <a:lnTo>
                    <a:pt x="1303163" y="618269"/>
                  </a:lnTo>
                  <a:cubicBezTo>
                    <a:pt x="1303168" y="618292"/>
                    <a:pt x="1303394" y="619258"/>
                    <a:pt x="1313296" y="661504"/>
                  </a:cubicBezTo>
                  <a:lnTo>
                    <a:pt x="1314309" y="661504"/>
                  </a:lnTo>
                  <a:lnTo>
                    <a:pt x="1321403" y="661504"/>
                  </a:lnTo>
                  <a:lnTo>
                    <a:pt x="1321403" y="700416"/>
                  </a:lnTo>
                  <a:lnTo>
                    <a:pt x="1323176" y="700416"/>
                  </a:lnTo>
                  <a:lnTo>
                    <a:pt x="1335590" y="700416"/>
                  </a:lnTo>
                  <a:lnTo>
                    <a:pt x="1335590" y="702578"/>
                  </a:lnTo>
                  <a:lnTo>
                    <a:pt x="1335590" y="717710"/>
                  </a:lnTo>
                  <a:cubicBezTo>
                    <a:pt x="1339643" y="717710"/>
                    <a:pt x="1339643" y="717710"/>
                    <a:pt x="1339643" y="715549"/>
                  </a:cubicBezTo>
                  <a:lnTo>
                    <a:pt x="1339643" y="700416"/>
                  </a:lnTo>
                  <a:lnTo>
                    <a:pt x="1341163" y="700416"/>
                  </a:lnTo>
                  <a:lnTo>
                    <a:pt x="1351803" y="700416"/>
                  </a:lnTo>
                  <a:lnTo>
                    <a:pt x="1351803" y="702037"/>
                  </a:lnTo>
                  <a:lnTo>
                    <a:pt x="1351803" y="713387"/>
                  </a:lnTo>
                  <a:lnTo>
                    <a:pt x="1382204" y="713387"/>
                  </a:lnTo>
                  <a:lnTo>
                    <a:pt x="1382204" y="676637"/>
                  </a:lnTo>
                  <a:lnTo>
                    <a:pt x="1383470" y="676637"/>
                  </a:lnTo>
                  <a:lnTo>
                    <a:pt x="1392337" y="676637"/>
                  </a:lnTo>
                  <a:lnTo>
                    <a:pt x="1392337" y="698254"/>
                  </a:lnTo>
                  <a:cubicBezTo>
                    <a:pt x="1394364" y="698254"/>
                    <a:pt x="1394364" y="698254"/>
                    <a:pt x="1394364" y="665828"/>
                  </a:cubicBezTo>
                  <a:lnTo>
                    <a:pt x="1416657" y="665828"/>
                  </a:lnTo>
                  <a:lnTo>
                    <a:pt x="1416657" y="664206"/>
                  </a:lnTo>
                  <a:lnTo>
                    <a:pt x="1416657" y="652857"/>
                  </a:lnTo>
                  <a:lnTo>
                    <a:pt x="1417417" y="652857"/>
                  </a:lnTo>
                  <a:lnTo>
                    <a:pt x="1422737" y="652857"/>
                  </a:lnTo>
                  <a:lnTo>
                    <a:pt x="1422737" y="650966"/>
                  </a:lnTo>
                  <a:lnTo>
                    <a:pt x="1422737" y="637725"/>
                  </a:lnTo>
                  <a:lnTo>
                    <a:pt x="1426791" y="644210"/>
                  </a:lnTo>
                  <a:lnTo>
                    <a:pt x="1429071" y="644210"/>
                  </a:lnTo>
                  <a:lnTo>
                    <a:pt x="1445031" y="644210"/>
                  </a:lnTo>
                  <a:lnTo>
                    <a:pt x="1445031" y="643399"/>
                  </a:lnTo>
                  <a:lnTo>
                    <a:pt x="1445031" y="637725"/>
                  </a:lnTo>
                  <a:lnTo>
                    <a:pt x="1445791" y="637725"/>
                  </a:lnTo>
                  <a:lnTo>
                    <a:pt x="1451111" y="637725"/>
                  </a:lnTo>
                  <a:lnTo>
                    <a:pt x="1451111" y="639076"/>
                  </a:lnTo>
                  <a:lnTo>
                    <a:pt x="1451111" y="648534"/>
                  </a:lnTo>
                  <a:lnTo>
                    <a:pt x="1489618" y="648534"/>
                  </a:lnTo>
                  <a:lnTo>
                    <a:pt x="1489618" y="786887"/>
                  </a:lnTo>
                  <a:lnTo>
                    <a:pt x="1491138" y="786887"/>
                  </a:lnTo>
                  <a:lnTo>
                    <a:pt x="1501778" y="786887"/>
                  </a:lnTo>
                  <a:lnTo>
                    <a:pt x="1501778" y="773917"/>
                  </a:lnTo>
                  <a:lnTo>
                    <a:pt x="1505832" y="773917"/>
                  </a:lnTo>
                  <a:lnTo>
                    <a:pt x="1505832" y="786887"/>
                  </a:lnTo>
                  <a:lnTo>
                    <a:pt x="1536232" y="786887"/>
                  </a:lnTo>
                  <a:lnTo>
                    <a:pt x="1536232" y="756622"/>
                  </a:lnTo>
                  <a:lnTo>
                    <a:pt x="1548392" y="756622"/>
                  </a:lnTo>
                  <a:lnTo>
                    <a:pt x="1560552" y="754461"/>
                  </a:lnTo>
                  <a:cubicBezTo>
                    <a:pt x="1562579" y="754461"/>
                    <a:pt x="1562579" y="756622"/>
                    <a:pt x="1564606" y="756622"/>
                  </a:cubicBezTo>
                  <a:lnTo>
                    <a:pt x="1574739" y="756622"/>
                  </a:lnTo>
                  <a:lnTo>
                    <a:pt x="1574739" y="786887"/>
                  </a:lnTo>
                  <a:lnTo>
                    <a:pt x="1582846" y="786887"/>
                  </a:lnTo>
                  <a:lnTo>
                    <a:pt x="1582846" y="804182"/>
                  </a:lnTo>
                  <a:lnTo>
                    <a:pt x="1592182" y="805087"/>
                  </a:lnTo>
                  <a:lnTo>
                    <a:pt x="1605140" y="805087"/>
                  </a:lnTo>
                  <a:lnTo>
                    <a:pt x="1605140" y="789049"/>
                  </a:lnTo>
                  <a:lnTo>
                    <a:pt x="1673096" y="789049"/>
                  </a:lnTo>
                  <a:lnTo>
                    <a:pt x="1673096" y="703796"/>
                  </a:lnTo>
                  <a:lnTo>
                    <a:pt x="1745104" y="703796"/>
                  </a:lnTo>
                  <a:lnTo>
                    <a:pt x="1745104" y="782564"/>
                  </a:lnTo>
                  <a:lnTo>
                    <a:pt x="1747008" y="782564"/>
                  </a:lnTo>
                  <a:lnTo>
                    <a:pt x="1748250" y="805087"/>
                  </a:lnTo>
                  <a:lnTo>
                    <a:pt x="1757926" y="805087"/>
                  </a:lnTo>
                  <a:cubicBezTo>
                    <a:pt x="1758462" y="797873"/>
                    <a:pt x="1759168" y="790219"/>
                    <a:pt x="1759168" y="782564"/>
                  </a:cubicBezTo>
                  <a:lnTo>
                    <a:pt x="1765248" y="782564"/>
                  </a:lnTo>
                  <a:lnTo>
                    <a:pt x="1766490" y="805087"/>
                  </a:lnTo>
                  <a:lnTo>
                    <a:pt x="1817112" y="805087"/>
                  </a:lnTo>
                  <a:lnTo>
                    <a:pt x="1817112" y="642059"/>
                  </a:lnTo>
                  <a:lnTo>
                    <a:pt x="2014439" y="642059"/>
                  </a:lnTo>
                  <a:lnTo>
                    <a:pt x="2014439" y="805087"/>
                  </a:lnTo>
                  <a:lnTo>
                    <a:pt x="2033136" y="805087"/>
                  </a:lnTo>
                  <a:lnTo>
                    <a:pt x="2033136" y="722394"/>
                  </a:lnTo>
                  <a:lnTo>
                    <a:pt x="2128256" y="722394"/>
                  </a:lnTo>
                  <a:cubicBezTo>
                    <a:pt x="2132331" y="616373"/>
                    <a:pt x="2135709" y="510899"/>
                    <a:pt x="2140186" y="404253"/>
                  </a:cubicBezTo>
                  <a:cubicBezTo>
                    <a:pt x="2130053" y="404253"/>
                    <a:pt x="2105733" y="391282"/>
                    <a:pt x="2128026" y="382635"/>
                  </a:cubicBezTo>
                  <a:cubicBezTo>
                    <a:pt x="2125999" y="380473"/>
                    <a:pt x="2123973" y="378311"/>
                    <a:pt x="2121946" y="378311"/>
                  </a:cubicBezTo>
                  <a:cubicBezTo>
                    <a:pt x="2121946" y="365341"/>
                    <a:pt x="2119919" y="363179"/>
                    <a:pt x="2130053" y="354532"/>
                  </a:cubicBezTo>
                  <a:lnTo>
                    <a:pt x="2130053" y="337238"/>
                  </a:lnTo>
                  <a:lnTo>
                    <a:pt x="2144240" y="337238"/>
                  </a:lnTo>
                  <a:lnTo>
                    <a:pt x="2144240" y="315620"/>
                  </a:lnTo>
                  <a:cubicBezTo>
                    <a:pt x="2144240" y="313458"/>
                    <a:pt x="2146266" y="313458"/>
                    <a:pt x="2146266" y="311296"/>
                  </a:cubicBezTo>
                  <a:lnTo>
                    <a:pt x="2146266" y="233472"/>
                  </a:lnTo>
                  <a:cubicBezTo>
                    <a:pt x="2146266" y="231310"/>
                    <a:pt x="2144240" y="229149"/>
                    <a:pt x="2144240" y="226987"/>
                  </a:cubicBezTo>
                  <a:lnTo>
                    <a:pt x="2150320" y="220501"/>
                  </a:lnTo>
                  <a:lnTo>
                    <a:pt x="2150320" y="162133"/>
                  </a:lnTo>
                  <a:cubicBezTo>
                    <a:pt x="2150320" y="159972"/>
                    <a:pt x="2150320" y="159972"/>
                    <a:pt x="2152346" y="157810"/>
                  </a:cubicBezTo>
                  <a:lnTo>
                    <a:pt x="2152346" y="101604"/>
                  </a:lnTo>
                  <a:cubicBezTo>
                    <a:pt x="2154373" y="92957"/>
                    <a:pt x="2154373" y="88633"/>
                    <a:pt x="2154373" y="82148"/>
                  </a:cubicBezTo>
                  <a:cubicBezTo>
                    <a:pt x="2158427" y="88633"/>
                    <a:pt x="2158427" y="92957"/>
                    <a:pt x="2158427" y="99442"/>
                  </a:cubicBezTo>
                  <a:cubicBezTo>
                    <a:pt x="2160453" y="121060"/>
                    <a:pt x="2160453" y="140516"/>
                    <a:pt x="2160453" y="157810"/>
                  </a:cubicBezTo>
                  <a:cubicBezTo>
                    <a:pt x="2162480" y="181589"/>
                    <a:pt x="2162480" y="201045"/>
                    <a:pt x="2162480" y="220501"/>
                  </a:cubicBezTo>
                  <a:lnTo>
                    <a:pt x="2168560" y="226987"/>
                  </a:lnTo>
                  <a:cubicBezTo>
                    <a:pt x="2168560" y="229149"/>
                    <a:pt x="2166533" y="231310"/>
                    <a:pt x="2166533" y="233472"/>
                  </a:cubicBezTo>
                  <a:lnTo>
                    <a:pt x="2166533" y="311296"/>
                  </a:lnTo>
                  <a:cubicBezTo>
                    <a:pt x="2166533" y="313458"/>
                    <a:pt x="2168560" y="313458"/>
                    <a:pt x="2168560" y="315620"/>
                  </a:cubicBezTo>
                  <a:lnTo>
                    <a:pt x="2168560" y="337238"/>
                  </a:lnTo>
                  <a:lnTo>
                    <a:pt x="2182747" y="337238"/>
                  </a:lnTo>
                  <a:lnTo>
                    <a:pt x="2182747" y="354532"/>
                  </a:lnTo>
                  <a:cubicBezTo>
                    <a:pt x="2190854" y="363179"/>
                    <a:pt x="2190854" y="363179"/>
                    <a:pt x="2190854" y="378311"/>
                  </a:cubicBezTo>
                  <a:cubicBezTo>
                    <a:pt x="2188827" y="378311"/>
                    <a:pt x="2186800" y="380473"/>
                    <a:pt x="2184774" y="382635"/>
                  </a:cubicBezTo>
                  <a:cubicBezTo>
                    <a:pt x="2205040" y="393444"/>
                    <a:pt x="2180720" y="402091"/>
                    <a:pt x="2172613" y="404253"/>
                  </a:cubicBezTo>
                  <a:cubicBezTo>
                    <a:pt x="2174640" y="488562"/>
                    <a:pt x="2178693" y="572871"/>
                    <a:pt x="2180720" y="657181"/>
                  </a:cubicBezTo>
                  <a:lnTo>
                    <a:pt x="2245574" y="657181"/>
                  </a:lnTo>
                  <a:lnTo>
                    <a:pt x="2245574" y="732843"/>
                  </a:lnTo>
                  <a:lnTo>
                    <a:pt x="2253681" y="732843"/>
                  </a:lnTo>
                  <a:cubicBezTo>
                    <a:pt x="2253681" y="730681"/>
                    <a:pt x="2255708" y="728519"/>
                    <a:pt x="2255708" y="726358"/>
                  </a:cubicBezTo>
                  <a:lnTo>
                    <a:pt x="2261788" y="726358"/>
                  </a:lnTo>
                  <a:cubicBezTo>
                    <a:pt x="2261788" y="728519"/>
                    <a:pt x="2261788" y="730681"/>
                    <a:pt x="2263815" y="735005"/>
                  </a:cubicBezTo>
                  <a:lnTo>
                    <a:pt x="2275975" y="735005"/>
                  </a:lnTo>
                  <a:lnTo>
                    <a:pt x="2275975" y="728519"/>
                  </a:lnTo>
                  <a:lnTo>
                    <a:pt x="2298268" y="728519"/>
                  </a:lnTo>
                  <a:lnTo>
                    <a:pt x="2298268" y="735005"/>
                  </a:lnTo>
                  <a:lnTo>
                    <a:pt x="2318535" y="735005"/>
                  </a:lnTo>
                  <a:lnTo>
                    <a:pt x="2318535" y="780402"/>
                  </a:lnTo>
                  <a:lnTo>
                    <a:pt x="2332722" y="780402"/>
                  </a:lnTo>
                  <a:lnTo>
                    <a:pt x="2332722" y="767431"/>
                  </a:lnTo>
                  <a:lnTo>
                    <a:pt x="2348936" y="767431"/>
                  </a:lnTo>
                  <a:lnTo>
                    <a:pt x="2348936" y="588004"/>
                  </a:lnTo>
                  <a:lnTo>
                    <a:pt x="2355016" y="581518"/>
                  </a:lnTo>
                  <a:lnTo>
                    <a:pt x="2427977" y="581518"/>
                  </a:lnTo>
                  <a:lnTo>
                    <a:pt x="2427977" y="590166"/>
                  </a:lnTo>
                  <a:lnTo>
                    <a:pt x="2438110" y="590166"/>
                  </a:lnTo>
                  <a:lnTo>
                    <a:pt x="2438110" y="704740"/>
                  </a:lnTo>
                  <a:lnTo>
                    <a:pt x="2460404" y="704740"/>
                  </a:lnTo>
                  <a:lnTo>
                    <a:pt x="2460404" y="637725"/>
                  </a:lnTo>
                  <a:lnTo>
                    <a:pt x="2486751" y="637725"/>
                  </a:lnTo>
                  <a:cubicBezTo>
                    <a:pt x="2488777" y="637725"/>
                    <a:pt x="2488777" y="635563"/>
                    <a:pt x="2490804" y="633401"/>
                  </a:cubicBezTo>
                  <a:lnTo>
                    <a:pt x="2498911" y="633401"/>
                  </a:lnTo>
                  <a:cubicBezTo>
                    <a:pt x="2500937" y="635563"/>
                    <a:pt x="2500937" y="637725"/>
                    <a:pt x="2502964" y="637725"/>
                  </a:cubicBezTo>
                  <a:lnTo>
                    <a:pt x="2525258" y="637725"/>
                  </a:lnTo>
                  <a:lnTo>
                    <a:pt x="2525258" y="520989"/>
                  </a:lnTo>
                  <a:cubicBezTo>
                    <a:pt x="2525272" y="520986"/>
                    <a:pt x="2526139" y="520822"/>
                    <a:pt x="2582005" y="510180"/>
                  </a:cubicBezTo>
                  <a:lnTo>
                    <a:pt x="2582005" y="511261"/>
                  </a:lnTo>
                  <a:lnTo>
                    <a:pt x="2582005" y="518827"/>
                  </a:lnTo>
                  <a:lnTo>
                    <a:pt x="2608352" y="518827"/>
                  </a:lnTo>
                  <a:lnTo>
                    <a:pt x="2608352" y="773917"/>
                  </a:lnTo>
                  <a:lnTo>
                    <a:pt x="2630646" y="773917"/>
                  </a:lnTo>
                  <a:lnTo>
                    <a:pt x="2630646" y="769593"/>
                  </a:lnTo>
                  <a:lnTo>
                    <a:pt x="2642806" y="769593"/>
                  </a:lnTo>
                  <a:lnTo>
                    <a:pt x="2642806" y="773917"/>
                  </a:lnTo>
                  <a:lnTo>
                    <a:pt x="2667126" y="773917"/>
                  </a:lnTo>
                  <a:lnTo>
                    <a:pt x="2667126" y="760946"/>
                  </a:lnTo>
                  <a:lnTo>
                    <a:pt x="2695500" y="760946"/>
                  </a:lnTo>
                  <a:cubicBezTo>
                    <a:pt x="2699553" y="756622"/>
                    <a:pt x="2703607" y="756622"/>
                    <a:pt x="2707660" y="756622"/>
                  </a:cubicBezTo>
                  <a:cubicBezTo>
                    <a:pt x="2713740" y="760946"/>
                    <a:pt x="2721847" y="760946"/>
                    <a:pt x="2727927" y="760946"/>
                  </a:cubicBezTo>
                  <a:lnTo>
                    <a:pt x="2727927" y="743652"/>
                  </a:lnTo>
                  <a:lnTo>
                    <a:pt x="2736034" y="743652"/>
                  </a:lnTo>
                  <a:lnTo>
                    <a:pt x="2736034" y="730681"/>
                  </a:lnTo>
                  <a:lnTo>
                    <a:pt x="2792781" y="730681"/>
                  </a:lnTo>
                  <a:lnTo>
                    <a:pt x="2792781" y="700416"/>
                  </a:lnTo>
                  <a:lnTo>
                    <a:pt x="2811021" y="700416"/>
                  </a:lnTo>
                  <a:lnTo>
                    <a:pt x="2811021" y="693931"/>
                  </a:lnTo>
                  <a:lnTo>
                    <a:pt x="2823181" y="693931"/>
                  </a:lnTo>
                  <a:lnTo>
                    <a:pt x="2823181" y="700416"/>
                  </a:lnTo>
                  <a:lnTo>
                    <a:pt x="2839395" y="700416"/>
                  </a:lnTo>
                  <a:lnTo>
                    <a:pt x="2839395" y="750137"/>
                  </a:lnTo>
                  <a:lnTo>
                    <a:pt x="2871822" y="750137"/>
                  </a:lnTo>
                  <a:lnTo>
                    <a:pt x="2871822" y="724196"/>
                  </a:lnTo>
                  <a:lnTo>
                    <a:pt x="2910329" y="724196"/>
                  </a:lnTo>
                  <a:lnTo>
                    <a:pt x="2910329" y="693931"/>
                  </a:lnTo>
                  <a:lnTo>
                    <a:pt x="2958970" y="693931"/>
                  </a:lnTo>
                  <a:lnTo>
                    <a:pt x="2958970" y="805087"/>
                  </a:lnTo>
                  <a:lnTo>
                    <a:pt x="2958970" y="818866"/>
                  </a:lnTo>
                  <a:lnTo>
                    <a:pt x="2968113" y="818866"/>
                  </a:lnTo>
                  <a:lnTo>
                    <a:pt x="2968113" y="762555"/>
                  </a:lnTo>
                  <a:lnTo>
                    <a:pt x="2971450" y="756622"/>
                  </a:lnTo>
                  <a:lnTo>
                    <a:pt x="2971450" y="758514"/>
                  </a:lnTo>
                  <a:lnTo>
                    <a:pt x="2971450" y="771755"/>
                  </a:lnTo>
                  <a:cubicBezTo>
                    <a:pt x="2975503" y="771755"/>
                    <a:pt x="2975503" y="771755"/>
                    <a:pt x="2975503" y="726358"/>
                  </a:cubicBezTo>
                  <a:lnTo>
                    <a:pt x="2976263" y="726358"/>
                  </a:lnTo>
                  <a:lnTo>
                    <a:pt x="2981583" y="726358"/>
                  </a:lnTo>
                  <a:lnTo>
                    <a:pt x="2981583" y="661504"/>
                  </a:lnTo>
                  <a:lnTo>
                    <a:pt x="2982597" y="661504"/>
                  </a:lnTo>
                  <a:lnTo>
                    <a:pt x="2989690" y="661504"/>
                  </a:lnTo>
                  <a:cubicBezTo>
                    <a:pt x="2989696" y="661483"/>
                    <a:pt x="2989960" y="660543"/>
                    <a:pt x="3001850" y="618269"/>
                  </a:cubicBezTo>
                  <a:lnTo>
                    <a:pt x="3003117" y="618269"/>
                  </a:lnTo>
                  <a:lnTo>
                    <a:pt x="3011984" y="618269"/>
                  </a:lnTo>
                  <a:cubicBezTo>
                    <a:pt x="3011989" y="618292"/>
                    <a:pt x="3012215" y="619258"/>
                    <a:pt x="3022117" y="661504"/>
                  </a:cubicBezTo>
                  <a:lnTo>
                    <a:pt x="3023130" y="661504"/>
                  </a:lnTo>
                  <a:lnTo>
                    <a:pt x="3030224" y="661504"/>
                  </a:lnTo>
                  <a:lnTo>
                    <a:pt x="3030224" y="700416"/>
                  </a:lnTo>
                  <a:lnTo>
                    <a:pt x="3031997" y="700416"/>
                  </a:lnTo>
                  <a:lnTo>
                    <a:pt x="3044411" y="700416"/>
                  </a:lnTo>
                  <a:lnTo>
                    <a:pt x="3044411" y="702578"/>
                  </a:lnTo>
                  <a:lnTo>
                    <a:pt x="3044411" y="717710"/>
                  </a:lnTo>
                  <a:cubicBezTo>
                    <a:pt x="3048464" y="717710"/>
                    <a:pt x="3048464" y="717710"/>
                    <a:pt x="3048464" y="715549"/>
                  </a:cubicBezTo>
                  <a:lnTo>
                    <a:pt x="3048464" y="700416"/>
                  </a:lnTo>
                  <a:lnTo>
                    <a:pt x="3049984" y="700416"/>
                  </a:lnTo>
                  <a:lnTo>
                    <a:pt x="3060624" y="700416"/>
                  </a:lnTo>
                  <a:lnTo>
                    <a:pt x="3060624" y="702037"/>
                  </a:lnTo>
                  <a:lnTo>
                    <a:pt x="3060624" y="713387"/>
                  </a:lnTo>
                  <a:lnTo>
                    <a:pt x="3091025" y="713387"/>
                  </a:lnTo>
                  <a:lnTo>
                    <a:pt x="3091025" y="676637"/>
                  </a:lnTo>
                  <a:lnTo>
                    <a:pt x="3092291" y="676637"/>
                  </a:lnTo>
                  <a:lnTo>
                    <a:pt x="3101158" y="676637"/>
                  </a:lnTo>
                  <a:lnTo>
                    <a:pt x="3101158" y="698254"/>
                  </a:lnTo>
                  <a:cubicBezTo>
                    <a:pt x="3103185" y="698254"/>
                    <a:pt x="3103185" y="698254"/>
                    <a:pt x="3103185" y="665828"/>
                  </a:cubicBezTo>
                  <a:lnTo>
                    <a:pt x="3125478" y="665828"/>
                  </a:lnTo>
                  <a:lnTo>
                    <a:pt x="3125478" y="664206"/>
                  </a:lnTo>
                  <a:lnTo>
                    <a:pt x="3125478" y="652857"/>
                  </a:lnTo>
                  <a:lnTo>
                    <a:pt x="3126238" y="652857"/>
                  </a:lnTo>
                  <a:lnTo>
                    <a:pt x="3131558" y="652857"/>
                  </a:lnTo>
                  <a:lnTo>
                    <a:pt x="3131558" y="650966"/>
                  </a:lnTo>
                  <a:lnTo>
                    <a:pt x="3131558" y="637725"/>
                  </a:lnTo>
                  <a:lnTo>
                    <a:pt x="3135612" y="644210"/>
                  </a:lnTo>
                  <a:lnTo>
                    <a:pt x="3137892" y="644210"/>
                  </a:lnTo>
                  <a:lnTo>
                    <a:pt x="3153852" y="644210"/>
                  </a:lnTo>
                  <a:lnTo>
                    <a:pt x="3153852" y="643399"/>
                  </a:lnTo>
                  <a:lnTo>
                    <a:pt x="3153852" y="637725"/>
                  </a:lnTo>
                  <a:lnTo>
                    <a:pt x="3154612" y="637725"/>
                  </a:lnTo>
                  <a:lnTo>
                    <a:pt x="3159932" y="637725"/>
                  </a:lnTo>
                  <a:lnTo>
                    <a:pt x="3159932" y="639076"/>
                  </a:lnTo>
                  <a:lnTo>
                    <a:pt x="3159932" y="648534"/>
                  </a:lnTo>
                  <a:lnTo>
                    <a:pt x="3195788" y="648534"/>
                  </a:lnTo>
                  <a:lnTo>
                    <a:pt x="3195788" y="1159457"/>
                  </a:lnTo>
                  <a:lnTo>
                    <a:pt x="3031533" y="1159331"/>
                  </a:lnTo>
                  <a:lnTo>
                    <a:pt x="3031520" y="1160647"/>
                  </a:lnTo>
                  <a:lnTo>
                    <a:pt x="2054" y="1158314"/>
                  </a:lnTo>
                  <a:cubicBezTo>
                    <a:pt x="1369" y="1010750"/>
                    <a:pt x="685" y="871760"/>
                    <a:pt x="0" y="724196"/>
                  </a:cubicBezTo>
                  <a:lnTo>
                    <a:pt x="20267" y="724196"/>
                  </a:lnTo>
                  <a:cubicBezTo>
                    <a:pt x="20271" y="724190"/>
                    <a:pt x="20308" y="724108"/>
                    <a:pt x="20774" y="723115"/>
                  </a:cubicBezTo>
                  <a:lnTo>
                    <a:pt x="24320" y="715549"/>
                  </a:lnTo>
                  <a:cubicBezTo>
                    <a:pt x="24329" y="715550"/>
                    <a:pt x="24442" y="715568"/>
                    <a:pt x="26094" y="715819"/>
                  </a:cubicBezTo>
                  <a:lnTo>
                    <a:pt x="38507" y="717710"/>
                  </a:lnTo>
                  <a:cubicBezTo>
                    <a:pt x="38510" y="717720"/>
                    <a:pt x="38548" y="717821"/>
                    <a:pt x="39014" y="719062"/>
                  </a:cubicBezTo>
                  <a:lnTo>
                    <a:pt x="42560" y="728519"/>
                  </a:lnTo>
                  <a:cubicBezTo>
                    <a:pt x="42574" y="728520"/>
                    <a:pt x="43170" y="728570"/>
                    <a:pt x="68907" y="730681"/>
                  </a:cubicBezTo>
                  <a:lnTo>
                    <a:pt x="68907" y="607460"/>
                  </a:lnTo>
                  <a:lnTo>
                    <a:pt x="70934" y="607460"/>
                  </a:lnTo>
                  <a:lnTo>
                    <a:pt x="85121" y="607460"/>
                  </a:lnTo>
                  <a:lnTo>
                    <a:pt x="85121" y="471268"/>
                  </a:lnTo>
                  <a:lnTo>
                    <a:pt x="86894" y="471268"/>
                  </a:lnTo>
                  <a:lnTo>
                    <a:pt x="99308" y="471268"/>
                  </a:lnTo>
                  <a:lnTo>
                    <a:pt x="99308" y="356694"/>
                  </a:lnTo>
                  <a:cubicBezTo>
                    <a:pt x="103361" y="354532"/>
                    <a:pt x="103361" y="354532"/>
                    <a:pt x="103361" y="328590"/>
                  </a:cubicBezTo>
                  <a:lnTo>
                    <a:pt x="105388" y="328590"/>
                  </a:lnTo>
                  <a:lnTo>
                    <a:pt x="119575" y="328590"/>
                  </a:lnTo>
                  <a:cubicBezTo>
                    <a:pt x="119586" y="328567"/>
                    <a:pt x="120192" y="327200"/>
                    <a:pt x="156055" y="246443"/>
                  </a:cubicBezTo>
                  <a:cubicBezTo>
                    <a:pt x="156055" y="246429"/>
                    <a:pt x="156089" y="244478"/>
                    <a:pt x="160109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3FE9DCB8-7988-4D37-8798-DE11EEA18309}"/>
                </a:ext>
              </a:extLst>
            </p:cNvPr>
            <p:cNvGrpSpPr/>
            <p:nvPr/>
          </p:nvGrpSpPr>
          <p:grpSpPr>
            <a:xfrm flipH="1">
              <a:off x="10303645" y="3652285"/>
              <a:ext cx="1406420" cy="1145989"/>
              <a:chOff x="9991406" y="1087963"/>
              <a:chExt cx="3918119" cy="3192589"/>
            </a:xfrm>
            <a:grpFill/>
          </p:grpSpPr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FC6D9089-ED92-4627-9822-8834DFBBAEFA}"/>
                  </a:ext>
                </a:extLst>
              </p:cNvPr>
              <p:cNvSpPr/>
              <p:nvPr/>
            </p:nvSpPr>
            <p:spPr>
              <a:xfrm>
                <a:off x="9991406" y="2974666"/>
                <a:ext cx="674899" cy="723957"/>
              </a:xfrm>
              <a:custGeom>
                <a:avLst/>
                <a:gdLst>
                  <a:gd name="connsiteX0" fmla="*/ 597314 w 638668"/>
                  <a:gd name="connsiteY0" fmla="*/ 306119 h 685090"/>
                  <a:gd name="connsiteX1" fmla="*/ 597314 w 638668"/>
                  <a:gd name="connsiteY1" fmla="*/ 577205 h 685090"/>
                  <a:gd name="connsiteX2" fmla="*/ 616698 w 638668"/>
                  <a:gd name="connsiteY2" fmla="*/ 572897 h 685090"/>
                  <a:gd name="connsiteX3" fmla="*/ 616698 w 638668"/>
                  <a:gd name="connsiteY3" fmla="*/ 313155 h 685090"/>
                  <a:gd name="connsiteX4" fmla="*/ 561418 w 638668"/>
                  <a:gd name="connsiteY4" fmla="*/ 292910 h 685090"/>
                  <a:gd name="connsiteX5" fmla="*/ 561418 w 638668"/>
                  <a:gd name="connsiteY5" fmla="*/ 585245 h 685090"/>
                  <a:gd name="connsiteX6" fmla="*/ 582094 w 638668"/>
                  <a:gd name="connsiteY6" fmla="*/ 580651 h 685090"/>
                  <a:gd name="connsiteX7" fmla="*/ 582094 w 638668"/>
                  <a:gd name="connsiteY7" fmla="*/ 300520 h 685090"/>
                  <a:gd name="connsiteX8" fmla="*/ 525522 w 638668"/>
                  <a:gd name="connsiteY8" fmla="*/ 279844 h 685090"/>
                  <a:gd name="connsiteX9" fmla="*/ 525522 w 638668"/>
                  <a:gd name="connsiteY9" fmla="*/ 593286 h 685090"/>
                  <a:gd name="connsiteX10" fmla="*/ 546198 w 638668"/>
                  <a:gd name="connsiteY10" fmla="*/ 588691 h 685090"/>
                  <a:gd name="connsiteX11" fmla="*/ 546198 w 638668"/>
                  <a:gd name="connsiteY11" fmla="*/ 287454 h 685090"/>
                  <a:gd name="connsiteX12" fmla="*/ 489626 w 638668"/>
                  <a:gd name="connsiteY12" fmla="*/ 266778 h 685090"/>
                  <a:gd name="connsiteX13" fmla="*/ 489626 w 638668"/>
                  <a:gd name="connsiteY13" fmla="*/ 601327 h 685090"/>
                  <a:gd name="connsiteX14" fmla="*/ 510303 w 638668"/>
                  <a:gd name="connsiteY14" fmla="*/ 596732 h 685090"/>
                  <a:gd name="connsiteX15" fmla="*/ 510303 w 638668"/>
                  <a:gd name="connsiteY15" fmla="*/ 274244 h 685090"/>
                  <a:gd name="connsiteX16" fmla="*/ 453730 w 638668"/>
                  <a:gd name="connsiteY16" fmla="*/ 253568 h 685090"/>
                  <a:gd name="connsiteX17" fmla="*/ 453730 w 638668"/>
                  <a:gd name="connsiteY17" fmla="*/ 609224 h 685090"/>
                  <a:gd name="connsiteX18" fmla="*/ 474407 w 638668"/>
                  <a:gd name="connsiteY18" fmla="*/ 604629 h 685090"/>
                  <a:gd name="connsiteX19" fmla="*/ 474407 w 638668"/>
                  <a:gd name="connsiteY19" fmla="*/ 261178 h 685090"/>
                  <a:gd name="connsiteX20" fmla="*/ 417835 w 638668"/>
                  <a:gd name="connsiteY20" fmla="*/ 240502 h 685090"/>
                  <a:gd name="connsiteX21" fmla="*/ 417835 w 638668"/>
                  <a:gd name="connsiteY21" fmla="*/ 617265 h 685090"/>
                  <a:gd name="connsiteX22" fmla="*/ 438367 w 638668"/>
                  <a:gd name="connsiteY22" fmla="*/ 612670 h 685090"/>
                  <a:gd name="connsiteX23" fmla="*/ 438367 w 638668"/>
                  <a:gd name="connsiteY23" fmla="*/ 248112 h 685090"/>
                  <a:gd name="connsiteX24" fmla="*/ 381939 w 638668"/>
                  <a:gd name="connsiteY24" fmla="*/ 227436 h 685090"/>
                  <a:gd name="connsiteX25" fmla="*/ 381939 w 638668"/>
                  <a:gd name="connsiteY25" fmla="*/ 625305 h 685090"/>
                  <a:gd name="connsiteX26" fmla="*/ 402471 w 638668"/>
                  <a:gd name="connsiteY26" fmla="*/ 620710 h 685090"/>
                  <a:gd name="connsiteX27" fmla="*/ 402471 w 638668"/>
                  <a:gd name="connsiteY27" fmla="*/ 234902 h 685090"/>
                  <a:gd name="connsiteX28" fmla="*/ 345899 w 638668"/>
                  <a:gd name="connsiteY28" fmla="*/ 214370 h 685090"/>
                  <a:gd name="connsiteX29" fmla="*/ 345899 w 638668"/>
                  <a:gd name="connsiteY29" fmla="*/ 633346 h 685090"/>
                  <a:gd name="connsiteX30" fmla="*/ 366575 w 638668"/>
                  <a:gd name="connsiteY30" fmla="*/ 628751 h 685090"/>
                  <a:gd name="connsiteX31" fmla="*/ 366575 w 638668"/>
                  <a:gd name="connsiteY31" fmla="*/ 221836 h 685090"/>
                  <a:gd name="connsiteX32" fmla="*/ 296650 w 638668"/>
                  <a:gd name="connsiteY32" fmla="*/ 196278 h 685090"/>
                  <a:gd name="connsiteX33" fmla="*/ 296650 w 638668"/>
                  <a:gd name="connsiteY33" fmla="*/ 644258 h 685090"/>
                  <a:gd name="connsiteX34" fmla="*/ 330679 w 638668"/>
                  <a:gd name="connsiteY34" fmla="*/ 636648 h 685090"/>
                  <a:gd name="connsiteX35" fmla="*/ 330679 w 638668"/>
                  <a:gd name="connsiteY35" fmla="*/ 208770 h 685090"/>
                  <a:gd name="connsiteX36" fmla="*/ 313736 w 638668"/>
                  <a:gd name="connsiteY36" fmla="*/ 20102 h 685090"/>
                  <a:gd name="connsiteX37" fmla="*/ 122196 w 638668"/>
                  <a:gd name="connsiteY37" fmla="*/ 196278 h 685090"/>
                  <a:gd name="connsiteX38" fmla="*/ 246827 w 638668"/>
                  <a:gd name="connsiteY38" fmla="*/ 152916 h 685090"/>
                  <a:gd name="connsiteX39" fmla="*/ 277553 w 638668"/>
                  <a:gd name="connsiteY39" fmla="*/ 151768 h 685090"/>
                  <a:gd name="connsiteX40" fmla="*/ 396440 w 638668"/>
                  <a:gd name="connsiteY40" fmla="*/ 201878 h 685090"/>
                  <a:gd name="connsiteX41" fmla="*/ 537152 w 638668"/>
                  <a:gd name="connsiteY41" fmla="*/ 262470 h 685090"/>
                  <a:gd name="connsiteX42" fmla="*/ 313736 w 638668"/>
                  <a:gd name="connsiteY42" fmla="*/ 20102 h 685090"/>
                  <a:gd name="connsiteX43" fmla="*/ 311439 w 638668"/>
                  <a:gd name="connsiteY43" fmla="*/ 0 h 685090"/>
                  <a:gd name="connsiteX44" fmla="*/ 561417 w 638668"/>
                  <a:gd name="connsiteY44" fmla="*/ 273526 h 685090"/>
                  <a:gd name="connsiteX45" fmla="*/ 622010 w 638668"/>
                  <a:gd name="connsiteY45" fmla="*/ 298653 h 685090"/>
                  <a:gd name="connsiteX46" fmla="*/ 638665 w 638668"/>
                  <a:gd name="connsiteY46" fmla="*/ 324068 h 685090"/>
                  <a:gd name="connsiteX47" fmla="*/ 638522 w 638668"/>
                  <a:gd name="connsiteY47" fmla="*/ 575913 h 685090"/>
                  <a:gd name="connsiteX48" fmla="*/ 625025 w 638668"/>
                  <a:gd name="connsiteY48" fmla="*/ 598168 h 685090"/>
                  <a:gd name="connsiteX49" fmla="*/ 403763 w 638668"/>
                  <a:gd name="connsiteY49" fmla="*/ 657324 h 685090"/>
                  <a:gd name="connsiteX50" fmla="*/ 303398 w 638668"/>
                  <a:gd name="connsiteY50" fmla="*/ 684174 h 685090"/>
                  <a:gd name="connsiteX51" fmla="*/ 282722 w 638668"/>
                  <a:gd name="connsiteY51" fmla="*/ 683313 h 685090"/>
                  <a:gd name="connsiteX52" fmla="*/ 26713 w 638668"/>
                  <a:gd name="connsiteY52" fmla="*/ 587543 h 685090"/>
                  <a:gd name="connsiteX53" fmla="*/ 7 w 638668"/>
                  <a:gd name="connsiteY53" fmla="*/ 552652 h 685090"/>
                  <a:gd name="connsiteX54" fmla="*/ 581 w 638668"/>
                  <a:gd name="connsiteY54" fmla="*/ 264337 h 685090"/>
                  <a:gd name="connsiteX55" fmla="*/ 22406 w 638668"/>
                  <a:gd name="connsiteY55" fmla="*/ 235333 h 685090"/>
                  <a:gd name="connsiteX56" fmla="*/ 92044 w 638668"/>
                  <a:gd name="connsiteY56" fmla="*/ 206760 h 685090"/>
                  <a:gd name="connsiteX57" fmla="*/ 311439 w 638668"/>
                  <a:gd name="connsiteY57" fmla="*/ 0 h 685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38668" h="685090">
                    <a:moveTo>
                      <a:pt x="597314" y="306119"/>
                    </a:moveTo>
                    <a:lnTo>
                      <a:pt x="597314" y="577205"/>
                    </a:lnTo>
                    <a:lnTo>
                      <a:pt x="616698" y="572897"/>
                    </a:lnTo>
                    <a:lnTo>
                      <a:pt x="616698" y="313155"/>
                    </a:lnTo>
                    <a:close/>
                    <a:moveTo>
                      <a:pt x="561418" y="292910"/>
                    </a:moveTo>
                    <a:lnTo>
                      <a:pt x="561418" y="585245"/>
                    </a:lnTo>
                    <a:lnTo>
                      <a:pt x="582094" y="580651"/>
                    </a:lnTo>
                    <a:lnTo>
                      <a:pt x="582094" y="300520"/>
                    </a:lnTo>
                    <a:close/>
                    <a:moveTo>
                      <a:pt x="525522" y="279844"/>
                    </a:moveTo>
                    <a:lnTo>
                      <a:pt x="525522" y="593286"/>
                    </a:lnTo>
                    <a:lnTo>
                      <a:pt x="546198" y="588691"/>
                    </a:lnTo>
                    <a:lnTo>
                      <a:pt x="546198" y="287454"/>
                    </a:lnTo>
                    <a:close/>
                    <a:moveTo>
                      <a:pt x="489626" y="266778"/>
                    </a:moveTo>
                    <a:lnTo>
                      <a:pt x="489626" y="601327"/>
                    </a:lnTo>
                    <a:lnTo>
                      <a:pt x="510303" y="596732"/>
                    </a:lnTo>
                    <a:lnTo>
                      <a:pt x="510303" y="274244"/>
                    </a:lnTo>
                    <a:close/>
                    <a:moveTo>
                      <a:pt x="453730" y="253568"/>
                    </a:moveTo>
                    <a:lnTo>
                      <a:pt x="453730" y="609224"/>
                    </a:lnTo>
                    <a:lnTo>
                      <a:pt x="474407" y="604629"/>
                    </a:lnTo>
                    <a:lnTo>
                      <a:pt x="474407" y="261178"/>
                    </a:lnTo>
                    <a:close/>
                    <a:moveTo>
                      <a:pt x="417835" y="240502"/>
                    </a:moveTo>
                    <a:lnTo>
                      <a:pt x="417835" y="617265"/>
                    </a:lnTo>
                    <a:lnTo>
                      <a:pt x="438367" y="612670"/>
                    </a:lnTo>
                    <a:lnTo>
                      <a:pt x="438367" y="248112"/>
                    </a:lnTo>
                    <a:close/>
                    <a:moveTo>
                      <a:pt x="381939" y="227436"/>
                    </a:moveTo>
                    <a:lnTo>
                      <a:pt x="381939" y="625305"/>
                    </a:lnTo>
                    <a:lnTo>
                      <a:pt x="402471" y="620710"/>
                    </a:lnTo>
                    <a:lnTo>
                      <a:pt x="402471" y="234902"/>
                    </a:lnTo>
                    <a:close/>
                    <a:moveTo>
                      <a:pt x="345899" y="214370"/>
                    </a:moveTo>
                    <a:lnTo>
                      <a:pt x="345899" y="633346"/>
                    </a:lnTo>
                    <a:lnTo>
                      <a:pt x="366575" y="628751"/>
                    </a:lnTo>
                    <a:lnTo>
                      <a:pt x="366575" y="221836"/>
                    </a:lnTo>
                    <a:close/>
                    <a:moveTo>
                      <a:pt x="296650" y="196278"/>
                    </a:moveTo>
                    <a:lnTo>
                      <a:pt x="296650" y="644258"/>
                    </a:lnTo>
                    <a:lnTo>
                      <a:pt x="330679" y="636648"/>
                    </a:lnTo>
                    <a:lnTo>
                      <a:pt x="330679" y="208770"/>
                    </a:lnTo>
                    <a:close/>
                    <a:moveTo>
                      <a:pt x="313736" y="20102"/>
                    </a:moveTo>
                    <a:cubicBezTo>
                      <a:pt x="250129" y="80263"/>
                      <a:pt x="184081" y="137696"/>
                      <a:pt x="122196" y="196278"/>
                    </a:cubicBezTo>
                    <a:cubicBezTo>
                      <a:pt x="164410" y="185940"/>
                      <a:pt x="206767" y="165982"/>
                      <a:pt x="246827" y="152916"/>
                    </a:cubicBezTo>
                    <a:cubicBezTo>
                      <a:pt x="256303" y="149901"/>
                      <a:pt x="268651" y="148178"/>
                      <a:pt x="277553" y="151768"/>
                    </a:cubicBezTo>
                    <a:cubicBezTo>
                      <a:pt x="317613" y="167275"/>
                      <a:pt x="356811" y="185079"/>
                      <a:pt x="396440" y="201878"/>
                    </a:cubicBezTo>
                    <a:cubicBezTo>
                      <a:pt x="444253" y="222123"/>
                      <a:pt x="489339" y="242225"/>
                      <a:pt x="537152" y="262470"/>
                    </a:cubicBezTo>
                    <a:cubicBezTo>
                      <a:pt x="537870" y="261465"/>
                      <a:pt x="391128" y="102949"/>
                      <a:pt x="313736" y="20102"/>
                    </a:cubicBezTo>
                    <a:close/>
                    <a:moveTo>
                      <a:pt x="311439" y="0"/>
                    </a:moveTo>
                    <a:cubicBezTo>
                      <a:pt x="311439" y="0"/>
                      <a:pt x="522219" y="228872"/>
                      <a:pt x="561417" y="273526"/>
                    </a:cubicBezTo>
                    <a:cubicBezTo>
                      <a:pt x="590134" y="286592"/>
                      <a:pt x="591857" y="288459"/>
                      <a:pt x="622010" y="298653"/>
                    </a:cubicBezTo>
                    <a:cubicBezTo>
                      <a:pt x="635076" y="303104"/>
                      <a:pt x="638809" y="310571"/>
                      <a:pt x="638665" y="324068"/>
                    </a:cubicBezTo>
                    <a:cubicBezTo>
                      <a:pt x="638091" y="408064"/>
                      <a:pt x="638378" y="491916"/>
                      <a:pt x="638522" y="575913"/>
                    </a:cubicBezTo>
                    <a:cubicBezTo>
                      <a:pt x="638522" y="586394"/>
                      <a:pt x="638953" y="594578"/>
                      <a:pt x="625025" y="598168"/>
                    </a:cubicBezTo>
                    <a:cubicBezTo>
                      <a:pt x="550075" y="617264"/>
                      <a:pt x="478426" y="637366"/>
                      <a:pt x="403763" y="657324"/>
                    </a:cubicBezTo>
                    <a:cubicBezTo>
                      <a:pt x="370308" y="666226"/>
                      <a:pt x="336997" y="675703"/>
                      <a:pt x="303398" y="684174"/>
                    </a:cubicBezTo>
                    <a:cubicBezTo>
                      <a:pt x="296937" y="685754"/>
                      <a:pt x="288753" y="685179"/>
                      <a:pt x="282722" y="683313"/>
                    </a:cubicBezTo>
                    <a:cubicBezTo>
                      <a:pt x="187527" y="652730"/>
                      <a:pt x="118319" y="617983"/>
                      <a:pt x="26713" y="587543"/>
                    </a:cubicBezTo>
                    <a:cubicBezTo>
                      <a:pt x="8765" y="581512"/>
                      <a:pt x="-281" y="573184"/>
                      <a:pt x="7" y="552652"/>
                    </a:cubicBezTo>
                    <a:cubicBezTo>
                      <a:pt x="1012" y="456595"/>
                      <a:pt x="1012" y="360538"/>
                      <a:pt x="581" y="264337"/>
                    </a:cubicBezTo>
                    <a:cubicBezTo>
                      <a:pt x="581" y="247968"/>
                      <a:pt x="6899" y="239784"/>
                      <a:pt x="22406" y="235333"/>
                    </a:cubicBezTo>
                    <a:cubicBezTo>
                      <a:pt x="47102" y="228010"/>
                      <a:pt x="68783" y="217529"/>
                      <a:pt x="92044" y="206760"/>
                    </a:cubicBezTo>
                    <a:cubicBezTo>
                      <a:pt x="106258" y="200155"/>
                      <a:pt x="311726" y="4308"/>
                      <a:pt x="311439" y="0"/>
                    </a:cubicBezTo>
                    <a:close/>
                  </a:path>
                </a:pathLst>
              </a:custGeom>
              <a:grpFill/>
              <a:ln w="55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89A2EC72-C101-47BA-87F1-70F34DA062F6}"/>
                  </a:ext>
                </a:extLst>
              </p:cNvPr>
              <p:cNvGrpSpPr/>
              <p:nvPr/>
            </p:nvGrpSpPr>
            <p:grpSpPr>
              <a:xfrm>
                <a:off x="10112869" y="1087963"/>
                <a:ext cx="3796656" cy="3192589"/>
                <a:chOff x="10112869" y="1087963"/>
                <a:chExt cx="3796656" cy="3192589"/>
              </a:xfrm>
              <a:grpFill/>
            </p:grpSpPr>
            <p:sp>
              <p:nvSpPr>
                <p:cNvPr id="381" name="Rectangle: Rounded Corners 380">
                  <a:extLst>
                    <a:ext uri="{FF2B5EF4-FFF2-40B4-BE49-F238E27FC236}">
                      <a16:creationId xmlns:a16="http://schemas.microsoft.com/office/drawing/2014/main" id="{BE521594-BC4D-4622-BD6B-678CF6BFF0C0}"/>
                    </a:ext>
                  </a:extLst>
                </p:cNvPr>
                <p:cNvSpPr/>
                <p:nvPr/>
              </p:nvSpPr>
              <p:spPr>
                <a:xfrm>
                  <a:off x="10147852" y="2407465"/>
                  <a:ext cx="3761673" cy="88778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2" name="Rectangle 381">
                  <a:extLst>
                    <a:ext uri="{FF2B5EF4-FFF2-40B4-BE49-F238E27FC236}">
                      <a16:creationId xmlns:a16="http://schemas.microsoft.com/office/drawing/2014/main" id="{50D65DEC-C436-49E2-918E-CB2726B90EEC}"/>
                    </a:ext>
                  </a:extLst>
                </p:cNvPr>
                <p:cNvSpPr/>
                <p:nvPr/>
              </p:nvSpPr>
              <p:spPr>
                <a:xfrm>
                  <a:off x="11772474" y="3314205"/>
                  <a:ext cx="1343744" cy="925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317A5C35-191F-4E11-A514-90FD879C2857}"/>
                    </a:ext>
                  </a:extLst>
                </p:cNvPr>
                <p:cNvSpPr/>
                <p:nvPr/>
              </p:nvSpPr>
              <p:spPr>
                <a:xfrm>
                  <a:off x="11766761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4" name="Rectangle 383">
                  <a:extLst>
                    <a:ext uri="{FF2B5EF4-FFF2-40B4-BE49-F238E27FC236}">
                      <a16:creationId xmlns:a16="http://schemas.microsoft.com/office/drawing/2014/main" id="{AD154588-CDE1-47C2-872F-557083E62E55}"/>
                    </a:ext>
                  </a:extLst>
                </p:cNvPr>
                <p:cNvSpPr/>
                <p:nvPr/>
              </p:nvSpPr>
              <p:spPr>
                <a:xfrm>
                  <a:off x="12239858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5" name="Rectangle 384">
                  <a:extLst>
                    <a:ext uri="{FF2B5EF4-FFF2-40B4-BE49-F238E27FC236}">
                      <a16:creationId xmlns:a16="http://schemas.microsoft.com/office/drawing/2014/main" id="{BE54206D-C06F-4B1D-8408-F7316317EFCA}"/>
                    </a:ext>
                  </a:extLst>
                </p:cNvPr>
                <p:cNvSpPr/>
                <p:nvPr/>
              </p:nvSpPr>
              <p:spPr>
                <a:xfrm>
                  <a:off x="13026689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6" name="Rectangle 385">
                  <a:extLst>
                    <a:ext uri="{FF2B5EF4-FFF2-40B4-BE49-F238E27FC236}">
                      <a16:creationId xmlns:a16="http://schemas.microsoft.com/office/drawing/2014/main" id="{B6120C16-256C-45E7-BCCA-DDE859E47D6F}"/>
                    </a:ext>
                  </a:extLst>
                </p:cNvPr>
                <p:cNvSpPr/>
                <p:nvPr/>
              </p:nvSpPr>
              <p:spPr>
                <a:xfrm>
                  <a:off x="12523780" y="2451528"/>
                  <a:ext cx="77841" cy="182720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8" name="Rectangle 387">
                  <a:extLst>
                    <a:ext uri="{FF2B5EF4-FFF2-40B4-BE49-F238E27FC236}">
                      <a16:creationId xmlns:a16="http://schemas.microsoft.com/office/drawing/2014/main" id="{6E9A653B-B882-4971-A324-EF198467F331}"/>
                    </a:ext>
                  </a:extLst>
                </p:cNvPr>
                <p:cNvSpPr/>
                <p:nvPr/>
              </p:nvSpPr>
              <p:spPr>
                <a:xfrm rot="2465944">
                  <a:off x="12622677" y="2284600"/>
                  <a:ext cx="45720" cy="11753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9" name="Rectangle 388">
                  <a:extLst>
                    <a:ext uri="{FF2B5EF4-FFF2-40B4-BE49-F238E27FC236}">
                      <a16:creationId xmlns:a16="http://schemas.microsoft.com/office/drawing/2014/main" id="{F66C2BB4-B649-46D2-99D1-A57BF2189B9F}"/>
                    </a:ext>
                  </a:extLst>
                </p:cNvPr>
                <p:cNvSpPr/>
                <p:nvPr/>
              </p:nvSpPr>
              <p:spPr>
                <a:xfrm rot="658490">
                  <a:off x="11863647" y="1255476"/>
                  <a:ext cx="64929" cy="105520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0" name="Rectangle 389">
                  <a:extLst>
                    <a:ext uri="{FF2B5EF4-FFF2-40B4-BE49-F238E27FC236}">
                      <a16:creationId xmlns:a16="http://schemas.microsoft.com/office/drawing/2014/main" id="{87BE27A0-6F69-4E30-9C07-B054FD3A8EBA}"/>
                    </a:ext>
                  </a:extLst>
                </p:cNvPr>
                <p:cNvSpPr/>
                <p:nvPr/>
              </p:nvSpPr>
              <p:spPr>
                <a:xfrm rot="20633081">
                  <a:off x="12106628" y="1224307"/>
                  <a:ext cx="64929" cy="105520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1" name="Rectangle 390">
                  <a:extLst>
                    <a:ext uri="{FF2B5EF4-FFF2-40B4-BE49-F238E27FC236}">
                      <a16:creationId xmlns:a16="http://schemas.microsoft.com/office/drawing/2014/main" id="{866BD496-7ABE-44F1-97D3-DE821090BD14}"/>
                    </a:ext>
                  </a:extLst>
                </p:cNvPr>
                <p:cNvSpPr/>
                <p:nvPr/>
              </p:nvSpPr>
              <p:spPr>
                <a:xfrm rot="19505308">
                  <a:off x="12382395" y="1087963"/>
                  <a:ext cx="47366" cy="145364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2" name="Rectangle 391">
                  <a:extLst>
                    <a:ext uri="{FF2B5EF4-FFF2-40B4-BE49-F238E27FC236}">
                      <a16:creationId xmlns:a16="http://schemas.microsoft.com/office/drawing/2014/main" id="{1FF3E441-6C87-4DE6-BE9A-14E6E1F97730}"/>
                    </a:ext>
                  </a:extLst>
                </p:cNvPr>
                <p:cNvSpPr/>
                <p:nvPr/>
              </p:nvSpPr>
              <p:spPr>
                <a:xfrm>
                  <a:off x="12417111" y="2056336"/>
                  <a:ext cx="962547" cy="36212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3" name="Rectangle 392">
                  <a:extLst>
                    <a:ext uri="{FF2B5EF4-FFF2-40B4-BE49-F238E27FC236}">
                      <a16:creationId xmlns:a16="http://schemas.microsoft.com/office/drawing/2014/main" id="{4AAD3F7F-733E-4029-9E43-24B8E93C0962}"/>
                    </a:ext>
                  </a:extLst>
                </p:cNvPr>
                <p:cNvSpPr/>
                <p:nvPr/>
              </p:nvSpPr>
              <p:spPr>
                <a:xfrm rot="3295761" flipH="1">
                  <a:off x="11139455" y="771268"/>
                  <a:ext cx="36576" cy="20897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4" name="Rectangle 393">
                  <a:extLst>
                    <a:ext uri="{FF2B5EF4-FFF2-40B4-BE49-F238E27FC236}">
                      <a16:creationId xmlns:a16="http://schemas.microsoft.com/office/drawing/2014/main" id="{3842BB88-FA48-401D-94B4-562D63181CC9}"/>
                    </a:ext>
                  </a:extLst>
                </p:cNvPr>
                <p:cNvSpPr/>
                <p:nvPr/>
              </p:nvSpPr>
              <p:spPr>
                <a:xfrm>
                  <a:off x="11766760" y="2239508"/>
                  <a:ext cx="521564" cy="7582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Rectangle: Top Corners Rounded 208">
                  <a:extLst>
                    <a:ext uri="{FF2B5EF4-FFF2-40B4-BE49-F238E27FC236}">
                      <a16:creationId xmlns:a16="http://schemas.microsoft.com/office/drawing/2014/main" id="{94594972-EC57-4C91-9586-AAB1F631E9F3}"/>
                    </a:ext>
                  </a:extLst>
                </p:cNvPr>
                <p:cNvSpPr/>
                <p:nvPr/>
              </p:nvSpPr>
              <p:spPr>
                <a:xfrm>
                  <a:off x="11734846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6" name="Rectangle: Top Corners Rounded 395">
                  <a:extLst>
                    <a:ext uri="{FF2B5EF4-FFF2-40B4-BE49-F238E27FC236}">
                      <a16:creationId xmlns:a16="http://schemas.microsoft.com/office/drawing/2014/main" id="{D071BB20-F98D-499A-B0EE-A10FF63313DF}"/>
                    </a:ext>
                  </a:extLst>
                </p:cNvPr>
                <p:cNvSpPr/>
                <p:nvPr/>
              </p:nvSpPr>
              <p:spPr>
                <a:xfrm>
                  <a:off x="12200132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7" name="Rectangle: Top Corners Rounded 396">
                  <a:extLst>
                    <a:ext uri="{FF2B5EF4-FFF2-40B4-BE49-F238E27FC236}">
                      <a16:creationId xmlns:a16="http://schemas.microsoft.com/office/drawing/2014/main" id="{6A871D94-1A1E-49B3-99BA-034C050AA783}"/>
                    </a:ext>
                  </a:extLst>
                </p:cNvPr>
                <p:cNvSpPr/>
                <p:nvPr/>
              </p:nvSpPr>
              <p:spPr>
                <a:xfrm>
                  <a:off x="12490568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8" name="Rectangle: Top Corners Rounded 397">
                  <a:extLst>
                    <a:ext uri="{FF2B5EF4-FFF2-40B4-BE49-F238E27FC236}">
                      <a16:creationId xmlns:a16="http://schemas.microsoft.com/office/drawing/2014/main" id="{A92F2EA2-2DDA-404F-AF43-6932059D3E4B}"/>
                    </a:ext>
                  </a:extLst>
                </p:cNvPr>
                <p:cNvSpPr/>
                <p:nvPr/>
              </p:nvSpPr>
              <p:spPr>
                <a:xfrm>
                  <a:off x="12994775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9" name="Rectangle 398">
                  <a:extLst>
                    <a:ext uri="{FF2B5EF4-FFF2-40B4-BE49-F238E27FC236}">
                      <a16:creationId xmlns:a16="http://schemas.microsoft.com/office/drawing/2014/main" id="{FE33EF2A-1B9E-4FF7-A89D-1F3274BF1B33}"/>
                    </a:ext>
                  </a:extLst>
                </p:cNvPr>
                <p:cNvSpPr/>
                <p:nvPr/>
              </p:nvSpPr>
              <p:spPr>
                <a:xfrm rot="2465944">
                  <a:off x="12155656" y="2331293"/>
                  <a:ext cx="45720" cy="11753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1" name="Rectangle 400">
                  <a:extLst>
                    <a:ext uri="{FF2B5EF4-FFF2-40B4-BE49-F238E27FC236}">
                      <a16:creationId xmlns:a16="http://schemas.microsoft.com/office/drawing/2014/main" id="{846C2101-9432-46E5-BAA8-B8D09FEEC3DC}"/>
                    </a:ext>
                  </a:extLst>
                </p:cNvPr>
                <p:cNvSpPr/>
                <p:nvPr/>
              </p:nvSpPr>
              <p:spPr>
                <a:xfrm>
                  <a:off x="10326533" y="2433584"/>
                  <a:ext cx="45719" cy="58429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2" name="Rectangle 401">
                  <a:extLst>
                    <a:ext uri="{FF2B5EF4-FFF2-40B4-BE49-F238E27FC236}">
                      <a16:creationId xmlns:a16="http://schemas.microsoft.com/office/drawing/2014/main" id="{6DB1DBD8-30E2-4FC0-8820-ABBF5E8E54DA}"/>
                    </a:ext>
                  </a:extLst>
                </p:cNvPr>
                <p:cNvSpPr/>
                <p:nvPr/>
              </p:nvSpPr>
              <p:spPr>
                <a:xfrm flipV="1">
                  <a:off x="11921107" y="1202428"/>
                  <a:ext cx="164311" cy="6181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E442EAE-BDD8-4B0B-9AFF-A3AD827A84D8}"/>
                </a:ext>
              </a:extLst>
            </p:cNvPr>
            <p:cNvSpPr/>
            <p:nvPr/>
          </p:nvSpPr>
          <p:spPr>
            <a:xfrm>
              <a:off x="8204287" y="4768777"/>
              <a:ext cx="3620670" cy="1106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3BBEDD0A-4910-455A-BE7B-22966782A618}"/>
                </a:ext>
              </a:extLst>
            </p:cNvPr>
            <p:cNvSpPr/>
            <p:nvPr/>
          </p:nvSpPr>
          <p:spPr>
            <a:xfrm>
              <a:off x="8348702" y="3846348"/>
              <a:ext cx="702845" cy="977732"/>
            </a:xfrm>
            <a:custGeom>
              <a:avLst/>
              <a:gdLst>
                <a:gd name="connsiteX0" fmla="*/ 1022274 w 4159710"/>
                <a:gd name="connsiteY0" fmla="*/ 5419078 h 5786598"/>
                <a:gd name="connsiteX1" fmla="*/ 976163 w 4159710"/>
                <a:gd name="connsiteY1" fmla="*/ 5507455 h 5786598"/>
                <a:gd name="connsiteX2" fmla="*/ 1068385 w 4159710"/>
                <a:gd name="connsiteY2" fmla="*/ 5507455 h 5786598"/>
                <a:gd name="connsiteX3" fmla="*/ 1318025 w 4159710"/>
                <a:gd name="connsiteY3" fmla="*/ 5289802 h 5786598"/>
                <a:gd name="connsiteX4" fmla="*/ 1204463 w 4159710"/>
                <a:gd name="connsiteY4" fmla="*/ 5507455 h 5786598"/>
                <a:gd name="connsiteX5" fmla="*/ 1431587 w 4159710"/>
                <a:gd name="connsiteY5" fmla="*/ 5507455 h 5786598"/>
                <a:gd name="connsiteX6" fmla="*/ 708685 w 4159710"/>
                <a:gd name="connsiteY6" fmla="*/ 5255614 h 5786598"/>
                <a:gd name="connsiteX7" fmla="*/ 577286 w 4159710"/>
                <a:gd name="connsiteY7" fmla="*/ 5507455 h 5786598"/>
                <a:gd name="connsiteX8" fmla="*/ 840085 w 4159710"/>
                <a:gd name="connsiteY8" fmla="*/ 5507455 h 5786598"/>
                <a:gd name="connsiteX9" fmla="*/ 1203875 w 4159710"/>
                <a:gd name="connsiteY9" fmla="*/ 5071022 h 5786598"/>
                <a:gd name="connsiteX10" fmla="*/ 1053938 w 4159710"/>
                <a:gd name="connsiteY10" fmla="*/ 5358390 h 5786598"/>
                <a:gd name="connsiteX11" fmla="*/ 1131714 w 4159710"/>
                <a:gd name="connsiteY11" fmla="*/ 5507455 h 5786598"/>
                <a:gd name="connsiteX12" fmla="*/ 1141134 w 4159710"/>
                <a:gd name="connsiteY12" fmla="*/ 5507455 h 5786598"/>
                <a:gd name="connsiteX13" fmla="*/ 1286361 w 4159710"/>
                <a:gd name="connsiteY13" fmla="*/ 5229113 h 5786598"/>
                <a:gd name="connsiteX14" fmla="*/ 822835 w 4159710"/>
                <a:gd name="connsiteY14" fmla="*/ 5036834 h 5786598"/>
                <a:gd name="connsiteX15" fmla="*/ 740350 w 4159710"/>
                <a:gd name="connsiteY15" fmla="*/ 5194926 h 5786598"/>
                <a:gd name="connsiteX16" fmla="*/ 903414 w 4159710"/>
                <a:gd name="connsiteY16" fmla="*/ 5507455 h 5786598"/>
                <a:gd name="connsiteX17" fmla="*/ 912834 w 4159710"/>
                <a:gd name="connsiteY17" fmla="*/ 5507455 h 5786598"/>
                <a:gd name="connsiteX18" fmla="*/ 990609 w 4159710"/>
                <a:gd name="connsiteY18" fmla="*/ 5358390 h 5786598"/>
                <a:gd name="connsiteX19" fmla="*/ 1451724 w 4159710"/>
                <a:gd name="connsiteY19" fmla="*/ 5033553 h 5786598"/>
                <a:gd name="connsiteX20" fmla="*/ 1355112 w 4159710"/>
                <a:gd name="connsiteY20" fmla="*/ 5218720 h 5786598"/>
                <a:gd name="connsiteX21" fmla="*/ 1505762 w 4159710"/>
                <a:gd name="connsiteY21" fmla="*/ 5507455 h 5786598"/>
                <a:gd name="connsiteX22" fmla="*/ 1698986 w 4159710"/>
                <a:gd name="connsiteY22" fmla="*/ 5507455 h 5786598"/>
                <a:gd name="connsiteX23" fmla="*/ 574986 w 4159710"/>
                <a:gd name="connsiteY23" fmla="*/ 4999366 h 5786598"/>
                <a:gd name="connsiteX24" fmla="*/ 309887 w 4159710"/>
                <a:gd name="connsiteY24" fmla="*/ 5507455 h 5786598"/>
                <a:gd name="connsiteX25" fmla="*/ 503111 w 4159710"/>
                <a:gd name="connsiteY25" fmla="*/ 5507455 h 5786598"/>
                <a:gd name="connsiteX26" fmla="*/ 671598 w 4159710"/>
                <a:gd name="connsiteY26" fmla="*/ 5184533 h 5786598"/>
                <a:gd name="connsiteX27" fmla="*/ 1290352 w 4159710"/>
                <a:gd name="connsiteY27" fmla="*/ 4905281 h 5786598"/>
                <a:gd name="connsiteX28" fmla="*/ 1240962 w 4159710"/>
                <a:gd name="connsiteY28" fmla="*/ 4999940 h 5786598"/>
                <a:gd name="connsiteX29" fmla="*/ 1323448 w 4159710"/>
                <a:gd name="connsiteY29" fmla="*/ 5158032 h 5786598"/>
                <a:gd name="connsiteX30" fmla="*/ 1420060 w 4159710"/>
                <a:gd name="connsiteY30" fmla="*/ 4972866 h 5786598"/>
                <a:gd name="connsiteX31" fmla="*/ 1384797 w 4159710"/>
                <a:gd name="connsiteY31" fmla="*/ 4905281 h 5786598"/>
                <a:gd name="connsiteX32" fmla="*/ 1191573 w 4159710"/>
                <a:gd name="connsiteY32" fmla="*/ 4905281 h 5786598"/>
                <a:gd name="connsiteX33" fmla="*/ 1209298 w 4159710"/>
                <a:gd name="connsiteY33" fmla="*/ 4939252 h 5786598"/>
                <a:gd name="connsiteX34" fmla="*/ 1227023 w 4159710"/>
                <a:gd name="connsiteY34" fmla="*/ 4905281 h 5786598"/>
                <a:gd name="connsiteX35" fmla="*/ 891474 w 4159710"/>
                <a:gd name="connsiteY35" fmla="*/ 4905281 h 5786598"/>
                <a:gd name="connsiteX36" fmla="*/ 854499 w 4159710"/>
                <a:gd name="connsiteY36" fmla="*/ 4976146 h 5786598"/>
                <a:gd name="connsiteX37" fmla="*/ 1022274 w 4159710"/>
                <a:gd name="connsiteY37" fmla="*/ 5297702 h 5786598"/>
                <a:gd name="connsiteX38" fmla="*/ 1172210 w 4159710"/>
                <a:gd name="connsiteY38" fmla="*/ 5010334 h 5786598"/>
                <a:gd name="connsiteX39" fmla="*/ 1117398 w 4159710"/>
                <a:gd name="connsiteY39" fmla="*/ 4905281 h 5786598"/>
                <a:gd name="connsiteX40" fmla="*/ 624075 w 4159710"/>
                <a:gd name="connsiteY40" fmla="*/ 4905281 h 5786598"/>
                <a:gd name="connsiteX41" fmla="*/ 606650 w 4159710"/>
                <a:gd name="connsiteY41" fmla="*/ 4938678 h 5786598"/>
                <a:gd name="connsiteX42" fmla="*/ 703262 w 4159710"/>
                <a:gd name="connsiteY42" fmla="*/ 5123845 h 5786598"/>
                <a:gd name="connsiteX43" fmla="*/ 785748 w 4159710"/>
                <a:gd name="connsiteY43" fmla="*/ 4965752 h 5786598"/>
                <a:gd name="connsiteX44" fmla="*/ 754196 w 4159710"/>
                <a:gd name="connsiteY44" fmla="*/ 4905281 h 5786598"/>
                <a:gd name="connsiteX45" fmla="*/ 1286363 w 4159710"/>
                <a:gd name="connsiteY45" fmla="*/ 4716622 h 5786598"/>
                <a:gd name="connsiteX46" fmla="*/ 1286363 w 4159710"/>
                <a:gd name="connsiteY46" fmla="*/ 4742928 h 5786598"/>
                <a:gd name="connsiteX47" fmla="*/ 1280308 w 4159710"/>
                <a:gd name="connsiteY47" fmla="*/ 4772921 h 5786598"/>
                <a:gd name="connsiteX48" fmla="*/ 1315738 w 4159710"/>
                <a:gd name="connsiteY48" fmla="*/ 4772921 h 5786598"/>
                <a:gd name="connsiteX49" fmla="*/ 760478 w 4159710"/>
                <a:gd name="connsiteY49" fmla="*/ 4643851 h 5786598"/>
                <a:gd name="connsiteX50" fmla="*/ 693135 w 4159710"/>
                <a:gd name="connsiteY50" fmla="*/ 4772921 h 5786598"/>
                <a:gd name="connsiteX51" fmla="*/ 766533 w 4159710"/>
                <a:gd name="connsiteY51" fmla="*/ 4772921 h 5786598"/>
                <a:gd name="connsiteX52" fmla="*/ 760478 w 4159710"/>
                <a:gd name="connsiteY52" fmla="*/ 4742928 h 5786598"/>
                <a:gd name="connsiteX53" fmla="*/ 1286363 w 4159710"/>
                <a:gd name="connsiteY53" fmla="*/ 4116690 h 5786598"/>
                <a:gd name="connsiteX54" fmla="*/ 1286363 w 4159710"/>
                <a:gd name="connsiteY54" fmla="*/ 4574458 h 5786598"/>
                <a:gd name="connsiteX55" fmla="*/ 1389913 w 4159710"/>
                <a:gd name="connsiteY55" fmla="*/ 4772921 h 5786598"/>
                <a:gd name="connsiteX56" fmla="*/ 1441619 w 4159710"/>
                <a:gd name="connsiteY56" fmla="*/ 4772921 h 5786598"/>
                <a:gd name="connsiteX57" fmla="*/ 1441619 w 4159710"/>
                <a:gd name="connsiteY57" fmla="*/ 4116690 h 5786598"/>
                <a:gd name="connsiteX58" fmla="*/ 582362 w 4159710"/>
                <a:gd name="connsiteY58" fmla="*/ 4116689 h 5786598"/>
                <a:gd name="connsiteX59" fmla="*/ 582362 w 4159710"/>
                <a:gd name="connsiteY59" fmla="*/ 4772921 h 5786598"/>
                <a:gd name="connsiteX60" fmla="*/ 618960 w 4159710"/>
                <a:gd name="connsiteY60" fmla="*/ 4772921 h 5786598"/>
                <a:gd name="connsiteX61" fmla="*/ 760478 w 4159710"/>
                <a:gd name="connsiteY61" fmla="*/ 4501687 h 5786598"/>
                <a:gd name="connsiteX62" fmla="*/ 760478 w 4159710"/>
                <a:gd name="connsiteY62" fmla="*/ 4116689 h 5786598"/>
                <a:gd name="connsiteX63" fmla="*/ 1286363 w 4159710"/>
                <a:gd name="connsiteY63" fmla="*/ 3949802 h 5786598"/>
                <a:gd name="connsiteX64" fmla="*/ 1286363 w 4159710"/>
                <a:gd name="connsiteY64" fmla="*/ 4070970 h 5786598"/>
                <a:gd name="connsiteX65" fmla="*/ 1441619 w 4159710"/>
                <a:gd name="connsiteY65" fmla="*/ 4070970 h 5786598"/>
                <a:gd name="connsiteX66" fmla="*/ 1441619 w 4159710"/>
                <a:gd name="connsiteY66" fmla="*/ 3949802 h 5786598"/>
                <a:gd name="connsiteX67" fmla="*/ 582362 w 4159710"/>
                <a:gd name="connsiteY67" fmla="*/ 3949801 h 5786598"/>
                <a:gd name="connsiteX68" fmla="*/ 582362 w 4159710"/>
                <a:gd name="connsiteY68" fmla="*/ 4070970 h 5786598"/>
                <a:gd name="connsiteX69" fmla="*/ 760478 w 4159710"/>
                <a:gd name="connsiteY69" fmla="*/ 4070970 h 5786598"/>
                <a:gd name="connsiteX70" fmla="*/ 760478 w 4159710"/>
                <a:gd name="connsiteY70" fmla="*/ 3949801 h 5786598"/>
                <a:gd name="connsiteX71" fmla="*/ 1286363 w 4159710"/>
                <a:gd name="connsiteY71" fmla="*/ 3781025 h 5786598"/>
                <a:gd name="connsiteX72" fmla="*/ 1286363 w 4159710"/>
                <a:gd name="connsiteY72" fmla="*/ 3904082 h 5786598"/>
                <a:gd name="connsiteX73" fmla="*/ 1441619 w 4159710"/>
                <a:gd name="connsiteY73" fmla="*/ 3904082 h 5786598"/>
                <a:gd name="connsiteX74" fmla="*/ 1441619 w 4159710"/>
                <a:gd name="connsiteY74" fmla="*/ 3781025 h 5786598"/>
                <a:gd name="connsiteX75" fmla="*/ 582362 w 4159710"/>
                <a:gd name="connsiteY75" fmla="*/ 3781025 h 5786598"/>
                <a:gd name="connsiteX76" fmla="*/ 582362 w 4159710"/>
                <a:gd name="connsiteY76" fmla="*/ 3904082 h 5786598"/>
                <a:gd name="connsiteX77" fmla="*/ 760478 w 4159710"/>
                <a:gd name="connsiteY77" fmla="*/ 3904082 h 5786598"/>
                <a:gd name="connsiteX78" fmla="*/ 760478 w 4159710"/>
                <a:gd name="connsiteY78" fmla="*/ 3781025 h 5786598"/>
                <a:gd name="connsiteX79" fmla="*/ 1174823 w 4159710"/>
                <a:gd name="connsiteY79" fmla="*/ 2986866 h 5786598"/>
                <a:gd name="connsiteX80" fmla="*/ 1154863 w 4159710"/>
                <a:gd name="connsiteY80" fmla="*/ 3006826 h 5786598"/>
                <a:gd name="connsiteX81" fmla="*/ 1154863 w 4159710"/>
                <a:gd name="connsiteY81" fmla="*/ 3388285 h 5786598"/>
                <a:gd name="connsiteX82" fmla="*/ 1174823 w 4159710"/>
                <a:gd name="connsiteY82" fmla="*/ 3408245 h 5786598"/>
                <a:gd name="connsiteX83" fmla="*/ 1254662 w 4159710"/>
                <a:gd name="connsiteY83" fmla="*/ 3408245 h 5786598"/>
                <a:gd name="connsiteX84" fmla="*/ 1274622 w 4159710"/>
                <a:gd name="connsiteY84" fmla="*/ 3388285 h 5786598"/>
                <a:gd name="connsiteX85" fmla="*/ 1274622 w 4159710"/>
                <a:gd name="connsiteY85" fmla="*/ 3006826 h 5786598"/>
                <a:gd name="connsiteX86" fmla="*/ 1254662 w 4159710"/>
                <a:gd name="connsiteY86" fmla="*/ 2986866 h 5786598"/>
                <a:gd name="connsiteX87" fmla="*/ 694919 w 4159710"/>
                <a:gd name="connsiteY87" fmla="*/ 2986866 h 5786598"/>
                <a:gd name="connsiteX88" fmla="*/ 678402 w 4159710"/>
                <a:gd name="connsiteY88" fmla="*/ 3003383 h 5786598"/>
                <a:gd name="connsiteX89" fmla="*/ 678402 w 4159710"/>
                <a:gd name="connsiteY89" fmla="*/ 3391728 h 5786598"/>
                <a:gd name="connsiteX90" fmla="*/ 694919 w 4159710"/>
                <a:gd name="connsiteY90" fmla="*/ 3408245 h 5786598"/>
                <a:gd name="connsiteX91" fmla="*/ 760984 w 4159710"/>
                <a:gd name="connsiteY91" fmla="*/ 3408245 h 5786598"/>
                <a:gd name="connsiteX92" fmla="*/ 777501 w 4159710"/>
                <a:gd name="connsiteY92" fmla="*/ 3391728 h 5786598"/>
                <a:gd name="connsiteX93" fmla="*/ 777501 w 4159710"/>
                <a:gd name="connsiteY93" fmla="*/ 3003383 h 5786598"/>
                <a:gd name="connsiteX94" fmla="*/ 760984 w 4159710"/>
                <a:gd name="connsiteY94" fmla="*/ 2986866 h 5786598"/>
                <a:gd name="connsiteX95" fmla="*/ 502584 w 4159710"/>
                <a:gd name="connsiteY95" fmla="*/ 2986866 h 5786598"/>
                <a:gd name="connsiteX96" fmla="*/ 486067 w 4159710"/>
                <a:gd name="connsiteY96" fmla="*/ 3003383 h 5786598"/>
                <a:gd name="connsiteX97" fmla="*/ 486067 w 4159710"/>
                <a:gd name="connsiteY97" fmla="*/ 3391728 h 5786598"/>
                <a:gd name="connsiteX98" fmla="*/ 502584 w 4159710"/>
                <a:gd name="connsiteY98" fmla="*/ 3408245 h 5786598"/>
                <a:gd name="connsiteX99" fmla="*/ 568649 w 4159710"/>
                <a:gd name="connsiteY99" fmla="*/ 3408245 h 5786598"/>
                <a:gd name="connsiteX100" fmla="*/ 585166 w 4159710"/>
                <a:gd name="connsiteY100" fmla="*/ 3391728 h 5786598"/>
                <a:gd name="connsiteX101" fmla="*/ 585166 w 4159710"/>
                <a:gd name="connsiteY101" fmla="*/ 3003383 h 5786598"/>
                <a:gd name="connsiteX102" fmla="*/ 568649 w 4159710"/>
                <a:gd name="connsiteY102" fmla="*/ 2986866 h 5786598"/>
                <a:gd name="connsiteX103" fmla="*/ 310249 w 4159710"/>
                <a:gd name="connsiteY103" fmla="*/ 2986866 h 5786598"/>
                <a:gd name="connsiteX104" fmla="*/ 293732 w 4159710"/>
                <a:gd name="connsiteY104" fmla="*/ 3003383 h 5786598"/>
                <a:gd name="connsiteX105" fmla="*/ 293732 w 4159710"/>
                <a:gd name="connsiteY105" fmla="*/ 3391728 h 5786598"/>
                <a:gd name="connsiteX106" fmla="*/ 310249 w 4159710"/>
                <a:gd name="connsiteY106" fmla="*/ 3408245 h 5786598"/>
                <a:gd name="connsiteX107" fmla="*/ 376314 w 4159710"/>
                <a:gd name="connsiteY107" fmla="*/ 3408245 h 5786598"/>
                <a:gd name="connsiteX108" fmla="*/ 392831 w 4159710"/>
                <a:gd name="connsiteY108" fmla="*/ 3391728 h 5786598"/>
                <a:gd name="connsiteX109" fmla="*/ 392831 w 4159710"/>
                <a:gd name="connsiteY109" fmla="*/ 3003383 h 5786598"/>
                <a:gd name="connsiteX110" fmla="*/ 376314 w 4159710"/>
                <a:gd name="connsiteY110" fmla="*/ 2986866 h 5786598"/>
                <a:gd name="connsiteX111" fmla="*/ 871284 w 4159710"/>
                <a:gd name="connsiteY111" fmla="*/ 2156869 h 5786598"/>
                <a:gd name="connsiteX112" fmla="*/ 249133 w 4159710"/>
                <a:gd name="connsiteY112" fmla="*/ 2819733 h 5786598"/>
                <a:gd name="connsiteX113" fmla="*/ 830389 w 4159710"/>
                <a:gd name="connsiteY113" fmla="*/ 2819733 h 5786598"/>
                <a:gd name="connsiteX114" fmla="*/ 1322149 w 4159710"/>
                <a:gd name="connsiteY114" fmla="*/ 1457297 h 5786598"/>
                <a:gd name="connsiteX115" fmla="*/ 1134233 w 4159710"/>
                <a:gd name="connsiteY115" fmla="*/ 1473712 h 5786598"/>
                <a:gd name="connsiteX116" fmla="*/ 1155963 w 4159710"/>
                <a:gd name="connsiteY116" fmla="*/ 1825935 h 5786598"/>
                <a:gd name="connsiteX117" fmla="*/ 1248284 w 4159710"/>
                <a:gd name="connsiteY117" fmla="*/ 1825935 h 5786598"/>
                <a:gd name="connsiteX118" fmla="*/ 1257606 w 4159710"/>
                <a:gd name="connsiteY118" fmla="*/ 1835257 h 5786598"/>
                <a:gd name="connsiteX119" fmla="*/ 1257606 w 4159710"/>
                <a:gd name="connsiteY119" fmla="*/ 1872543 h 5786598"/>
                <a:gd name="connsiteX120" fmla="*/ 1248284 w 4159710"/>
                <a:gd name="connsiteY120" fmla="*/ 1881866 h 5786598"/>
                <a:gd name="connsiteX121" fmla="*/ 1159414 w 4159710"/>
                <a:gd name="connsiteY121" fmla="*/ 1881866 h 5786598"/>
                <a:gd name="connsiteX122" fmla="*/ 1170086 w 4159710"/>
                <a:gd name="connsiteY122" fmla="*/ 2054855 h 5786598"/>
                <a:gd name="connsiteX123" fmla="*/ 1233364 w 4159710"/>
                <a:gd name="connsiteY123" fmla="*/ 2054855 h 5786598"/>
                <a:gd name="connsiteX124" fmla="*/ 1247840 w 4159710"/>
                <a:gd name="connsiteY124" fmla="*/ 2069332 h 5786598"/>
                <a:gd name="connsiteX125" fmla="*/ 1247840 w 4159710"/>
                <a:gd name="connsiteY125" fmla="*/ 2127235 h 5786598"/>
                <a:gd name="connsiteX126" fmla="*/ 1233364 w 4159710"/>
                <a:gd name="connsiteY126" fmla="*/ 2141711 h 5786598"/>
                <a:gd name="connsiteX127" fmla="*/ 1175445 w 4159710"/>
                <a:gd name="connsiteY127" fmla="*/ 2141711 h 5786598"/>
                <a:gd name="connsiteX128" fmla="*/ 1217275 w 4159710"/>
                <a:gd name="connsiteY128" fmla="*/ 2819733 h 5786598"/>
                <a:gd name="connsiteX129" fmla="*/ 1538655 w 4159710"/>
                <a:gd name="connsiteY129" fmla="*/ 2819733 h 5786598"/>
                <a:gd name="connsiteX130" fmla="*/ 1538655 w 4159710"/>
                <a:gd name="connsiteY130" fmla="*/ 2916015 h 5786598"/>
                <a:gd name="connsiteX131" fmla="*/ 1834975 w 4159710"/>
                <a:gd name="connsiteY131" fmla="*/ 2426775 h 5786598"/>
                <a:gd name="connsiteX132" fmla="*/ 2470117 w 4159710"/>
                <a:gd name="connsiteY132" fmla="*/ 140636 h 5786598"/>
                <a:gd name="connsiteX133" fmla="*/ 2450688 w 4159710"/>
                <a:gd name="connsiteY133" fmla="*/ 169453 h 5786598"/>
                <a:gd name="connsiteX134" fmla="*/ 2380499 w 4159710"/>
                <a:gd name="connsiteY134" fmla="*/ 198526 h 5786598"/>
                <a:gd name="connsiteX135" fmla="*/ 2341862 w 4159710"/>
                <a:gd name="connsiteY135" fmla="*/ 190726 h 5786598"/>
                <a:gd name="connsiteX136" fmla="*/ 2319689 w 4159710"/>
                <a:gd name="connsiteY136" fmla="*/ 175776 h 5786598"/>
                <a:gd name="connsiteX137" fmla="*/ 1188989 w 4159710"/>
                <a:gd name="connsiteY137" fmla="*/ 1308426 h 5786598"/>
                <a:gd name="connsiteX138" fmla="*/ 1342990 w 4159710"/>
                <a:gd name="connsiteY138" fmla="*/ 1294974 h 5786598"/>
                <a:gd name="connsiteX139" fmla="*/ 1353866 w 4159710"/>
                <a:gd name="connsiteY139" fmla="*/ 1419480 h 5786598"/>
                <a:gd name="connsiteX140" fmla="*/ 1862584 w 4159710"/>
                <a:gd name="connsiteY140" fmla="*/ 2381191 h 5786598"/>
                <a:gd name="connsiteX141" fmla="*/ 3029209 w 4159710"/>
                <a:gd name="connsiteY141" fmla="*/ 455030 h 5786598"/>
                <a:gd name="connsiteX142" fmla="*/ 2380499 w 4159710"/>
                <a:gd name="connsiteY142" fmla="*/ 0 h 5786598"/>
                <a:gd name="connsiteX143" fmla="*/ 2479762 w 4159710"/>
                <a:gd name="connsiteY143" fmla="*/ 99263 h 5786598"/>
                <a:gd name="connsiteX144" fmla="*/ 2478311 w 4159710"/>
                <a:gd name="connsiteY144" fmla="*/ 106448 h 5786598"/>
                <a:gd name="connsiteX145" fmla="*/ 3219890 w 4159710"/>
                <a:gd name="connsiteY145" fmla="*/ 215733 h 5786598"/>
                <a:gd name="connsiteX146" fmla="*/ 3217054 w 4159710"/>
                <a:gd name="connsiteY146" fmla="*/ 220776 h 5786598"/>
                <a:gd name="connsiteX147" fmla="*/ 4067223 w 4159710"/>
                <a:gd name="connsiteY147" fmla="*/ 1004298 h 5786598"/>
                <a:gd name="connsiteX148" fmla="*/ 4069653 w 4159710"/>
                <a:gd name="connsiteY148" fmla="*/ 1000693 h 5786598"/>
                <a:gd name="connsiteX149" fmla="*/ 4106956 w 4159710"/>
                <a:gd name="connsiteY149" fmla="*/ 985242 h 5786598"/>
                <a:gd name="connsiteX150" fmla="*/ 4159710 w 4159710"/>
                <a:gd name="connsiteY150" fmla="*/ 1037996 h 5786598"/>
                <a:gd name="connsiteX151" fmla="*/ 4106956 w 4159710"/>
                <a:gd name="connsiteY151" fmla="*/ 1090750 h 5786598"/>
                <a:gd name="connsiteX152" fmla="*/ 4054202 w 4159710"/>
                <a:gd name="connsiteY152" fmla="*/ 1037996 h 5786598"/>
                <a:gd name="connsiteX153" fmla="*/ 4058348 w 4159710"/>
                <a:gd name="connsiteY153" fmla="*/ 1017462 h 5786598"/>
                <a:gd name="connsiteX154" fmla="*/ 4060261 w 4159710"/>
                <a:gd name="connsiteY154" fmla="*/ 1014623 h 5786598"/>
                <a:gd name="connsiteX155" fmla="*/ 3137412 w 4159710"/>
                <a:gd name="connsiteY155" fmla="*/ 519074 h 5786598"/>
                <a:gd name="connsiteX156" fmla="*/ 1538655 w 4159710"/>
                <a:gd name="connsiteY156" fmla="*/ 3357254 h 5786598"/>
                <a:gd name="connsiteX157" fmla="*/ 1538655 w 4159710"/>
                <a:gd name="connsiteY157" fmla="*/ 3364856 h 5786598"/>
                <a:gd name="connsiteX158" fmla="*/ 1696915 w 4159710"/>
                <a:gd name="connsiteY158" fmla="*/ 3364856 h 5786598"/>
                <a:gd name="connsiteX159" fmla="*/ 1696915 w 4159710"/>
                <a:gd name="connsiteY159" fmla="*/ 3781025 h 5786598"/>
                <a:gd name="connsiteX160" fmla="*/ 1487338 w 4159710"/>
                <a:gd name="connsiteY160" fmla="*/ 3781025 h 5786598"/>
                <a:gd name="connsiteX161" fmla="*/ 1487338 w 4159710"/>
                <a:gd name="connsiteY161" fmla="*/ 3904082 h 5786598"/>
                <a:gd name="connsiteX162" fmla="*/ 1563403 w 4159710"/>
                <a:gd name="connsiteY162" fmla="*/ 3904082 h 5786598"/>
                <a:gd name="connsiteX163" fmla="*/ 1586263 w 4159710"/>
                <a:gd name="connsiteY163" fmla="*/ 3926942 h 5786598"/>
                <a:gd name="connsiteX164" fmla="*/ 1586262 w 4159710"/>
                <a:gd name="connsiteY164" fmla="*/ 3926942 h 5786598"/>
                <a:gd name="connsiteX165" fmla="*/ 1563402 w 4159710"/>
                <a:gd name="connsiteY165" fmla="*/ 3949802 h 5786598"/>
                <a:gd name="connsiteX166" fmla="*/ 1487338 w 4159710"/>
                <a:gd name="connsiteY166" fmla="*/ 3949802 h 5786598"/>
                <a:gd name="connsiteX167" fmla="*/ 1487338 w 4159710"/>
                <a:gd name="connsiteY167" fmla="*/ 4070970 h 5786598"/>
                <a:gd name="connsiteX168" fmla="*/ 1563403 w 4159710"/>
                <a:gd name="connsiteY168" fmla="*/ 4070970 h 5786598"/>
                <a:gd name="connsiteX169" fmla="*/ 1586263 w 4159710"/>
                <a:gd name="connsiteY169" fmla="*/ 4093830 h 5786598"/>
                <a:gd name="connsiteX170" fmla="*/ 1586262 w 4159710"/>
                <a:gd name="connsiteY170" fmla="*/ 4093830 h 5786598"/>
                <a:gd name="connsiteX171" fmla="*/ 1563402 w 4159710"/>
                <a:gd name="connsiteY171" fmla="*/ 4116690 h 5786598"/>
                <a:gd name="connsiteX172" fmla="*/ 1487338 w 4159710"/>
                <a:gd name="connsiteY172" fmla="*/ 4116690 h 5786598"/>
                <a:gd name="connsiteX173" fmla="*/ 1487338 w 4159710"/>
                <a:gd name="connsiteY173" fmla="*/ 4772921 h 5786598"/>
                <a:gd name="connsiteX174" fmla="*/ 1529674 w 4159710"/>
                <a:gd name="connsiteY174" fmla="*/ 4772921 h 5786598"/>
                <a:gd name="connsiteX175" fmla="*/ 1586262 w 4159710"/>
                <a:gd name="connsiteY175" fmla="*/ 4829509 h 5786598"/>
                <a:gd name="connsiteX176" fmla="*/ 1586262 w 4159710"/>
                <a:gd name="connsiteY176" fmla="*/ 4848693 h 5786598"/>
                <a:gd name="connsiteX177" fmla="*/ 1529674 w 4159710"/>
                <a:gd name="connsiteY177" fmla="*/ 4905281 h 5786598"/>
                <a:gd name="connsiteX178" fmla="*/ 1518652 w 4159710"/>
                <a:gd name="connsiteY178" fmla="*/ 4905281 h 5786598"/>
                <a:gd name="connsiteX179" fmla="*/ 1488812 w 4159710"/>
                <a:gd name="connsiteY179" fmla="*/ 4962472 h 5786598"/>
                <a:gd name="connsiteX180" fmla="*/ 1773161 w 4159710"/>
                <a:gd name="connsiteY180" fmla="*/ 5507455 h 5786598"/>
                <a:gd name="connsiteX181" fmla="*/ 1945385 w 4159710"/>
                <a:gd name="connsiteY181" fmla="*/ 5507455 h 5786598"/>
                <a:gd name="connsiteX182" fmla="*/ 2015377 w 4159710"/>
                <a:gd name="connsiteY182" fmla="*/ 5577447 h 5786598"/>
                <a:gd name="connsiteX183" fmla="*/ 2015377 w 4159710"/>
                <a:gd name="connsiteY183" fmla="*/ 5716606 h 5786598"/>
                <a:gd name="connsiteX184" fmla="*/ 1945385 w 4159710"/>
                <a:gd name="connsiteY184" fmla="*/ 5786598 h 5786598"/>
                <a:gd name="connsiteX185" fmla="*/ 166286 w 4159710"/>
                <a:gd name="connsiteY185" fmla="*/ 5786598 h 5786598"/>
                <a:gd name="connsiteX186" fmla="*/ 96294 w 4159710"/>
                <a:gd name="connsiteY186" fmla="*/ 5716606 h 5786598"/>
                <a:gd name="connsiteX187" fmla="*/ 96294 w 4159710"/>
                <a:gd name="connsiteY187" fmla="*/ 5577447 h 5786598"/>
                <a:gd name="connsiteX188" fmla="*/ 166286 w 4159710"/>
                <a:gd name="connsiteY188" fmla="*/ 5507455 h 5786598"/>
                <a:gd name="connsiteX189" fmla="*/ 235712 w 4159710"/>
                <a:gd name="connsiteY189" fmla="*/ 5507455 h 5786598"/>
                <a:gd name="connsiteX190" fmla="*/ 537898 w 4159710"/>
                <a:gd name="connsiteY190" fmla="*/ 4928284 h 5786598"/>
                <a:gd name="connsiteX191" fmla="*/ 525896 w 4159710"/>
                <a:gd name="connsiteY191" fmla="*/ 4905281 h 5786598"/>
                <a:gd name="connsiteX192" fmla="*/ 517166 w 4159710"/>
                <a:gd name="connsiteY192" fmla="*/ 4905281 h 5786598"/>
                <a:gd name="connsiteX193" fmla="*/ 460578 w 4159710"/>
                <a:gd name="connsiteY193" fmla="*/ 4848693 h 5786598"/>
                <a:gd name="connsiteX194" fmla="*/ 460578 w 4159710"/>
                <a:gd name="connsiteY194" fmla="*/ 4829509 h 5786598"/>
                <a:gd name="connsiteX195" fmla="*/ 517166 w 4159710"/>
                <a:gd name="connsiteY195" fmla="*/ 4772921 h 5786598"/>
                <a:gd name="connsiteX196" fmla="*/ 536643 w 4159710"/>
                <a:gd name="connsiteY196" fmla="*/ 4772921 h 5786598"/>
                <a:gd name="connsiteX197" fmla="*/ 536643 w 4159710"/>
                <a:gd name="connsiteY197" fmla="*/ 4116689 h 5786598"/>
                <a:gd name="connsiteX198" fmla="*/ 483438 w 4159710"/>
                <a:gd name="connsiteY198" fmla="*/ 4116689 h 5786598"/>
                <a:gd name="connsiteX199" fmla="*/ 467274 w 4159710"/>
                <a:gd name="connsiteY199" fmla="*/ 4109993 h 5786598"/>
                <a:gd name="connsiteX200" fmla="*/ 460578 w 4159710"/>
                <a:gd name="connsiteY200" fmla="*/ 4093829 h 5786598"/>
                <a:gd name="connsiteX201" fmla="*/ 467274 w 4159710"/>
                <a:gd name="connsiteY201" fmla="*/ 4077665 h 5786598"/>
                <a:gd name="connsiteX202" fmla="*/ 483438 w 4159710"/>
                <a:gd name="connsiteY202" fmla="*/ 4070970 h 5786598"/>
                <a:gd name="connsiteX203" fmla="*/ 536643 w 4159710"/>
                <a:gd name="connsiteY203" fmla="*/ 4070970 h 5786598"/>
                <a:gd name="connsiteX204" fmla="*/ 536643 w 4159710"/>
                <a:gd name="connsiteY204" fmla="*/ 3949801 h 5786598"/>
                <a:gd name="connsiteX205" fmla="*/ 483438 w 4159710"/>
                <a:gd name="connsiteY205" fmla="*/ 3949801 h 5786598"/>
                <a:gd name="connsiteX206" fmla="*/ 467274 w 4159710"/>
                <a:gd name="connsiteY206" fmla="*/ 3943105 h 5786598"/>
                <a:gd name="connsiteX207" fmla="*/ 460578 w 4159710"/>
                <a:gd name="connsiteY207" fmla="*/ 3926941 h 5786598"/>
                <a:gd name="connsiteX208" fmla="*/ 467274 w 4159710"/>
                <a:gd name="connsiteY208" fmla="*/ 3910777 h 5786598"/>
                <a:gd name="connsiteX209" fmla="*/ 483438 w 4159710"/>
                <a:gd name="connsiteY209" fmla="*/ 3904082 h 5786598"/>
                <a:gd name="connsiteX210" fmla="*/ 536643 w 4159710"/>
                <a:gd name="connsiteY210" fmla="*/ 3904082 h 5786598"/>
                <a:gd name="connsiteX211" fmla="*/ 536643 w 4159710"/>
                <a:gd name="connsiteY211" fmla="*/ 3781025 h 5786598"/>
                <a:gd name="connsiteX212" fmla="*/ 0 w 4159710"/>
                <a:gd name="connsiteY212" fmla="*/ 3781025 h 5786598"/>
                <a:gd name="connsiteX213" fmla="*/ 0 w 4159710"/>
                <a:gd name="connsiteY213" fmla="*/ 3364856 h 5786598"/>
                <a:gd name="connsiteX214" fmla="*/ 1 w 4159710"/>
                <a:gd name="connsiteY214" fmla="*/ 3364856 h 5786598"/>
                <a:gd name="connsiteX215" fmla="*/ 1 w 4159710"/>
                <a:gd name="connsiteY215" fmla="*/ 2819733 h 5786598"/>
                <a:gd name="connsiteX216" fmla="*/ 186431 w 4159710"/>
                <a:gd name="connsiteY216" fmla="*/ 2819733 h 5786598"/>
                <a:gd name="connsiteX217" fmla="*/ 823097 w 4159710"/>
                <a:gd name="connsiteY217" fmla="*/ 2141404 h 5786598"/>
                <a:gd name="connsiteX218" fmla="*/ 813602 w 4159710"/>
                <a:gd name="connsiteY218" fmla="*/ 2137471 h 5786598"/>
                <a:gd name="connsiteX219" fmla="*/ 809362 w 4159710"/>
                <a:gd name="connsiteY219" fmla="*/ 2127235 h 5786598"/>
                <a:gd name="connsiteX220" fmla="*/ 809362 w 4159710"/>
                <a:gd name="connsiteY220" fmla="*/ 2069332 h 5786598"/>
                <a:gd name="connsiteX221" fmla="*/ 823838 w 4159710"/>
                <a:gd name="connsiteY221" fmla="*/ 2054855 h 5786598"/>
                <a:gd name="connsiteX222" fmla="*/ 877577 w 4159710"/>
                <a:gd name="connsiteY222" fmla="*/ 2054855 h 5786598"/>
                <a:gd name="connsiteX223" fmla="*/ 888250 w 4159710"/>
                <a:gd name="connsiteY223" fmla="*/ 1881866 h 5786598"/>
                <a:gd name="connsiteX224" fmla="*/ 828450 w 4159710"/>
                <a:gd name="connsiteY224" fmla="*/ 1881866 h 5786598"/>
                <a:gd name="connsiteX225" fmla="*/ 819128 w 4159710"/>
                <a:gd name="connsiteY225" fmla="*/ 1872543 h 5786598"/>
                <a:gd name="connsiteX226" fmla="*/ 819128 w 4159710"/>
                <a:gd name="connsiteY226" fmla="*/ 1835257 h 5786598"/>
                <a:gd name="connsiteX227" fmla="*/ 828450 w 4159710"/>
                <a:gd name="connsiteY227" fmla="*/ 1825935 h 5786598"/>
                <a:gd name="connsiteX228" fmla="*/ 891700 w 4159710"/>
                <a:gd name="connsiteY228" fmla="*/ 1825935 h 5786598"/>
                <a:gd name="connsiteX229" fmla="*/ 912234 w 4159710"/>
                <a:gd name="connsiteY229" fmla="*/ 1493103 h 5786598"/>
                <a:gd name="connsiteX230" fmla="*/ 860727 w 4159710"/>
                <a:gd name="connsiteY230" fmla="*/ 1497602 h 5786598"/>
                <a:gd name="connsiteX231" fmla="*/ 861169 w 4159710"/>
                <a:gd name="connsiteY231" fmla="*/ 1501090 h 5786598"/>
                <a:gd name="connsiteX232" fmla="*/ 562355 w 4159710"/>
                <a:gd name="connsiteY232" fmla="*/ 1538964 h 5786598"/>
                <a:gd name="connsiteX233" fmla="*/ 573819 w 4159710"/>
                <a:gd name="connsiteY233" fmla="*/ 1582489 h 5786598"/>
                <a:gd name="connsiteX234" fmla="*/ 537257 w 4159710"/>
                <a:gd name="connsiteY234" fmla="*/ 1645198 h 5786598"/>
                <a:gd name="connsiteX235" fmla="*/ 530211 w 4159710"/>
                <a:gd name="connsiteY235" fmla="*/ 1647053 h 5786598"/>
                <a:gd name="connsiteX236" fmla="*/ 476492 w 4159710"/>
                <a:gd name="connsiteY236" fmla="*/ 1628784 h 5786598"/>
                <a:gd name="connsiteX237" fmla="*/ 469491 w 4159710"/>
                <a:gd name="connsiteY237" fmla="*/ 1614538 h 5786598"/>
                <a:gd name="connsiteX238" fmla="*/ 470721 w 4159710"/>
                <a:gd name="connsiteY238" fmla="*/ 1635605 h 5786598"/>
                <a:gd name="connsiteX239" fmla="*/ 430195 w 4159710"/>
                <a:gd name="connsiteY239" fmla="*/ 1681081 h 5786598"/>
                <a:gd name="connsiteX240" fmla="*/ 422631 w 4159710"/>
                <a:gd name="connsiteY240" fmla="*/ 1683073 h 5786598"/>
                <a:gd name="connsiteX241" fmla="*/ 355310 w 4159710"/>
                <a:gd name="connsiteY241" fmla="*/ 1643823 h 5786598"/>
                <a:gd name="connsiteX242" fmla="*/ 315776 w 4159710"/>
                <a:gd name="connsiteY242" fmla="*/ 1493723 h 5786598"/>
                <a:gd name="connsiteX243" fmla="*/ 355027 w 4159710"/>
                <a:gd name="connsiteY243" fmla="*/ 1426402 h 5786598"/>
                <a:gd name="connsiteX244" fmla="*/ 362591 w 4159710"/>
                <a:gd name="connsiteY244" fmla="*/ 1424410 h 5786598"/>
                <a:gd name="connsiteX245" fmla="*/ 420261 w 4159710"/>
                <a:gd name="connsiteY245" fmla="*/ 1444022 h 5786598"/>
                <a:gd name="connsiteX246" fmla="*/ 427578 w 4159710"/>
                <a:gd name="connsiteY246" fmla="*/ 1458912 h 5786598"/>
                <a:gd name="connsiteX247" fmla="*/ 426045 w 4159710"/>
                <a:gd name="connsiteY247" fmla="*/ 1453091 h 5786598"/>
                <a:gd name="connsiteX248" fmla="*/ 462607 w 4159710"/>
                <a:gd name="connsiteY248" fmla="*/ 1390382 h 5786598"/>
                <a:gd name="connsiteX249" fmla="*/ 469653 w 4159710"/>
                <a:gd name="connsiteY249" fmla="*/ 1388526 h 5786598"/>
                <a:gd name="connsiteX250" fmla="*/ 532361 w 4159710"/>
                <a:gd name="connsiteY250" fmla="*/ 1425088 h 5786598"/>
                <a:gd name="connsiteX251" fmla="*/ 549415 w 4159710"/>
                <a:gd name="connsiteY251" fmla="*/ 1489834 h 5786598"/>
                <a:gd name="connsiteX252" fmla="*/ 840002 w 4159710"/>
                <a:gd name="connsiteY252" fmla="*/ 1334084 h 5786598"/>
                <a:gd name="connsiteX253" fmla="*/ 840607 w 4159710"/>
                <a:gd name="connsiteY253" fmla="*/ 1338857 h 5786598"/>
                <a:gd name="connsiteX254" fmla="*/ 1112835 w 4159710"/>
                <a:gd name="connsiteY254" fmla="*/ 1315078 h 5786598"/>
                <a:gd name="connsiteX255" fmla="*/ 2288860 w 4159710"/>
                <a:gd name="connsiteY255" fmla="*/ 137025 h 5786598"/>
                <a:gd name="connsiteX256" fmla="*/ 2281236 w 4159710"/>
                <a:gd name="connsiteY256" fmla="*/ 99263 h 5786598"/>
                <a:gd name="connsiteX257" fmla="*/ 2380499 w 4159710"/>
                <a:gd name="connsiteY257" fmla="*/ 0 h 578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159710" h="5786598">
                  <a:moveTo>
                    <a:pt x="1022274" y="5419078"/>
                  </a:moveTo>
                  <a:lnTo>
                    <a:pt x="976163" y="5507455"/>
                  </a:lnTo>
                  <a:lnTo>
                    <a:pt x="1068385" y="5507455"/>
                  </a:lnTo>
                  <a:close/>
                  <a:moveTo>
                    <a:pt x="1318025" y="5289802"/>
                  </a:moveTo>
                  <a:lnTo>
                    <a:pt x="1204463" y="5507455"/>
                  </a:lnTo>
                  <a:lnTo>
                    <a:pt x="1431587" y="5507455"/>
                  </a:lnTo>
                  <a:close/>
                  <a:moveTo>
                    <a:pt x="708685" y="5255614"/>
                  </a:moveTo>
                  <a:lnTo>
                    <a:pt x="577286" y="5507455"/>
                  </a:lnTo>
                  <a:lnTo>
                    <a:pt x="840085" y="5507455"/>
                  </a:lnTo>
                  <a:close/>
                  <a:moveTo>
                    <a:pt x="1203875" y="5071022"/>
                  </a:moveTo>
                  <a:lnTo>
                    <a:pt x="1053938" y="5358390"/>
                  </a:lnTo>
                  <a:lnTo>
                    <a:pt x="1131714" y="5507455"/>
                  </a:lnTo>
                  <a:lnTo>
                    <a:pt x="1141134" y="5507455"/>
                  </a:lnTo>
                  <a:lnTo>
                    <a:pt x="1286361" y="5229113"/>
                  </a:lnTo>
                  <a:close/>
                  <a:moveTo>
                    <a:pt x="822835" y="5036834"/>
                  </a:moveTo>
                  <a:lnTo>
                    <a:pt x="740350" y="5194926"/>
                  </a:lnTo>
                  <a:lnTo>
                    <a:pt x="903414" y="5507455"/>
                  </a:lnTo>
                  <a:lnTo>
                    <a:pt x="912834" y="5507455"/>
                  </a:lnTo>
                  <a:lnTo>
                    <a:pt x="990609" y="5358390"/>
                  </a:lnTo>
                  <a:close/>
                  <a:moveTo>
                    <a:pt x="1451724" y="5033553"/>
                  </a:moveTo>
                  <a:lnTo>
                    <a:pt x="1355112" y="5218720"/>
                  </a:lnTo>
                  <a:lnTo>
                    <a:pt x="1505762" y="5507455"/>
                  </a:lnTo>
                  <a:lnTo>
                    <a:pt x="1698986" y="5507455"/>
                  </a:lnTo>
                  <a:close/>
                  <a:moveTo>
                    <a:pt x="574986" y="4999366"/>
                  </a:moveTo>
                  <a:lnTo>
                    <a:pt x="309887" y="5507455"/>
                  </a:lnTo>
                  <a:lnTo>
                    <a:pt x="503111" y="5507455"/>
                  </a:lnTo>
                  <a:lnTo>
                    <a:pt x="671598" y="5184533"/>
                  </a:lnTo>
                  <a:close/>
                  <a:moveTo>
                    <a:pt x="1290352" y="4905281"/>
                  </a:moveTo>
                  <a:lnTo>
                    <a:pt x="1240962" y="4999940"/>
                  </a:lnTo>
                  <a:lnTo>
                    <a:pt x="1323448" y="5158032"/>
                  </a:lnTo>
                  <a:lnTo>
                    <a:pt x="1420060" y="4972866"/>
                  </a:lnTo>
                  <a:lnTo>
                    <a:pt x="1384797" y="4905281"/>
                  </a:lnTo>
                  <a:close/>
                  <a:moveTo>
                    <a:pt x="1191573" y="4905281"/>
                  </a:moveTo>
                  <a:lnTo>
                    <a:pt x="1209298" y="4939252"/>
                  </a:lnTo>
                  <a:lnTo>
                    <a:pt x="1227023" y="4905281"/>
                  </a:lnTo>
                  <a:close/>
                  <a:moveTo>
                    <a:pt x="891474" y="4905281"/>
                  </a:moveTo>
                  <a:lnTo>
                    <a:pt x="854499" y="4976146"/>
                  </a:lnTo>
                  <a:lnTo>
                    <a:pt x="1022274" y="5297702"/>
                  </a:lnTo>
                  <a:lnTo>
                    <a:pt x="1172210" y="5010334"/>
                  </a:lnTo>
                  <a:lnTo>
                    <a:pt x="1117398" y="4905281"/>
                  </a:lnTo>
                  <a:close/>
                  <a:moveTo>
                    <a:pt x="624075" y="4905281"/>
                  </a:moveTo>
                  <a:lnTo>
                    <a:pt x="606650" y="4938678"/>
                  </a:lnTo>
                  <a:lnTo>
                    <a:pt x="703262" y="5123845"/>
                  </a:lnTo>
                  <a:lnTo>
                    <a:pt x="785748" y="4965752"/>
                  </a:lnTo>
                  <a:lnTo>
                    <a:pt x="754196" y="4905281"/>
                  </a:lnTo>
                  <a:close/>
                  <a:moveTo>
                    <a:pt x="1286363" y="4716622"/>
                  </a:moveTo>
                  <a:lnTo>
                    <a:pt x="1286363" y="4742928"/>
                  </a:lnTo>
                  <a:lnTo>
                    <a:pt x="1280308" y="4772921"/>
                  </a:lnTo>
                  <a:lnTo>
                    <a:pt x="1315738" y="4772921"/>
                  </a:lnTo>
                  <a:close/>
                  <a:moveTo>
                    <a:pt x="760478" y="4643851"/>
                  </a:moveTo>
                  <a:lnTo>
                    <a:pt x="693135" y="4772921"/>
                  </a:lnTo>
                  <a:lnTo>
                    <a:pt x="766533" y="4772921"/>
                  </a:lnTo>
                  <a:lnTo>
                    <a:pt x="760478" y="4742928"/>
                  </a:lnTo>
                  <a:close/>
                  <a:moveTo>
                    <a:pt x="1286363" y="4116690"/>
                  </a:moveTo>
                  <a:lnTo>
                    <a:pt x="1286363" y="4574458"/>
                  </a:lnTo>
                  <a:lnTo>
                    <a:pt x="1389913" y="4772921"/>
                  </a:lnTo>
                  <a:lnTo>
                    <a:pt x="1441619" y="4772921"/>
                  </a:lnTo>
                  <a:lnTo>
                    <a:pt x="1441619" y="4116690"/>
                  </a:lnTo>
                  <a:close/>
                  <a:moveTo>
                    <a:pt x="582362" y="4116689"/>
                  </a:moveTo>
                  <a:lnTo>
                    <a:pt x="582362" y="4772921"/>
                  </a:lnTo>
                  <a:lnTo>
                    <a:pt x="618960" y="4772921"/>
                  </a:lnTo>
                  <a:lnTo>
                    <a:pt x="760478" y="4501687"/>
                  </a:lnTo>
                  <a:lnTo>
                    <a:pt x="760478" y="4116689"/>
                  </a:lnTo>
                  <a:close/>
                  <a:moveTo>
                    <a:pt x="1286363" y="3949802"/>
                  </a:moveTo>
                  <a:lnTo>
                    <a:pt x="1286363" y="4070970"/>
                  </a:lnTo>
                  <a:lnTo>
                    <a:pt x="1441619" y="4070970"/>
                  </a:lnTo>
                  <a:lnTo>
                    <a:pt x="1441619" y="3949802"/>
                  </a:lnTo>
                  <a:close/>
                  <a:moveTo>
                    <a:pt x="582362" y="3949801"/>
                  </a:moveTo>
                  <a:lnTo>
                    <a:pt x="582362" y="4070970"/>
                  </a:lnTo>
                  <a:lnTo>
                    <a:pt x="760478" y="4070970"/>
                  </a:lnTo>
                  <a:lnTo>
                    <a:pt x="760478" y="3949801"/>
                  </a:lnTo>
                  <a:close/>
                  <a:moveTo>
                    <a:pt x="1286363" y="3781025"/>
                  </a:moveTo>
                  <a:lnTo>
                    <a:pt x="1286363" y="3904082"/>
                  </a:lnTo>
                  <a:lnTo>
                    <a:pt x="1441619" y="3904082"/>
                  </a:lnTo>
                  <a:lnTo>
                    <a:pt x="1441619" y="3781025"/>
                  </a:lnTo>
                  <a:close/>
                  <a:moveTo>
                    <a:pt x="582362" y="3781025"/>
                  </a:moveTo>
                  <a:lnTo>
                    <a:pt x="582362" y="3904082"/>
                  </a:lnTo>
                  <a:lnTo>
                    <a:pt x="760478" y="3904082"/>
                  </a:lnTo>
                  <a:lnTo>
                    <a:pt x="760478" y="3781025"/>
                  </a:lnTo>
                  <a:close/>
                  <a:moveTo>
                    <a:pt x="1174823" y="2986866"/>
                  </a:moveTo>
                  <a:cubicBezTo>
                    <a:pt x="1163799" y="2986866"/>
                    <a:pt x="1154863" y="2995802"/>
                    <a:pt x="1154863" y="3006826"/>
                  </a:cubicBezTo>
                  <a:lnTo>
                    <a:pt x="1154863" y="3388285"/>
                  </a:lnTo>
                  <a:cubicBezTo>
                    <a:pt x="1154863" y="3399309"/>
                    <a:pt x="1163799" y="3408245"/>
                    <a:pt x="1174823" y="3408245"/>
                  </a:cubicBezTo>
                  <a:lnTo>
                    <a:pt x="1254662" y="3408245"/>
                  </a:lnTo>
                  <a:cubicBezTo>
                    <a:pt x="1265686" y="3408245"/>
                    <a:pt x="1274622" y="3399309"/>
                    <a:pt x="1274622" y="3388285"/>
                  </a:cubicBezTo>
                  <a:lnTo>
                    <a:pt x="1274622" y="3006826"/>
                  </a:lnTo>
                  <a:cubicBezTo>
                    <a:pt x="1274622" y="2995802"/>
                    <a:pt x="1265686" y="2986866"/>
                    <a:pt x="1254662" y="2986866"/>
                  </a:cubicBezTo>
                  <a:close/>
                  <a:moveTo>
                    <a:pt x="694919" y="2986866"/>
                  </a:moveTo>
                  <a:cubicBezTo>
                    <a:pt x="685797" y="2986866"/>
                    <a:pt x="678402" y="2994261"/>
                    <a:pt x="678402" y="3003383"/>
                  </a:cubicBezTo>
                  <a:lnTo>
                    <a:pt x="678402" y="3391728"/>
                  </a:lnTo>
                  <a:cubicBezTo>
                    <a:pt x="678402" y="3400850"/>
                    <a:pt x="685797" y="3408245"/>
                    <a:pt x="694919" y="3408245"/>
                  </a:cubicBezTo>
                  <a:lnTo>
                    <a:pt x="760984" y="3408245"/>
                  </a:lnTo>
                  <a:cubicBezTo>
                    <a:pt x="770106" y="3408245"/>
                    <a:pt x="777501" y="3400850"/>
                    <a:pt x="777501" y="3391728"/>
                  </a:cubicBezTo>
                  <a:lnTo>
                    <a:pt x="777501" y="3003383"/>
                  </a:lnTo>
                  <a:cubicBezTo>
                    <a:pt x="777501" y="2994261"/>
                    <a:pt x="770106" y="2986866"/>
                    <a:pt x="760984" y="2986866"/>
                  </a:cubicBezTo>
                  <a:close/>
                  <a:moveTo>
                    <a:pt x="502584" y="2986866"/>
                  </a:moveTo>
                  <a:cubicBezTo>
                    <a:pt x="493462" y="2986866"/>
                    <a:pt x="486067" y="2994261"/>
                    <a:pt x="486067" y="3003383"/>
                  </a:cubicBezTo>
                  <a:lnTo>
                    <a:pt x="486067" y="3391728"/>
                  </a:lnTo>
                  <a:cubicBezTo>
                    <a:pt x="486067" y="3400850"/>
                    <a:pt x="493462" y="3408245"/>
                    <a:pt x="502584" y="3408245"/>
                  </a:cubicBezTo>
                  <a:lnTo>
                    <a:pt x="568649" y="3408245"/>
                  </a:lnTo>
                  <a:cubicBezTo>
                    <a:pt x="577771" y="3408245"/>
                    <a:pt x="585166" y="3400850"/>
                    <a:pt x="585166" y="3391728"/>
                  </a:cubicBezTo>
                  <a:lnTo>
                    <a:pt x="585166" y="3003383"/>
                  </a:lnTo>
                  <a:cubicBezTo>
                    <a:pt x="585166" y="2994261"/>
                    <a:pt x="577771" y="2986866"/>
                    <a:pt x="568649" y="2986866"/>
                  </a:cubicBezTo>
                  <a:close/>
                  <a:moveTo>
                    <a:pt x="310249" y="2986866"/>
                  </a:moveTo>
                  <a:cubicBezTo>
                    <a:pt x="301127" y="2986866"/>
                    <a:pt x="293732" y="2994261"/>
                    <a:pt x="293732" y="3003383"/>
                  </a:cubicBezTo>
                  <a:lnTo>
                    <a:pt x="293732" y="3391728"/>
                  </a:lnTo>
                  <a:cubicBezTo>
                    <a:pt x="293732" y="3400850"/>
                    <a:pt x="301127" y="3408245"/>
                    <a:pt x="310249" y="3408245"/>
                  </a:cubicBezTo>
                  <a:lnTo>
                    <a:pt x="376314" y="3408245"/>
                  </a:lnTo>
                  <a:cubicBezTo>
                    <a:pt x="385436" y="3408245"/>
                    <a:pt x="392831" y="3400850"/>
                    <a:pt x="392831" y="3391728"/>
                  </a:cubicBezTo>
                  <a:lnTo>
                    <a:pt x="392831" y="3003383"/>
                  </a:lnTo>
                  <a:cubicBezTo>
                    <a:pt x="392831" y="2994261"/>
                    <a:pt x="385436" y="2986866"/>
                    <a:pt x="376314" y="2986866"/>
                  </a:cubicBezTo>
                  <a:close/>
                  <a:moveTo>
                    <a:pt x="871284" y="2156869"/>
                  </a:moveTo>
                  <a:lnTo>
                    <a:pt x="249133" y="2819733"/>
                  </a:lnTo>
                  <a:lnTo>
                    <a:pt x="830389" y="2819733"/>
                  </a:lnTo>
                  <a:close/>
                  <a:moveTo>
                    <a:pt x="1322149" y="1457297"/>
                  </a:moveTo>
                  <a:lnTo>
                    <a:pt x="1134233" y="1473712"/>
                  </a:lnTo>
                  <a:lnTo>
                    <a:pt x="1155963" y="1825935"/>
                  </a:lnTo>
                  <a:lnTo>
                    <a:pt x="1248284" y="1825935"/>
                  </a:lnTo>
                  <a:cubicBezTo>
                    <a:pt x="1253432" y="1825935"/>
                    <a:pt x="1257606" y="1830109"/>
                    <a:pt x="1257606" y="1835257"/>
                  </a:cubicBezTo>
                  <a:lnTo>
                    <a:pt x="1257606" y="1872543"/>
                  </a:lnTo>
                  <a:cubicBezTo>
                    <a:pt x="1257606" y="1877691"/>
                    <a:pt x="1253432" y="1881866"/>
                    <a:pt x="1248284" y="1881866"/>
                  </a:cubicBezTo>
                  <a:lnTo>
                    <a:pt x="1159414" y="1881866"/>
                  </a:lnTo>
                  <a:lnTo>
                    <a:pt x="1170086" y="2054855"/>
                  </a:lnTo>
                  <a:lnTo>
                    <a:pt x="1233364" y="2054855"/>
                  </a:lnTo>
                  <a:cubicBezTo>
                    <a:pt x="1241359" y="2054855"/>
                    <a:pt x="1247840" y="2061336"/>
                    <a:pt x="1247840" y="2069332"/>
                  </a:cubicBezTo>
                  <a:lnTo>
                    <a:pt x="1247840" y="2127235"/>
                  </a:lnTo>
                  <a:cubicBezTo>
                    <a:pt x="1247840" y="2135230"/>
                    <a:pt x="1241359" y="2141711"/>
                    <a:pt x="1233364" y="2141711"/>
                  </a:cubicBezTo>
                  <a:lnTo>
                    <a:pt x="1175445" y="2141711"/>
                  </a:lnTo>
                  <a:lnTo>
                    <a:pt x="1217275" y="2819733"/>
                  </a:lnTo>
                  <a:lnTo>
                    <a:pt x="1538655" y="2819733"/>
                  </a:lnTo>
                  <a:lnTo>
                    <a:pt x="1538655" y="2916015"/>
                  </a:lnTo>
                  <a:lnTo>
                    <a:pt x="1834975" y="2426775"/>
                  </a:lnTo>
                  <a:close/>
                  <a:moveTo>
                    <a:pt x="2470117" y="140636"/>
                  </a:moveTo>
                  <a:lnTo>
                    <a:pt x="2450688" y="169453"/>
                  </a:lnTo>
                  <a:cubicBezTo>
                    <a:pt x="2432725" y="187416"/>
                    <a:pt x="2407910" y="198526"/>
                    <a:pt x="2380499" y="198526"/>
                  </a:cubicBezTo>
                  <a:cubicBezTo>
                    <a:pt x="2366794" y="198526"/>
                    <a:pt x="2353737" y="195749"/>
                    <a:pt x="2341862" y="190726"/>
                  </a:cubicBezTo>
                  <a:lnTo>
                    <a:pt x="2319689" y="175776"/>
                  </a:lnTo>
                  <a:lnTo>
                    <a:pt x="1188989" y="1308426"/>
                  </a:lnTo>
                  <a:lnTo>
                    <a:pt x="1342990" y="1294974"/>
                  </a:lnTo>
                  <a:lnTo>
                    <a:pt x="1353866" y="1419480"/>
                  </a:lnTo>
                  <a:lnTo>
                    <a:pt x="1862584" y="2381191"/>
                  </a:lnTo>
                  <a:lnTo>
                    <a:pt x="3029209" y="455030"/>
                  </a:lnTo>
                  <a:close/>
                  <a:moveTo>
                    <a:pt x="2380499" y="0"/>
                  </a:moveTo>
                  <a:cubicBezTo>
                    <a:pt x="2435320" y="0"/>
                    <a:pt x="2479762" y="44442"/>
                    <a:pt x="2479762" y="99263"/>
                  </a:cubicBezTo>
                  <a:lnTo>
                    <a:pt x="2478311" y="106448"/>
                  </a:lnTo>
                  <a:lnTo>
                    <a:pt x="3219890" y="215733"/>
                  </a:lnTo>
                  <a:lnTo>
                    <a:pt x="3217054" y="220776"/>
                  </a:lnTo>
                  <a:lnTo>
                    <a:pt x="4067223" y="1004298"/>
                  </a:lnTo>
                  <a:lnTo>
                    <a:pt x="4069653" y="1000693"/>
                  </a:lnTo>
                  <a:cubicBezTo>
                    <a:pt x="4079200" y="991147"/>
                    <a:pt x="4092388" y="985242"/>
                    <a:pt x="4106956" y="985242"/>
                  </a:cubicBezTo>
                  <a:cubicBezTo>
                    <a:pt x="4136091" y="985242"/>
                    <a:pt x="4159710" y="1008861"/>
                    <a:pt x="4159710" y="1037996"/>
                  </a:cubicBezTo>
                  <a:cubicBezTo>
                    <a:pt x="4159710" y="1067131"/>
                    <a:pt x="4136091" y="1090750"/>
                    <a:pt x="4106956" y="1090750"/>
                  </a:cubicBezTo>
                  <a:cubicBezTo>
                    <a:pt x="4077821" y="1090750"/>
                    <a:pt x="4054202" y="1067131"/>
                    <a:pt x="4054202" y="1037996"/>
                  </a:cubicBezTo>
                  <a:cubicBezTo>
                    <a:pt x="4054202" y="1030713"/>
                    <a:pt x="4055678" y="1023773"/>
                    <a:pt x="4058348" y="1017462"/>
                  </a:cubicBezTo>
                  <a:lnTo>
                    <a:pt x="4060261" y="1014623"/>
                  </a:lnTo>
                  <a:lnTo>
                    <a:pt x="3137412" y="519074"/>
                  </a:lnTo>
                  <a:lnTo>
                    <a:pt x="1538655" y="3357254"/>
                  </a:lnTo>
                  <a:lnTo>
                    <a:pt x="1538655" y="3364856"/>
                  </a:lnTo>
                  <a:lnTo>
                    <a:pt x="1696915" y="3364856"/>
                  </a:lnTo>
                  <a:lnTo>
                    <a:pt x="1696915" y="3781025"/>
                  </a:lnTo>
                  <a:lnTo>
                    <a:pt x="1487338" y="3781025"/>
                  </a:lnTo>
                  <a:lnTo>
                    <a:pt x="1487338" y="3904082"/>
                  </a:lnTo>
                  <a:lnTo>
                    <a:pt x="1563403" y="3904082"/>
                  </a:lnTo>
                  <a:cubicBezTo>
                    <a:pt x="1576028" y="3904082"/>
                    <a:pt x="1586263" y="3914317"/>
                    <a:pt x="1586263" y="3926942"/>
                  </a:cubicBezTo>
                  <a:lnTo>
                    <a:pt x="1586262" y="3926942"/>
                  </a:lnTo>
                  <a:cubicBezTo>
                    <a:pt x="1586262" y="3939567"/>
                    <a:pt x="1576027" y="3949802"/>
                    <a:pt x="1563402" y="3949802"/>
                  </a:cubicBezTo>
                  <a:lnTo>
                    <a:pt x="1487338" y="3949802"/>
                  </a:lnTo>
                  <a:lnTo>
                    <a:pt x="1487338" y="4070970"/>
                  </a:lnTo>
                  <a:lnTo>
                    <a:pt x="1563403" y="4070970"/>
                  </a:lnTo>
                  <a:cubicBezTo>
                    <a:pt x="1576028" y="4070970"/>
                    <a:pt x="1586263" y="4081205"/>
                    <a:pt x="1586263" y="4093830"/>
                  </a:cubicBezTo>
                  <a:lnTo>
                    <a:pt x="1586262" y="4093830"/>
                  </a:lnTo>
                  <a:cubicBezTo>
                    <a:pt x="1586262" y="4106455"/>
                    <a:pt x="1576027" y="4116690"/>
                    <a:pt x="1563402" y="4116690"/>
                  </a:cubicBezTo>
                  <a:lnTo>
                    <a:pt x="1487338" y="4116690"/>
                  </a:lnTo>
                  <a:lnTo>
                    <a:pt x="1487338" y="4772921"/>
                  </a:lnTo>
                  <a:lnTo>
                    <a:pt x="1529674" y="4772921"/>
                  </a:lnTo>
                  <a:cubicBezTo>
                    <a:pt x="1560927" y="4772921"/>
                    <a:pt x="1586262" y="4798256"/>
                    <a:pt x="1586262" y="4829509"/>
                  </a:cubicBezTo>
                  <a:lnTo>
                    <a:pt x="1586262" y="4848693"/>
                  </a:lnTo>
                  <a:cubicBezTo>
                    <a:pt x="1586262" y="4879946"/>
                    <a:pt x="1560927" y="4905281"/>
                    <a:pt x="1529674" y="4905281"/>
                  </a:cubicBezTo>
                  <a:lnTo>
                    <a:pt x="1518652" y="4905281"/>
                  </a:lnTo>
                  <a:lnTo>
                    <a:pt x="1488812" y="4962472"/>
                  </a:lnTo>
                  <a:lnTo>
                    <a:pt x="1773161" y="5507455"/>
                  </a:lnTo>
                  <a:lnTo>
                    <a:pt x="1945385" y="5507455"/>
                  </a:lnTo>
                  <a:cubicBezTo>
                    <a:pt x="1984041" y="5507455"/>
                    <a:pt x="2015377" y="5538791"/>
                    <a:pt x="2015377" y="5577447"/>
                  </a:cubicBezTo>
                  <a:lnTo>
                    <a:pt x="2015377" y="5716606"/>
                  </a:lnTo>
                  <a:cubicBezTo>
                    <a:pt x="2015377" y="5755262"/>
                    <a:pt x="1984041" y="5786598"/>
                    <a:pt x="1945385" y="5786598"/>
                  </a:cubicBezTo>
                  <a:lnTo>
                    <a:pt x="166286" y="5786598"/>
                  </a:lnTo>
                  <a:cubicBezTo>
                    <a:pt x="127630" y="5786598"/>
                    <a:pt x="96294" y="5755262"/>
                    <a:pt x="96294" y="5716606"/>
                  </a:cubicBezTo>
                  <a:lnTo>
                    <a:pt x="96294" y="5577447"/>
                  </a:lnTo>
                  <a:cubicBezTo>
                    <a:pt x="96294" y="5538791"/>
                    <a:pt x="127630" y="5507455"/>
                    <a:pt x="166286" y="5507455"/>
                  </a:cubicBezTo>
                  <a:lnTo>
                    <a:pt x="235712" y="5507455"/>
                  </a:lnTo>
                  <a:lnTo>
                    <a:pt x="537898" y="4928284"/>
                  </a:lnTo>
                  <a:lnTo>
                    <a:pt x="525896" y="4905281"/>
                  </a:lnTo>
                  <a:lnTo>
                    <a:pt x="517166" y="4905281"/>
                  </a:lnTo>
                  <a:cubicBezTo>
                    <a:pt x="485913" y="4905281"/>
                    <a:pt x="460578" y="4879946"/>
                    <a:pt x="460578" y="4848693"/>
                  </a:cubicBezTo>
                  <a:lnTo>
                    <a:pt x="460578" y="4829509"/>
                  </a:lnTo>
                  <a:cubicBezTo>
                    <a:pt x="460578" y="4798256"/>
                    <a:pt x="485913" y="4772921"/>
                    <a:pt x="517166" y="4772921"/>
                  </a:cubicBezTo>
                  <a:lnTo>
                    <a:pt x="536643" y="4772921"/>
                  </a:lnTo>
                  <a:lnTo>
                    <a:pt x="536643" y="4116689"/>
                  </a:lnTo>
                  <a:lnTo>
                    <a:pt x="483438" y="4116689"/>
                  </a:lnTo>
                  <a:cubicBezTo>
                    <a:pt x="477126" y="4116689"/>
                    <a:pt x="471411" y="4114130"/>
                    <a:pt x="467274" y="4109993"/>
                  </a:cubicBezTo>
                  <a:lnTo>
                    <a:pt x="460578" y="4093829"/>
                  </a:lnTo>
                  <a:lnTo>
                    <a:pt x="467274" y="4077665"/>
                  </a:lnTo>
                  <a:cubicBezTo>
                    <a:pt x="471411" y="4073529"/>
                    <a:pt x="477126" y="4070970"/>
                    <a:pt x="483438" y="4070970"/>
                  </a:cubicBezTo>
                  <a:lnTo>
                    <a:pt x="536643" y="4070970"/>
                  </a:lnTo>
                  <a:lnTo>
                    <a:pt x="536643" y="3949801"/>
                  </a:lnTo>
                  <a:lnTo>
                    <a:pt x="483438" y="3949801"/>
                  </a:lnTo>
                  <a:cubicBezTo>
                    <a:pt x="477126" y="3949801"/>
                    <a:pt x="471411" y="3947242"/>
                    <a:pt x="467274" y="3943105"/>
                  </a:cubicBezTo>
                  <a:lnTo>
                    <a:pt x="460578" y="3926941"/>
                  </a:lnTo>
                  <a:lnTo>
                    <a:pt x="467274" y="3910777"/>
                  </a:lnTo>
                  <a:cubicBezTo>
                    <a:pt x="471411" y="3906640"/>
                    <a:pt x="477126" y="3904082"/>
                    <a:pt x="483438" y="3904082"/>
                  </a:cubicBezTo>
                  <a:lnTo>
                    <a:pt x="536643" y="3904082"/>
                  </a:lnTo>
                  <a:lnTo>
                    <a:pt x="536643" y="3781025"/>
                  </a:lnTo>
                  <a:lnTo>
                    <a:pt x="0" y="3781025"/>
                  </a:lnTo>
                  <a:lnTo>
                    <a:pt x="0" y="3364856"/>
                  </a:lnTo>
                  <a:lnTo>
                    <a:pt x="1" y="3364856"/>
                  </a:lnTo>
                  <a:lnTo>
                    <a:pt x="1" y="2819733"/>
                  </a:lnTo>
                  <a:lnTo>
                    <a:pt x="186431" y="2819733"/>
                  </a:lnTo>
                  <a:lnTo>
                    <a:pt x="823097" y="2141404"/>
                  </a:lnTo>
                  <a:lnTo>
                    <a:pt x="813602" y="2137471"/>
                  </a:lnTo>
                  <a:cubicBezTo>
                    <a:pt x="810982" y="2134852"/>
                    <a:pt x="809362" y="2131233"/>
                    <a:pt x="809362" y="2127235"/>
                  </a:cubicBezTo>
                  <a:lnTo>
                    <a:pt x="809362" y="2069332"/>
                  </a:lnTo>
                  <a:cubicBezTo>
                    <a:pt x="809362" y="2061336"/>
                    <a:pt x="815843" y="2054855"/>
                    <a:pt x="823838" y="2054855"/>
                  </a:cubicBezTo>
                  <a:lnTo>
                    <a:pt x="877577" y="2054855"/>
                  </a:lnTo>
                  <a:lnTo>
                    <a:pt x="888250" y="1881866"/>
                  </a:lnTo>
                  <a:lnTo>
                    <a:pt x="828450" y="1881866"/>
                  </a:lnTo>
                  <a:cubicBezTo>
                    <a:pt x="823302" y="1881866"/>
                    <a:pt x="819128" y="1877691"/>
                    <a:pt x="819128" y="1872543"/>
                  </a:cubicBezTo>
                  <a:lnTo>
                    <a:pt x="819128" y="1835257"/>
                  </a:lnTo>
                  <a:cubicBezTo>
                    <a:pt x="819128" y="1830109"/>
                    <a:pt x="823302" y="1825935"/>
                    <a:pt x="828450" y="1825935"/>
                  </a:cubicBezTo>
                  <a:lnTo>
                    <a:pt x="891700" y="1825935"/>
                  </a:lnTo>
                  <a:lnTo>
                    <a:pt x="912234" y="1493103"/>
                  </a:lnTo>
                  <a:lnTo>
                    <a:pt x="860727" y="1497602"/>
                  </a:lnTo>
                  <a:lnTo>
                    <a:pt x="861169" y="1501090"/>
                  </a:lnTo>
                  <a:lnTo>
                    <a:pt x="562355" y="1538964"/>
                  </a:lnTo>
                  <a:lnTo>
                    <a:pt x="573819" y="1582489"/>
                  </a:lnTo>
                  <a:cubicBezTo>
                    <a:pt x="581039" y="1609902"/>
                    <a:pt x="564670" y="1637977"/>
                    <a:pt x="537257" y="1645198"/>
                  </a:cubicBezTo>
                  <a:lnTo>
                    <a:pt x="530211" y="1647053"/>
                  </a:lnTo>
                  <a:cubicBezTo>
                    <a:pt x="509651" y="1652468"/>
                    <a:pt x="488719" y="1644615"/>
                    <a:pt x="476492" y="1628784"/>
                  </a:cubicBezTo>
                  <a:lnTo>
                    <a:pt x="469491" y="1614538"/>
                  </a:lnTo>
                  <a:lnTo>
                    <a:pt x="470721" y="1635605"/>
                  </a:lnTo>
                  <a:cubicBezTo>
                    <a:pt x="467670" y="1656861"/>
                    <a:pt x="452267" y="1675268"/>
                    <a:pt x="430195" y="1681081"/>
                  </a:cubicBezTo>
                  <a:lnTo>
                    <a:pt x="422631" y="1683073"/>
                  </a:lnTo>
                  <a:cubicBezTo>
                    <a:pt x="393202" y="1690825"/>
                    <a:pt x="363062" y="1673252"/>
                    <a:pt x="355310" y="1643823"/>
                  </a:cubicBezTo>
                  <a:lnTo>
                    <a:pt x="315776" y="1493723"/>
                  </a:lnTo>
                  <a:cubicBezTo>
                    <a:pt x="308025" y="1464294"/>
                    <a:pt x="325598" y="1434153"/>
                    <a:pt x="355027" y="1426402"/>
                  </a:cubicBezTo>
                  <a:lnTo>
                    <a:pt x="362591" y="1424410"/>
                  </a:lnTo>
                  <a:cubicBezTo>
                    <a:pt x="384663" y="1418597"/>
                    <a:pt x="407134" y="1427028"/>
                    <a:pt x="420261" y="1444022"/>
                  </a:cubicBezTo>
                  <a:lnTo>
                    <a:pt x="427578" y="1458912"/>
                  </a:lnTo>
                  <a:lnTo>
                    <a:pt x="426045" y="1453091"/>
                  </a:lnTo>
                  <a:cubicBezTo>
                    <a:pt x="418825" y="1425678"/>
                    <a:pt x="435194" y="1397602"/>
                    <a:pt x="462607" y="1390382"/>
                  </a:cubicBezTo>
                  <a:lnTo>
                    <a:pt x="469653" y="1388526"/>
                  </a:lnTo>
                  <a:cubicBezTo>
                    <a:pt x="497066" y="1381306"/>
                    <a:pt x="525141" y="1397675"/>
                    <a:pt x="532361" y="1425088"/>
                  </a:cubicBezTo>
                  <a:lnTo>
                    <a:pt x="549415" y="1489834"/>
                  </a:lnTo>
                  <a:lnTo>
                    <a:pt x="840002" y="1334084"/>
                  </a:lnTo>
                  <a:lnTo>
                    <a:pt x="840607" y="1338857"/>
                  </a:lnTo>
                  <a:lnTo>
                    <a:pt x="1112835" y="1315078"/>
                  </a:lnTo>
                  <a:lnTo>
                    <a:pt x="2288860" y="137025"/>
                  </a:lnTo>
                  <a:lnTo>
                    <a:pt x="2281236" y="99263"/>
                  </a:lnTo>
                  <a:cubicBezTo>
                    <a:pt x="2281236" y="44442"/>
                    <a:pt x="2325678" y="0"/>
                    <a:pt x="238049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8E2F366A-4484-4517-BCAD-33FAEF7F8EBE}"/>
                </a:ext>
              </a:extLst>
            </p:cNvPr>
            <p:cNvSpPr/>
            <p:nvPr/>
          </p:nvSpPr>
          <p:spPr>
            <a:xfrm flipH="1">
              <a:off x="8767264" y="4048702"/>
              <a:ext cx="551417" cy="767080"/>
            </a:xfrm>
            <a:custGeom>
              <a:avLst/>
              <a:gdLst>
                <a:gd name="connsiteX0" fmla="*/ 1022274 w 4159710"/>
                <a:gd name="connsiteY0" fmla="*/ 5419078 h 5786598"/>
                <a:gd name="connsiteX1" fmla="*/ 976163 w 4159710"/>
                <a:gd name="connsiteY1" fmla="*/ 5507455 h 5786598"/>
                <a:gd name="connsiteX2" fmla="*/ 1068385 w 4159710"/>
                <a:gd name="connsiteY2" fmla="*/ 5507455 h 5786598"/>
                <a:gd name="connsiteX3" fmla="*/ 1318025 w 4159710"/>
                <a:gd name="connsiteY3" fmla="*/ 5289802 h 5786598"/>
                <a:gd name="connsiteX4" fmla="*/ 1204463 w 4159710"/>
                <a:gd name="connsiteY4" fmla="*/ 5507455 h 5786598"/>
                <a:gd name="connsiteX5" fmla="*/ 1431587 w 4159710"/>
                <a:gd name="connsiteY5" fmla="*/ 5507455 h 5786598"/>
                <a:gd name="connsiteX6" fmla="*/ 708685 w 4159710"/>
                <a:gd name="connsiteY6" fmla="*/ 5255614 h 5786598"/>
                <a:gd name="connsiteX7" fmla="*/ 577286 w 4159710"/>
                <a:gd name="connsiteY7" fmla="*/ 5507455 h 5786598"/>
                <a:gd name="connsiteX8" fmla="*/ 840085 w 4159710"/>
                <a:gd name="connsiteY8" fmla="*/ 5507455 h 5786598"/>
                <a:gd name="connsiteX9" fmla="*/ 1203875 w 4159710"/>
                <a:gd name="connsiteY9" fmla="*/ 5071022 h 5786598"/>
                <a:gd name="connsiteX10" fmla="*/ 1053938 w 4159710"/>
                <a:gd name="connsiteY10" fmla="*/ 5358390 h 5786598"/>
                <a:gd name="connsiteX11" fmla="*/ 1131714 w 4159710"/>
                <a:gd name="connsiteY11" fmla="*/ 5507455 h 5786598"/>
                <a:gd name="connsiteX12" fmla="*/ 1141134 w 4159710"/>
                <a:gd name="connsiteY12" fmla="*/ 5507455 h 5786598"/>
                <a:gd name="connsiteX13" fmla="*/ 1286361 w 4159710"/>
                <a:gd name="connsiteY13" fmla="*/ 5229113 h 5786598"/>
                <a:gd name="connsiteX14" fmla="*/ 822835 w 4159710"/>
                <a:gd name="connsiteY14" fmla="*/ 5036834 h 5786598"/>
                <a:gd name="connsiteX15" fmla="*/ 740350 w 4159710"/>
                <a:gd name="connsiteY15" fmla="*/ 5194926 h 5786598"/>
                <a:gd name="connsiteX16" fmla="*/ 903414 w 4159710"/>
                <a:gd name="connsiteY16" fmla="*/ 5507455 h 5786598"/>
                <a:gd name="connsiteX17" fmla="*/ 912834 w 4159710"/>
                <a:gd name="connsiteY17" fmla="*/ 5507455 h 5786598"/>
                <a:gd name="connsiteX18" fmla="*/ 990609 w 4159710"/>
                <a:gd name="connsiteY18" fmla="*/ 5358390 h 5786598"/>
                <a:gd name="connsiteX19" fmla="*/ 1451724 w 4159710"/>
                <a:gd name="connsiteY19" fmla="*/ 5033553 h 5786598"/>
                <a:gd name="connsiteX20" fmla="*/ 1355112 w 4159710"/>
                <a:gd name="connsiteY20" fmla="*/ 5218720 h 5786598"/>
                <a:gd name="connsiteX21" fmla="*/ 1505762 w 4159710"/>
                <a:gd name="connsiteY21" fmla="*/ 5507455 h 5786598"/>
                <a:gd name="connsiteX22" fmla="*/ 1698986 w 4159710"/>
                <a:gd name="connsiteY22" fmla="*/ 5507455 h 5786598"/>
                <a:gd name="connsiteX23" fmla="*/ 574986 w 4159710"/>
                <a:gd name="connsiteY23" fmla="*/ 4999366 h 5786598"/>
                <a:gd name="connsiteX24" fmla="*/ 309887 w 4159710"/>
                <a:gd name="connsiteY24" fmla="*/ 5507455 h 5786598"/>
                <a:gd name="connsiteX25" fmla="*/ 503111 w 4159710"/>
                <a:gd name="connsiteY25" fmla="*/ 5507455 h 5786598"/>
                <a:gd name="connsiteX26" fmla="*/ 671598 w 4159710"/>
                <a:gd name="connsiteY26" fmla="*/ 5184533 h 5786598"/>
                <a:gd name="connsiteX27" fmla="*/ 1290352 w 4159710"/>
                <a:gd name="connsiteY27" fmla="*/ 4905281 h 5786598"/>
                <a:gd name="connsiteX28" fmla="*/ 1240962 w 4159710"/>
                <a:gd name="connsiteY28" fmla="*/ 4999940 h 5786598"/>
                <a:gd name="connsiteX29" fmla="*/ 1323448 w 4159710"/>
                <a:gd name="connsiteY29" fmla="*/ 5158032 h 5786598"/>
                <a:gd name="connsiteX30" fmla="*/ 1420060 w 4159710"/>
                <a:gd name="connsiteY30" fmla="*/ 4972866 h 5786598"/>
                <a:gd name="connsiteX31" fmla="*/ 1384797 w 4159710"/>
                <a:gd name="connsiteY31" fmla="*/ 4905281 h 5786598"/>
                <a:gd name="connsiteX32" fmla="*/ 1191573 w 4159710"/>
                <a:gd name="connsiteY32" fmla="*/ 4905281 h 5786598"/>
                <a:gd name="connsiteX33" fmla="*/ 1209298 w 4159710"/>
                <a:gd name="connsiteY33" fmla="*/ 4939252 h 5786598"/>
                <a:gd name="connsiteX34" fmla="*/ 1227023 w 4159710"/>
                <a:gd name="connsiteY34" fmla="*/ 4905281 h 5786598"/>
                <a:gd name="connsiteX35" fmla="*/ 891474 w 4159710"/>
                <a:gd name="connsiteY35" fmla="*/ 4905281 h 5786598"/>
                <a:gd name="connsiteX36" fmla="*/ 854499 w 4159710"/>
                <a:gd name="connsiteY36" fmla="*/ 4976146 h 5786598"/>
                <a:gd name="connsiteX37" fmla="*/ 1022274 w 4159710"/>
                <a:gd name="connsiteY37" fmla="*/ 5297702 h 5786598"/>
                <a:gd name="connsiteX38" fmla="*/ 1172210 w 4159710"/>
                <a:gd name="connsiteY38" fmla="*/ 5010334 h 5786598"/>
                <a:gd name="connsiteX39" fmla="*/ 1117398 w 4159710"/>
                <a:gd name="connsiteY39" fmla="*/ 4905281 h 5786598"/>
                <a:gd name="connsiteX40" fmla="*/ 624075 w 4159710"/>
                <a:gd name="connsiteY40" fmla="*/ 4905281 h 5786598"/>
                <a:gd name="connsiteX41" fmla="*/ 606650 w 4159710"/>
                <a:gd name="connsiteY41" fmla="*/ 4938678 h 5786598"/>
                <a:gd name="connsiteX42" fmla="*/ 703262 w 4159710"/>
                <a:gd name="connsiteY42" fmla="*/ 5123845 h 5786598"/>
                <a:gd name="connsiteX43" fmla="*/ 785748 w 4159710"/>
                <a:gd name="connsiteY43" fmla="*/ 4965752 h 5786598"/>
                <a:gd name="connsiteX44" fmla="*/ 754196 w 4159710"/>
                <a:gd name="connsiteY44" fmla="*/ 4905281 h 5786598"/>
                <a:gd name="connsiteX45" fmla="*/ 1286363 w 4159710"/>
                <a:gd name="connsiteY45" fmla="*/ 4716622 h 5786598"/>
                <a:gd name="connsiteX46" fmla="*/ 1286363 w 4159710"/>
                <a:gd name="connsiteY46" fmla="*/ 4742928 h 5786598"/>
                <a:gd name="connsiteX47" fmla="*/ 1280308 w 4159710"/>
                <a:gd name="connsiteY47" fmla="*/ 4772921 h 5786598"/>
                <a:gd name="connsiteX48" fmla="*/ 1315738 w 4159710"/>
                <a:gd name="connsiteY48" fmla="*/ 4772921 h 5786598"/>
                <a:gd name="connsiteX49" fmla="*/ 760478 w 4159710"/>
                <a:gd name="connsiteY49" fmla="*/ 4643851 h 5786598"/>
                <a:gd name="connsiteX50" fmla="*/ 693135 w 4159710"/>
                <a:gd name="connsiteY50" fmla="*/ 4772921 h 5786598"/>
                <a:gd name="connsiteX51" fmla="*/ 766533 w 4159710"/>
                <a:gd name="connsiteY51" fmla="*/ 4772921 h 5786598"/>
                <a:gd name="connsiteX52" fmla="*/ 760478 w 4159710"/>
                <a:gd name="connsiteY52" fmla="*/ 4742928 h 5786598"/>
                <a:gd name="connsiteX53" fmla="*/ 1286363 w 4159710"/>
                <a:gd name="connsiteY53" fmla="*/ 4116690 h 5786598"/>
                <a:gd name="connsiteX54" fmla="*/ 1286363 w 4159710"/>
                <a:gd name="connsiteY54" fmla="*/ 4574458 h 5786598"/>
                <a:gd name="connsiteX55" fmla="*/ 1389913 w 4159710"/>
                <a:gd name="connsiteY55" fmla="*/ 4772921 h 5786598"/>
                <a:gd name="connsiteX56" fmla="*/ 1441619 w 4159710"/>
                <a:gd name="connsiteY56" fmla="*/ 4772921 h 5786598"/>
                <a:gd name="connsiteX57" fmla="*/ 1441619 w 4159710"/>
                <a:gd name="connsiteY57" fmla="*/ 4116690 h 5786598"/>
                <a:gd name="connsiteX58" fmla="*/ 582362 w 4159710"/>
                <a:gd name="connsiteY58" fmla="*/ 4116689 h 5786598"/>
                <a:gd name="connsiteX59" fmla="*/ 582362 w 4159710"/>
                <a:gd name="connsiteY59" fmla="*/ 4772921 h 5786598"/>
                <a:gd name="connsiteX60" fmla="*/ 618960 w 4159710"/>
                <a:gd name="connsiteY60" fmla="*/ 4772921 h 5786598"/>
                <a:gd name="connsiteX61" fmla="*/ 760478 w 4159710"/>
                <a:gd name="connsiteY61" fmla="*/ 4501687 h 5786598"/>
                <a:gd name="connsiteX62" fmla="*/ 760478 w 4159710"/>
                <a:gd name="connsiteY62" fmla="*/ 4116689 h 5786598"/>
                <a:gd name="connsiteX63" fmla="*/ 1286363 w 4159710"/>
                <a:gd name="connsiteY63" fmla="*/ 3949802 h 5786598"/>
                <a:gd name="connsiteX64" fmla="*/ 1286363 w 4159710"/>
                <a:gd name="connsiteY64" fmla="*/ 4070970 h 5786598"/>
                <a:gd name="connsiteX65" fmla="*/ 1441619 w 4159710"/>
                <a:gd name="connsiteY65" fmla="*/ 4070970 h 5786598"/>
                <a:gd name="connsiteX66" fmla="*/ 1441619 w 4159710"/>
                <a:gd name="connsiteY66" fmla="*/ 3949802 h 5786598"/>
                <a:gd name="connsiteX67" fmla="*/ 582362 w 4159710"/>
                <a:gd name="connsiteY67" fmla="*/ 3949801 h 5786598"/>
                <a:gd name="connsiteX68" fmla="*/ 582362 w 4159710"/>
                <a:gd name="connsiteY68" fmla="*/ 4070970 h 5786598"/>
                <a:gd name="connsiteX69" fmla="*/ 760478 w 4159710"/>
                <a:gd name="connsiteY69" fmla="*/ 4070970 h 5786598"/>
                <a:gd name="connsiteX70" fmla="*/ 760478 w 4159710"/>
                <a:gd name="connsiteY70" fmla="*/ 3949801 h 5786598"/>
                <a:gd name="connsiteX71" fmla="*/ 1286363 w 4159710"/>
                <a:gd name="connsiteY71" fmla="*/ 3781025 h 5786598"/>
                <a:gd name="connsiteX72" fmla="*/ 1286363 w 4159710"/>
                <a:gd name="connsiteY72" fmla="*/ 3904082 h 5786598"/>
                <a:gd name="connsiteX73" fmla="*/ 1441619 w 4159710"/>
                <a:gd name="connsiteY73" fmla="*/ 3904082 h 5786598"/>
                <a:gd name="connsiteX74" fmla="*/ 1441619 w 4159710"/>
                <a:gd name="connsiteY74" fmla="*/ 3781025 h 5786598"/>
                <a:gd name="connsiteX75" fmla="*/ 582362 w 4159710"/>
                <a:gd name="connsiteY75" fmla="*/ 3781025 h 5786598"/>
                <a:gd name="connsiteX76" fmla="*/ 582362 w 4159710"/>
                <a:gd name="connsiteY76" fmla="*/ 3904082 h 5786598"/>
                <a:gd name="connsiteX77" fmla="*/ 760478 w 4159710"/>
                <a:gd name="connsiteY77" fmla="*/ 3904082 h 5786598"/>
                <a:gd name="connsiteX78" fmla="*/ 760478 w 4159710"/>
                <a:gd name="connsiteY78" fmla="*/ 3781025 h 5786598"/>
                <a:gd name="connsiteX79" fmla="*/ 1174823 w 4159710"/>
                <a:gd name="connsiteY79" fmla="*/ 2986866 h 5786598"/>
                <a:gd name="connsiteX80" fmla="*/ 1154863 w 4159710"/>
                <a:gd name="connsiteY80" fmla="*/ 3006826 h 5786598"/>
                <a:gd name="connsiteX81" fmla="*/ 1154863 w 4159710"/>
                <a:gd name="connsiteY81" fmla="*/ 3388285 h 5786598"/>
                <a:gd name="connsiteX82" fmla="*/ 1174823 w 4159710"/>
                <a:gd name="connsiteY82" fmla="*/ 3408245 h 5786598"/>
                <a:gd name="connsiteX83" fmla="*/ 1254662 w 4159710"/>
                <a:gd name="connsiteY83" fmla="*/ 3408245 h 5786598"/>
                <a:gd name="connsiteX84" fmla="*/ 1274622 w 4159710"/>
                <a:gd name="connsiteY84" fmla="*/ 3388285 h 5786598"/>
                <a:gd name="connsiteX85" fmla="*/ 1274622 w 4159710"/>
                <a:gd name="connsiteY85" fmla="*/ 3006826 h 5786598"/>
                <a:gd name="connsiteX86" fmla="*/ 1254662 w 4159710"/>
                <a:gd name="connsiteY86" fmla="*/ 2986866 h 5786598"/>
                <a:gd name="connsiteX87" fmla="*/ 694919 w 4159710"/>
                <a:gd name="connsiteY87" fmla="*/ 2986866 h 5786598"/>
                <a:gd name="connsiteX88" fmla="*/ 678402 w 4159710"/>
                <a:gd name="connsiteY88" fmla="*/ 3003383 h 5786598"/>
                <a:gd name="connsiteX89" fmla="*/ 678402 w 4159710"/>
                <a:gd name="connsiteY89" fmla="*/ 3391728 h 5786598"/>
                <a:gd name="connsiteX90" fmla="*/ 694919 w 4159710"/>
                <a:gd name="connsiteY90" fmla="*/ 3408245 h 5786598"/>
                <a:gd name="connsiteX91" fmla="*/ 760984 w 4159710"/>
                <a:gd name="connsiteY91" fmla="*/ 3408245 h 5786598"/>
                <a:gd name="connsiteX92" fmla="*/ 777501 w 4159710"/>
                <a:gd name="connsiteY92" fmla="*/ 3391728 h 5786598"/>
                <a:gd name="connsiteX93" fmla="*/ 777501 w 4159710"/>
                <a:gd name="connsiteY93" fmla="*/ 3003383 h 5786598"/>
                <a:gd name="connsiteX94" fmla="*/ 760984 w 4159710"/>
                <a:gd name="connsiteY94" fmla="*/ 2986866 h 5786598"/>
                <a:gd name="connsiteX95" fmla="*/ 502584 w 4159710"/>
                <a:gd name="connsiteY95" fmla="*/ 2986866 h 5786598"/>
                <a:gd name="connsiteX96" fmla="*/ 486067 w 4159710"/>
                <a:gd name="connsiteY96" fmla="*/ 3003383 h 5786598"/>
                <a:gd name="connsiteX97" fmla="*/ 486067 w 4159710"/>
                <a:gd name="connsiteY97" fmla="*/ 3391728 h 5786598"/>
                <a:gd name="connsiteX98" fmla="*/ 502584 w 4159710"/>
                <a:gd name="connsiteY98" fmla="*/ 3408245 h 5786598"/>
                <a:gd name="connsiteX99" fmla="*/ 568649 w 4159710"/>
                <a:gd name="connsiteY99" fmla="*/ 3408245 h 5786598"/>
                <a:gd name="connsiteX100" fmla="*/ 585166 w 4159710"/>
                <a:gd name="connsiteY100" fmla="*/ 3391728 h 5786598"/>
                <a:gd name="connsiteX101" fmla="*/ 585166 w 4159710"/>
                <a:gd name="connsiteY101" fmla="*/ 3003383 h 5786598"/>
                <a:gd name="connsiteX102" fmla="*/ 568649 w 4159710"/>
                <a:gd name="connsiteY102" fmla="*/ 2986866 h 5786598"/>
                <a:gd name="connsiteX103" fmla="*/ 310249 w 4159710"/>
                <a:gd name="connsiteY103" fmla="*/ 2986866 h 5786598"/>
                <a:gd name="connsiteX104" fmla="*/ 293732 w 4159710"/>
                <a:gd name="connsiteY104" fmla="*/ 3003383 h 5786598"/>
                <a:gd name="connsiteX105" fmla="*/ 293732 w 4159710"/>
                <a:gd name="connsiteY105" fmla="*/ 3391728 h 5786598"/>
                <a:gd name="connsiteX106" fmla="*/ 310249 w 4159710"/>
                <a:gd name="connsiteY106" fmla="*/ 3408245 h 5786598"/>
                <a:gd name="connsiteX107" fmla="*/ 376314 w 4159710"/>
                <a:gd name="connsiteY107" fmla="*/ 3408245 h 5786598"/>
                <a:gd name="connsiteX108" fmla="*/ 392831 w 4159710"/>
                <a:gd name="connsiteY108" fmla="*/ 3391728 h 5786598"/>
                <a:gd name="connsiteX109" fmla="*/ 392831 w 4159710"/>
                <a:gd name="connsiteY109" fmla="*/ 3003383 h 5786598"/>
                <a:gd name="connsiteX110" fmla="*/ 376314 w 4159710"/>
                <a:gd name="connsiteY110" fmla="*/ 2986866 h 5786598"/>
                <a:gd name="connsiteX111" fmla="*/ 871284 w 4159710"/>
                <a:gd name="connsiteY111" fmla="*/ 2156869 h 5786598"/>
                <a:gd name="connsiteX112" fmla="*/ 249133 w 4159710"/>
                <a:gd name="connsiteY112" fmla="*/ 2819733 h 5786598"/>
                <a:gd name="connsiteX113" fmla="*/ 830389 w 4159710"/>
                <a:gd name="connsiteY113" fmla="*/ 2819733 h 5786598"/>
                <a:gd name="connsiteX114" fmla="*/ 1322149 w 4159710"/>
                <a:gd name="connsiteY114" fmla="*/ 1457297 h 5786598"/>
                <a:gd name="connsiteX115" fmla="*/ 1134233 w 4159710"/>
                <a:gd name="connsiteY115" fmla="*/ 1473712 h 5786598"/>
                <a:gd name="connsiteX116" fmla="*/ 1155963 w 4159710"/>
                <a:gd name="connsiteY116" fmla="*/ 1825935 h 5786598"/>
                <a:gd name="connsiteX117" fmla="*/ 1248284 w 4159710"/>
                <a:gd name="connsiteY117" fmla="*/ 1825935 h 5786598"/>
                <a:gd name="connsiteX118" fmla="*/ 1257606 w 4159710"/>
                <a:gd name="connsiteY118" fmla="*/ 1835257 h 5786598"/>
                <a:gd name="connsiteX119" fmla="*/ 1257606 w 4159710"/>
                <a:gd name="connsiteY119" fmla="*/ 1872543 h 5786598"/>
                <a:gd name="connsiteX120" fmla="*/ 1248284 w 4159710"/>
                <a:gd name="connsiteY120" fmla="*/ 1881866 h 5786598"/>
                <a:gd name="connsiteX121" fmla="*/ 1159414 w 4159710"/>
                <a:gd name="connsiteY121" fmla="*/ 1881866 h 5786598"/>
                <a:gd name="connsiteX122" fmla="*/ 1170086 w 4159710"/>
                <a:gd name="connsiteY122" fmla="*/ 2054855 h 5786598"/>
                <a:gd name="connsiteX123" fmla="*/ 1233364 w 4159710"/>
                <a:gd name="connsiteY123" fmla="*/ 2054855 h 5786598"/>
                <a:gd name="connsiteX124" fmla="*/ 1247840 w 4159710"/>
                <a:gd name="connsiteY124" fmla="*/ 2069332 h 5786598"/>
                <a:gd name="connsiteX125" fmla="*/ 1247840 w 4159710"/>
                <a:gd name="connsiteY125" fmla="*/ 2127235 h 5786598"/>
                <a:gd name="connsiteX126" fmla="*/ 1233364 w 4159710"/>
                <a:gd name="connsiteY126" fmla="*/ 2141711 h 5786598"/>
                <a:gd name="connsiteX127" fmla="*/ 1175445 w 4159710"/>
                <a:gd name="connsiteY127" fmla="*/ 2141711 h 5786598"/>
                <a:gd name="connsiteX128" fmla="*/ 1217275 w 4159710"/>
                <a:gd name="connsiteY128" fmla="*/ 2819733 h 5786598"/>
                <a:gd name="connsiteX129" fmla="*/ 1538655 w 4159710"/>
                <a:gd name="connsiteY129" fmla="*/ 2819733 h 5786598"/>
                <a:gd name="connsiteX130" fmla="*/ 1538655 w 4159710"/>
                <a:gd name="connsiteY130" fmla="*/ 2916015 h 5786598"/>
                <a:gd name="connsiteX131" fmla="*/ 1834975 w 4159710"/>
                <a:gd name="connsiteY131" fmla="*/ 2426775 h 5786598"/>
                <a:gd name="connsiteX132" fmla="*/ 2470117 w 4159710"/>
                <a:gd name="connsiteY132" fmla="*/ 140636 h 5786598"/>
                <a:gd name="connsiteX133" fmla="*/ 2450688 w 4159710"/>
                <a:gd name="connsiteY133" fmla="*/ 169453 h 5786598"/>
                <a:gd name="connsiteX134" fmla="*/ 2380499 w 4159710"/>
                <a:gd name="connsiteY134" fmla="*/ 198526 h 5786598"/>
                <a:gd name="connsiteX135" fmla="*/ 2341862 w 4159710"/>
                <a:gd name="connsiteY135" fmla="*/ 190726 h 5786598"/>
                <a:gd name="connsiteX136" fmla="*/ 2319689 w 4159710"/>
                <a:gd name="connsiteY136" fmla="*/ 175776 h 5786598"/>
                <a:gd name="connsiteX137" fmla="*/ 1188989 w 4159710"/>
                <a:gd name="connsiteY137" fmla="*/ 1308426 h 5786598"/>
                <a:gd name="connsiteX138" fmla="*/ 1342990 w 4159710"/>
                <a:gd name="connsiteY138" fmla="*/ 1294974 h 5786598"/>
                <a:gd name="connsiteX139" fmla="*/ 1353866 w 4159710"/>
                <a:gd name="connsiteY139" fmla="*/ 1419480 h 5786598"/>
                <a:gd name="connsiteX140" fmla="*/ 1862584 w 4159710"/>
                <a:gd name="connsiteY140" fmla="*/ 2381191 h 5786598"/>
                <a:gd name="connsiteX141" fmla="*/ 3029209 w 4159710"/>
                <a:gd name="connsiteY141" fmla="*/ 455030 h 5786598"/>
                <a:gd name="connsiteX142" fmla="*/ 2380499 w 4159710"/>
                <a:gd name="connsiteY142" fmla="*/ 0 h 5786598"/>
                <a:gd name="connsiteX143" fmla="*/ 2479762 w 4159710"/>
                <a:gd name="connsiteY143" fmla="*/ 99263 h 5786598"/>
                <a:gd name="connsiteX144" fmla="*/ 2478311 w 4159710"/>
                <a:gd name="connsiteY144" fmla="*/ 106448 h 5786598"/>
                <a:gd name="connsiteX145" fmla="*/ 3219890 w 4159710"/>
                <a:gd name="connsiteY145" fmla="*/ 215733 h 5786598"/>
                <a:gd name="connsiteX146" fmla="*/ 3217054 w 4159710"/>
                <a:gd name="connsiteY146" fmla="*/ 220776 h 5786598"/>
                <a:gd name="connsiteX147" fmla="*/ 4067223 w 4159710"/>
                <a:gd name="connsiteY147" fmla="*/ 1004298 h 5786598"/>
                <a:gd name="connsiteX148" fmla="*/ 4069653 w 4159710"/>
                <a:gd name="connsiteY148" fmla="*/ 1000693 h 5786598"/>
                <a:gd name="connsiteX149" fmla="*/ 4106956 w 4159710"/>
                <a:gd name="connsiteY149" fmla="*/ 985242 h 5786598"/>
                <a:gd name="connsiteX150" fmla="*/ 4159710 w 4159710"/>
                <a:gd name="connsiteY150" fmla="*/ 1037996 h 5786598"/>
                <a:gd name="connsiteX151" fmla="*/ 4106956 w 4159710"/>
                <a:gd name="connsiteY151" fmla="*/ 1090750 h 5786598"/>
                <a:gd name="connsiteX152" fmla="*/ 4054202 w 4159710"/>
                <a:gd name="connsiteY152" fmla="*/ 1037996 h 5786598"/>
                <a:gd name="connsiteX153" fmla="*/ 4058348 w 4159710"/>
                <a:gd name="connsiteY153" fmla="*/ 1017462 h 5786598"/>
                <a:gd name="connsiteX154" fmla="*/ 4060261 w 4159710"/>
                <a:gd name="connsiteY154" fmla="*/ 1014623 h 5786598"/>
                <a:gd name="connsiteX155" fmla="*/ 3137412 w 4159710"/>
                <a:gd name="connsiteY155" fmla="*/ 519074 h 5786598"/>
                <a:gd name="connsiteX156" fmla="*/ 1538655 w 4159710"/>
                <a:gd name="connsiteY156" fmla="*/ 3357254 h 5786598"/>
                <a:gd name="connsiteX157" fmla="*/ 1538655 w 4159710"/>
                <a:gd name="connsiteY157" fmla="*/ 3364856 h 5786598"/>
                <a:gd name="connsiteX158" fmla="*/ 1696915 w 4159710"/>
                <a:gd name="connsiteY158" fmla="*/ 3364856 h 5786598"/>
                <a:gd name="connsiteX159" fmla="*/ 1696915 w 4159710"/>
                <a:gd name="connsiteY159" fmla="*/ 3781025 h 5786598"/>
                <a:gd name="connsiteX160" fmla="*/ 1487338 w 4159710"/>
                <a:gd name="connsiteY160" fmla="*/ 3781025 h 5786598"/>
                <a:gd name="connsiteX161" fmla="*/ 1487338 w 4159710"/>
                <a:gd name="connsiteY161" fmla="*/ 3904082 h 5786598"/>
                <a:gd name="connsiteX162" fmla="*/ 1563403 w 4159710"/>
                <a:gd name="connsiteY162" fmla="*/ 3904082 h 5786598"/>
                <a:gd name="connsiteX163" fmla="*/ 1586263 w 4159710"/>
                <a:gd name="connsiteY163" fmla="*/ 3926942 h 5786598"/>
                <a:gd name="connsiteX164" fmla="*/ 1586262 w 4159710"/>
                <a:gd name="connsiteY164" fmla="*/ 3926942 h 5786598"/>
                <a:gd name="connsiteX165" fmla="*/ 1563402 w 4159710"/>
                <a:gd name="connsiteY165" fmla="*/ 3949802 h 5786598"/>
                <a:gd name="connsiteX166" fmla="*/ 1487338 w 4159710"/>
                <a:gd name="connsiteY166" fmla="*/ 3949802 h 5786598"/>
                <a:gd name="connsiteX167" fmla="*/ 1487338 w 4159710"/>
                <a:gd name="connsiteY167" fmla="*/ 4070970 h 5786598"/>
                <a:gd name="connsiteX168" fmla="*/ 1563403 w 4159710"/>
                <a:gd name="connsiteY168" fmla="*/ 4070970 h 5786598"/>
                <a:gd name="connsiteX169" fmla="*/ 1586263 w 4159710"/>
                <a:gd name="connsiteY169" fmla="*/ 4093830 h 5786598"/>
                <a:gd name="connsiteX170" fmla="*/ 1586262 w 4159710"/>
                <a:gd name="connsiteY170" fmla="*/ 4093830 h 5786598"/>
                <a:gd name="connsiteX171" fmla="*/ 1563402 w 4159710"/>
                <a:gd name="connsiteY171" fmla="*/ 4116690 h 5786598"/>
                <a:gd name="connsiteX172" fmla="*/ 1487338 w 4159710"/>
                <a:gd name="connsiteY172" fmla="*/ 4116690 h 5786598"/>
                <a:gd name="connsiteX173" fmla="*/ 1487338 w 4159710"/>
                <a:gd name="connsiteY173" fmla="*/ 4772921 h 5786598"/>
                <a:gd name="connsiteX174" fmla="*/ 1529674 w 4159710"/>
                <a:gd name="connsiteY174" fmla="*/ 4772921 h 5786598"/>
                <a:gd name="connsiteX175" fmla="*/ 1586262 w 4159710"/>
                <a:gd name="connsiteY175" fmla="*/ 4829509 h 5786598"/>
                <a:gd name="connsiteX176" fmla="*/ 1586262 w 4159710"/>
                <a:gd name="connsiteY176" fmla="*/ 4848693 h 5786598"/>
                <a:gd name="connsiteX177" fmla="*/ 1529674 w 4159710"/>
                <a:gd name="connsiteY177" fmla="*/ 4905281 h 5786598"/>
                <a:gd name="connsiteX178" fmla="*/ 1518652 w 4159710"/>
                <a:gd name="connsiteY178" fmla="*/ 4905281 h 5786598"/>
                <a:gd name="connsiteX179" fmla="*/ 1488812 w 4159710"/>
                <a:gd name="connsiteY179" fmla="*/ 4962472 h 5786598"/>
                <a:gd name="connsiteX180" fmla="*/ 1773161 w 4159710"/>
                <a:gd name="connsiteY180" fmla="*/ 5507455 h 5786598"/>
                <a:gd name="connsiteX181" fmla="*/ 1945385 w 4159710"/>
                <a:gd name="connsiteY181" fmla="*/ 5507455 h 5786598"/>
                <a:gd name="connsiteX182" fmla="*/ 2015377 w 4159710"/>
                <a:gd name="connsiteY182" fmla="*/ 5577447 h 5786598"/>
                <a:gd name="connsiteX183" fmla="*/ 2015377 w 4159710"/>
                <a:gd name="connsiteY183" fmla="*/ 5716606 h 5786598"/>
                <a:gd name="connsiteX184" fmla="*/ 1945385 w 4159710"/>
                <a:gd name="connsiteY184" fmla="*/ 5786598 h 5786598"/>
                <a:gd name="connsiteX185" fmla="*/ 166286 w 4159710"/>
                <a:gd name="connsiteY185" fmla="*/ 5786598 h 5786598"/>
                <a:gd name="connsiteX186" fmla="*/ 96294 w 4159710"/>
                <a:gd name="connsiteY186" fmla="*/ 5716606 h 5786598"/>
                <a:gd name="connsiteX187" fmla="*/ 96294 w 4159710"/>
                <a:gd name="connsiteY187" fmla="*/ 5577447 h 5786598"/>
                <a:gd name="connsiteX188" fmla="*/ 166286 w 4159710"/>
                <a:gd name="connsiteY188" fmla="*/ 5507455 h 5786598"/>
                <a:gd name="connsiteX189" fmla="*/ 235712 w 4159710"/>
                <a:gd name="connsiteY189" fmla="*/ 5507455 h 5786598"/>
                <a:gd name="connsiteX190" fmla="*/ 537898 w 4159710"/>
                <a:gd name="connsiteY190" fmla="*/ 4928284 h 5786598"/>
                <a:gd name="connsiteX191" fmla="*/ 525896 w 4159710"/>
                <a:gd name="connsiteY191" fmla="*/ 4905281 h 5786598"/>
                <a:gd name="connsiteX192" fmla="*/ 517166 w 4159710"/>
                <a:gd name="connsiteY192" fmla="*/ 4905281 h 5786598"/>
                <a:gd name="connsiteX193" fmla="*/ 460578 w 4159710"/>
                <a:gd name="connsiteY193" fmla="*/ 4848693 h 5786598"/>
                <a:gd name="connsiteX194" fmla="*/ 460578 w 4159710"/>
                <a:gd name="connsiteY194" fmla="*/ 4829509 h 5786598"/>
                <a:gd name="connsiteX195" fmla="*/ 517166 w 4159710"/>
                <a:gd name="connsiteY195" fmla="*/ 4772921 h 5786598"/>
                <a:gd name="connsiteX196" fmla="*/ 536643 w 4159710"/>
                <a:gd name="connsiteY196" fmla="*/ 4772921 h 5786598"/>
                <a:gd name="connsiteX197" fmla="*/ 536643 w 4159710"/>
                <a:gd name="connsiteY197" fmla="*/ 4116689 h 5786598"/>
                <a:gd name="connsiteX198" fmla="*/ 483438 w 4159710"/>
                <a:gd name="connsiteY198" fmla="*/ 4116689 h 5786598"/>
                <a:gd name="connsiteX199" fmla="*/ 467274 w 4159710"/>
                <a:gd name="connsiteY199" fmla="*/ 4109993 h 5786598"/>
                <a:gd name="connsiteX200" fmla="*/ 460578 w 4159710"/>
                <a:gd name="connsiteY200" fmla="*/ 4093829 h 5786598"/>
                <a:gd name="connsiteX201" fmla="*/ 467274 w 4159710"/>
                <a:gd name="connsiteY201" fmla="*/ 4077665 h 5786598"/>
                <a:gd name="connsiteX202" fmla="*/ 483438 w 4159710"/>
                <a:gd name="connsiteY202" fmla="*/ 4070970 h 5786598"/>
                <a:gd name="connsiteX203" fmla="*/ 536643 w 4159710"/>
                <a:gd name="connsiteY203" fmla="*/ 4070970 h 5786598"/>
                <a:gd name="connsiteX204" fmla="*/ 536643 w 4159710"/>
                <a:gd name="connsiteY204" fmla="*/ 3949801 h 5786598"/>
                <a:gd name="connsiteX205" fmla="*/ 483438 w 4159710"/>
                <a:gd name="connsiteY205" fmla="*/ 3949801 h 5786598"/>
                <a:gd name="connsiteX206" fmla="*/ 467274 w 4159710"/>
                <a:gd name="connsiteY206" fmla="*/ 3943105 h 5786598"/>
                <a:gd name="connsiteX207" fmla="*/ 460578 w 4159710"/>
                <a:gd name="connsiteY207" fmla="*/ 3926941 h 5786598"/>
                <a:gd name="connsiteX208" fmla="*/ 467274 w 4159710"/>
                <a:gd name="connsiteY208" fmla="*/ 3910777 h 5786598"/>
                <a:gd name="connsiteX209" fmla="*/ 483438 w 4159710"/>
                <a:gd name="connsiteY209" fmla="*/ 3904082 h 5786598"/>
                <a:gd name="connsiteX210" fmla="*/ 536643 w 4159710"/>
                <a:gd name="connsiteY210" fmla="*/ 3904082 h 5786598"/>
                <a:gd name="connsiteX211" fmla="*/ 536643 w 4159710"/>
                <a:gd name="connsiteY211" fmla="*/ 3781025 h 5786598"/>
                <a:gd name="connsiteX212" fmla="*/ 0 w 4159710"/>
                <a:gd name="connsiteY212" fmla="*/ 3781025 h 5786598"/>
                <a:gd name="connsiteX213" fmla="*/ 0 w 4159710"/>
                <a:gd name="connsiteY213" fmla="*/ 3364856 h 5786598"/>
                <a:gd name="connsiteX214" fmla="*/ 1 w 4159710"/>
                <a:gd name="connsiteY214" fmla="*/ 3364856 h 5786598"/>
                <a:gd name="connsiteX215" fmla="*/ 1 w 4159710"/>
                <a:gd name="connsiteY215" fmla="*/ 2819733 h 5786598"/>
                <a:gd name="connsiteX216" fmla="*/ 186431 w 4159710"/>
                <a:gd name="connsiteY216" fmla="*/ 2819733 h 5786598"/>
                <a:gd name="connsiteX217" fmla="*/ 823097 w 4159710"/>
                <a:gd name="connsiteY217" fmla="*/ 2141404 h 5786598"/>
                <a:gd name="connsiteX218" fmla="*/ 813602 w 4159710"/>
                <a:gd name="connsiteY218" fmla="*/ 2137471 h 5786598"/>
                <a:gd name="connsiteX219" fmla="*/ 809362 w 4159710"/>
                <a:gd name="connsiteY219" fmla="*/ 2127235 h 5786598"/>
                <a:gd name="connsiteX220" fmla="*/ 809362 w 4159710"/>
                <a:gd name="connsiteY220" fmla="*/ 2069332 h 5786598"/>
                <a:gd name="connsiteX221" fmla="*/ 823838 w 4159710"/>
                <a:gd name="connsiteY221" fmla="*/ 2054855 h 5786598"/>
                <a:gd name="connsiteX222" fmla="*/ 877577 w 4159710"/>
                <a:gd name="connsiteY222" fmla="*/ 2054855 h 5786598"/>
                <a:gd name="connsiteX223" fmla="*/ 888250 w 4159710"/>
                <a:gd name="connsiteY223" fmla="*/ 1881866 h 5786598"/>
                <a:gd name="connsiteX224" fmla="*/ 828450 w 4159710"/>
                <a:gd name="connsiteY224" fmla="*/ 1881866 h 5786598"/>
                <a:gd name="connsiteX225" fmla="*/ 819128 w 4159710"/>
                <a:gd name="connsiteY225" fmla="*/ 1872543 h 5786598"/>
                <a:gd name="connsiteX226" fmla="*/ 819128 w 4159710"/>
                <a:gd name="connsiteY226" fmla="*/ 1835257 h 5786598"/>
                <a:gd name="connsiteX227" fmla="*/ 828450 w 4159710"/>
                <a:gd name="connsiteY227" fmla="*/ 1825935 h 5786598"/>
                <a:gd name="connsiteX228" fmla="*/ 891700 w 4159710"/>
                <a:gd name="connsiteY228" fmla="*/ 1825935 h 5786598"/>
                <a:gd name="connsiteX229" fmla="*/ 912234 w 4159710"/>
                <a:gd name="connsiteY229" fmla="*/ 1493103 h 5786598"/>
                <a:gd name="connsiteX230" fmla="*/ 860727 w 4159710"/>
                <a:gd name="connsiteY230" fmla="*/ 1497602 h 5786598"/>
                <a:gd name="connsiteX231" fmla="*/ 861169 w 4159710"/>
                <a:gd name="connsiteY231" fmla="*/ 1501090 h 5786598"/>
                <a:gd name="connsiteX232" fmla="*/ 562355 w 4159710"/>
                <a:gd name="connsiteY232" fmla="*/ 1538964 h 5786598"/>
                <a:gd name="connsiteX233" fmla="*/ 573819 w 4159710"/>
                <a:gd name="connsiteY233" fmla="*/ 1582489 h 5786598"/>
                <a:gd name="connsiteX234" fmla="*/ 537257 w 4159710"/>
                <a:gd name="connsiteY234" fmla="*/ 1645198 h 5786598"/>
                <a:gd name="connsiteX235" fmla="*/ 530211 w 4159710"/>
                <a:gd name="connsiteY235" fmla="*/ 1647053 h 5786598"/>
                <a:gd name="connsiteX236" fmla="*/ 476492 w 4159710"/>
                <a:gd name="connsiteY236" fmla="*/ 1628784 h 5786598"/>
                <a:gd name="connsiteX237" fmla="*/ 469491 w 4159710"/>
                <a:gd name="connsiteY237" fmla="*/ 1614538 h 5786598"/>
                <a:gd name="connsiteX238" fmla="*/ 470721 w 4159710"/>
                <a:gd name="connsiteY238" fmla="*/ 1635605 h 5786598"/>
                <a:gd name="connsiteX239" fmla="*/ 430195 w 4159710"/>
                <a:gd name="connsiteY239" fmla="*/ 1681081 h 5786598"/>
                <a:gd name="connsiteX240" fmla="*/ 422631 w 4159710"/>
                <a:gd name="connsiteY240" fmla="*/ 1683073 h 5786598"/>
                <a:gd name="connsiteX241" fmla="*/ 355310 w 4159710"/>
                <a:gd name="connsiteY241" fmla="*/ 1643823 h 5786598"/>
                <a:gd name="connsiteX242" fmla="*/ 315776 w 4159710"/>
                <a:gd name="connsiteY242" fmla="*/ 1493723 h 5786598"/>
                <a:gd name="connsiteX243" fmla="*/ 355027 w 4159710"/>
                <a:gd name="connsiteY243" fmla="*/ 1426402 h 5786598"/>
                <a:gd name="connsiteX244" fmla="*/ 362591 w 4159710"/>
                <a:gd name="connsiteY244" fmla="*/ 1424410 h 5786598"/>
                <a:gd name="connsiteX245" fmla="*/ 420261 w 4159710"/>
                <a:gd name="connsiteY245" fmla="*/ 1444022 h 5786598"/>
                <a:gd name="connsiteX246" fmla="*/ 427578 w 4159710"/>
                <a:gd name="connsiteY246" fmla="*/ 1458912 h 5786598"/>
                <a:gd name="connsiteX247" fmla="*/ 426045 w 4159710"/>
                <a:gd name="connsiteY247" fmla="*/ 1453091 h 5786598"/>
                <a:gd name="connsiteX248" fmla="*/ 462607 w 4159710"/>
                <a:gd name="connsiteY248" fmla="*/ 1390382 h 5786598"/>
                <a:gd name="connsiteX249" fmla="*/ 469653 w 4159710"/>
                <a:gd name="connsiteY249" fmla="*/ 1388526 h 5786598"/>
                <a:gd name="connsiteX250" fmla="*/ 532361 w 4159710"/>
                <a:gd name="connsiteY250" fmla="*/ 1425088 h 5786598"/>
                <a:gd name="connsiteX251" fmla="*/ 549415 w 4159710"/>
                <a:gd name="connsiteY251" fmla="*/ 1489834 h 5786598"/>
                <a:gd name="connsiteX252" fmla="*/ 840002 w 4159710"/>
                <a:gd name="connsiteY252" fmla="*/ 1334084 h 5786598"/>
                <a:gd name="connsiteX253" fmla="*/ 840607 w 4159710"/>
                <a:gd name="connsiteY253" fmla="*/ 1338857 h 5786598"/>
                <a:gd name="connsiteX254" fmla="*/ 1112835 w 4159710"/>
                <a:gd name="connsiteY254" fmla="*/ 1315078 h 5786598"/>
                <a:gd name="connsiteX255" fmla="*/ 2288860 w 4159710"/>
                <a:gd name="connsiteY255" fmla="*/ 137025 h 5786598"/>
                <a:gd name="connsiteX256" fmla="*/ 2281236 w 4159710"/>
                <a:gd name="connsiteY256" fmla="*/ 99263 h 5786598"/>
                <a:gd name="connsiteX257" fmla="*/ 2380499 w 4159710"/>
                <a:gd name="connsiteY257" fmla="*/ 0 h 578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159710" h="5786598">
                  <a:moveTo>
                    <a:pt x="1022274" y="5419078"/>
                  </a:moveTo>
                  <a:lnTo>
                    <a:pt x="976163" y="5507455"/>
                  </a:lnTo>
                  <a:lnTo>
                    <a:pt x="1068385" y="5507455"/>
                  </a:lnTo>
                  <a:close/>
                  <a:moveTo>
                    <a:pt x="1318025" y="5289802"/>
                  </a:moveTo>
                  <a:lnTo>
                    <a:pt x="1204463" y="5507455"/>
                  </a:lnTo>
                  <a:lnTo>
                    <a:pt x="1431587" y="5507455"/>
                  </a:lnTo>
                  <a:close/>
                  <a:moveTo>
                    <a:pt x="708685" y="5255614"/>
                  </a:moveTo>
                  <a:lnTo>
                    <a:pt x="577286" y="5507455"/>
                  </a:lnTo>
                  <a:lnTo>
                    <a:pt x="840085" y="5507455"/>
                  </a:lnTo>
                  <a:close/>
                  <a:moveTo>
                    <a:pt x="1203875" y="5071022"/>
                  </a:moveTo>
                  <a:lnTo>
                    <a:pt x="1053938" y="5358390"/>
                  </a:lnTo>
                  <a:lnTo>
                    <a:pt x="1131714" y="5507455"/>
                  </a:lnTo>
                  <a:lnTo>
                    <a:pt x="1141134" y="5507455"/>
                  </a:lnTo>
                  <a:lnTo>
                    <a:pt x="1286361" y="5229113"/>
                  </a:lnTo>
                  <a:close/>
                  <a:moveTo>
                    <a:pt x="822835" y="5036834"/>
                  </a:moveTo>
                  <a:lnTo>
                    <a:pt x="740350" y="5194926"/>
                  </a:lnTo>
                  <a:lnTo>
                    <a:pt x="903414" y="5507455"/>
                  </a:lnTo>
                  <a:lnTo>
                    <a:pt x="912834" y="5507455"/>
                  </a:lnTo>
                  <a:lnTo>
                    <a:pt x="990609" y="5358390"/>
                  </a:lnTo>
                  <a:close/>
                  <a:moveTo>
                    <a:pt x="1451724" y="5033553"/>
                  </a:moveTo>
                  <a:lnTo>
                    <a:pt x="1355112" y="5218720"/>
                  </a:lnTo>
                  <a:lnTo>
                    <a:pt x="1505762" y="5507455"/>
                  </a:lnTo>
                  <a:lnTo>
                    <a:pt x="1698986" y="5507455"/>
                  </a:lnTo>
                  <a:close/>
                  <a:moveTo>
                    <a:pt x="574986" y="4999366"/>
                  </a:moveTo>
                  <a:lnTo>
                    <a:pt x="309887" y="5507455"/>
                  </a:lnTo>
                  <a:lnTo>
                    <a:pt x="503111" y="5507455"/>
                  </a:lnTo>
                  <a:lnTo>
                    <a:pt x="671598" y="5184533"/>
                  </a:lnTo>
                  <a:close/>
                  <a:moveTo>
                    <a:pt x="1290352" y="4905281"/>
                  </a:moveTo>
                  <a:lnTo>
                    <a:pt x="1240962" y="4999940"/>
                  </a:lnTo>
                  <a:lnTo>
                    <a:pt x="1323448" y="5158032"/>
                  </a:lnTo>
                  <a:lnTo>
                    <a:pt x="1420060" y="4972866"/>
                  </a:lnTo>
                  <a:lnTo>
                    <a:pt x="1384797" y="4905281"/>
                  </a:lnTo>
                  <a:close/>
                  <a:moveTo>
                    <a:pt x="1191573" y="4905281"/>
                  </a:moveTo>
                  <a:lnTo>
                    <a:pt x="1209298" y="4939252"/>
                  </a:lnTo>
                  <a:lnTo>
                    <a:pt x="1227023" y="4905281"/>
                  </a:lnTo>
                  <a:close/>
                  <a:moveTo>
                    <a:pt x="891474" y="4905281"/>
                  </a:moveTo>
                  <a:lnTo>
                    <a:pt x="854499" y="4976146"/>
                  </a:lnTo>
                  <a:lnTo>
                    <a:pt x="1022274" y="5297702"/>
                  </a:lnTo>
                  <a:lnTo>
                    <a:pt x="1172210" y="5010334"/>
                  </a:lnTo>
                  <a:lnTo>
                    <a:pt x="1117398" y="4905281"/>
                  </a:lnTo>
                  <a:close/>
                  <a:moveTo>
                    <a:pt x="624075" y="4905281"/>
                  </a:moveTo>
                  <a:lnTo>
                    <a:pt x="606650" y="4938678"/>
                  </a:lnTo>
                  <a:lnTo>
                    <a:pt x="703262" y="5123845"/>
                  </a:lnTo>
                  <a:lnTo>
                    <a:pt x="785748" y="4965752"/>
                  </a:lnTo>
                  <a:lnTo>
                    <a:pt x="754196" y="4905281"/>
                  </a:lnTo>
                  <a:close/>
                  <a:moveTo>
                    <a:pt x="1286363" y="4716622"/>
                  </a:moveTo>
                  <a:lnTo>
                    <a:pt x="1286363" y="4742928"/>
                  </a:lnTo>
                  <a:lnTo>
                    <a:pt x="1280308" y="4772921"/>
                  </a:lnTo>
                  <a:lnTo>
                    <a:pt x="1315738" y="4772921"/>
                  </a:lnTo>
                  <a:close/>
                  <a:moveTo>
                    <a:pt x="760478" y="4643851"/>
                  </a:moveTo>
                  <a:lnTo>
                    <a:pt x="693135" y="4772921"/>
                  </a:lnTo>
                  <a:lnTo>
                    <a:pt x="766533" y="4772921"/>
                  </a:lnTo>
                  <a:lnTo>
                    <a:pt x="760478" y="4742928"/>
                  </a:lnTo>
                  <a:close/>
                  <a:moveTo>
                    <a:pt x="1286363" y="4116690"/>
                  </a:moveTo>
                  <a:lnTo>
                    <a:pt x="1286363" y="4574458"/>
                  </a:lnTo>
                  <a:lnTo>
                    <a:pt x="1389913" y="4772921"/>
                  </a:lnTo>
                  <a:lnTo>
                    <a:pt x="1441619" y="4772921"/>
                  </a:lnTo>
                  <a:lnTo>
                    <a:pt x="1441619" y="4116690"/>
                  </a:lnTo>
                  <a:close/>
                  <a:moveTo>
                    <a:pt x="582362" y="4116689"/>
                  </a:moveTo>
                  <a:lnTo>
                    <a:pt x="582362" y="4772921"/>
                  </a:lnTo>
                  <a:lnTo>
                    <a:pt x="618960" y="4772921"/>
                  </a:lnTo>
                  <a:lnTo>
                    <a:pt x="760478" y="4501687"/>
                  </a:lnTo>
                  <a:lnTo>
                    <a:pt x="760478" y="4116689"/>
                  </a:lnTo>
                  <a:close/>
                  <a:moveTo>
                    <a:pt x="1286363" y="3949802"/>
                  </a:moveTo>
                  <a:lnTo>
                    <a:pt x="1286363" y="4070970"/>
                  </a:lnTo>
                  <a:lnTo>
                    <a:pt x="1441619" y="4070970"/>
                  </a:lnTo>
                  <a:lnTo>
                    <a:pt x="1441619" y="3949802"/>
                  </a:lnTo>
                  <a:close/>
                  <a:moveTo>
                    <a:pt x="582362" y="3949801"/>
                  </a:moveTo>
                  <a:lnTo>
                    <a:pt x="582362" y="4070970"/>
                  </a:lnTo>
                  <a:lnTo>
                    <a:pt x="760478" y="4070970"/>
                  </a:lnTo>
                  <a:lnTo>
                    <a:pt x="760478" y="3949801"/>
                  </a:lnTo>
                  <a:close/>
                  <a:moveTo>
                    <a:pt x="1286363" y="3781025"/>
                  </a:moveTo>
                  <a:lnTo>
                    <a:pt x="1286363" y="3904082"/>
                  </a:lnTo>
                  <a:lnTo>
                    <a:pt x="1441619" y="3904082"/>
                  </a:lnTo>
                  <a:lnTo>
                    <a:pt x="1441619" y="3781025"/>
                  </a:lnTo>
                  <a:close/>
                  <a:moveTo>
                    <a:pt x="582362" y="3781025"/>
                  </a:moveTo>
                  <a:lnTo>
                    <a:pt x="582362" y="3904082"/>
                  </a:lnTo>
                  <a:lnTo>
                    <a:pt x="760478" y="3904082"/>
                  </a:lnTo>
                  <a:lnTo>
                    <a:pt x="760478" y="3781025"/>
                  </a:lnTo>
                  <a:close/>
                  <a:moveTo>
                    <a:pt x="1174823" y="2986866"/>
                  </a:moveTo>
                  <a:cubicBezTo>
                    <a:pt x="1163799" y="2986866"/>
                    <a:pt x="1154863" y="2995802"/>
                    <a:pt x="1154863" y="3006826"/>
                  </a:cubicBezTo>
                  <a:lnTo>
                    <a:pt x="1154863" y="3388285"/>
                  </a:lnTo>
                  <a:cubicBezTo>
                    <a:pt x="1154863" y="3399309"/>
                    <a:pt x="1163799" y="3408245"/>
                    <a:pt x="1174823" y="3408245"/>
                  </a:cubicBezTo>
                  <a:lnTo>
                    <a:pt x="1254662" y="3408245"/>
                  </a:lnTo>
                  <a:cubicBezTo>
                    <a:pt x="1265686" y="3408245"/>
                    <a:pt x="1274622" y="3399309"/>
                    <a:pt x="1274622" y="3388285"/>
                  </a:cubicBezTo>
                  <a:lnTo>
                    <a:pt x="1274622" y="3006826"/>
                  </a:lnTo>
                  <a:cubicBezTo>
                    <a:pt x="1274622" y="2995802"/>
                    <a:pt x="1265686" y="2986866"/>
                    <a:pt x="1254662" y="2986866"/>
                  </a:cubicBezTo>
                  <a:close/>
                  <a:moveTo>
                    <a:pt x="694919" y="2986866"/>
                  </a:moveTo>
                  <a:cubicBezTo>
                    <a:pt x="685797" y="2986866"/>
                    <a:pt x="678402" y="2994261"/>
                    <a:pt x="678402" y="3003383"/>
                  </a:cubicBezTo>
                  <a:lnTo>
                    <a:pt x="678402" y="3391728"/>
                  </a:lnTo>
                  <a:cubicBezTo>
                    <a:pt x="678402" y="3400850"/>
                    <a:pt x="685797" y="3408245"/>
                    <a:pt x="694919" y="3408245"/>
                  </a:cubicBezTo>
                  <a:lnTo>
                    <a:pt x="760984" y="3408245"/>
                  </a:lnTo>
                  <a:cubicBezTo>
                    <a:pt x="770106" y="3408245"/>
                    <a:pt x="777501" y="3400850"/>
                    <a:pt x="777501" y="3391728"/>
                  </a:cubicBezTo>
                  <a:lnTo>
                    <a:pt x="777501" y="3003383"/>
                  </a:lnTo>
                  <a:cubicBezTo>
                    <a:pt x="777501" y="2994261"/>
                    <a:pt x="770106" y="2986866"/>
                    <a:pt x="760984" y="2986866"/>
                  </a:cubicBezTo>
                  <a:close/>
                  <a:moveTo>
                    <a:pt x="502584" y="2986866"/>
                  </a:moveTo>
                  <a:cubicBezTo>
                    <a:pt x="493462" y="2986866"/>
                    <a:pt x="486067" y="2994261"/>
                    <a:pt x="486067" y="3003383"/>
                  </a:cubicBezTo>
                  <a:lnTo>
                    <a:pt x="486067" y="3391728"/>
                  </a:lnTo>
                  <a:cubicBezTo>
                    <a:pt x="486067" y="3400850"/>
                    <a:pt x="493462" y="3408245"/>
                    <a:pt x="502584" y="3408245"/>
                  </a:cubicBezTo>
                  <a:lnTo>
                    <a:pt x="568649" y="3408245"/>
                  </a:lnTo>
                  <a:cubicBezTo>
                    <a:pt x="577771" y="3408245"/>
                    <a:pt x="585166" y="3400850"/>
                    <a:pt x="585166" y="3391728"/>
                  </a:cubicBezTo>
                  <a:lnTo>
                    <a:pt x="585166" y="3003383"/>
                  </a:lnTo>
                  <a:cubicBezTo>
                    <a:pt x="585166" y="2994261"/>
                    <a:pt x="577771" y="2986866"/>
                    <a:pt x="568649" y="2986866"/>
                  </a:cubicBezTo>
                  <a:close/>
                  <a:moveTo>
                    <a:pt x="310249" y="2986866"/>
                  </a:moveTo>
                  <a:cubicBezTo>
                    <a:pt x="301127" y="2986866"/>
                    <a:pt x="293732" y="2994261"/>
                    <a:pt x="293732" y="3003383"/>
                  </a:cubicBezTo>
                  <a:lnTo>
                    <a:pt x="293732" y="3391728"/>
                  </a:lnTo>
                  <a:cubicBezTo>
                    <a:pt x="293732" y="3400850"/>
                    <a:pt x="301127" y="3408245"/>
                    <a:pt x="310249" y="3408245"/>
                  </a:cubicBezTo>
                  <a:lnTo>
                    <a:pt x="376314" y="3408245"/>
                  </a:lnTo>
                  <a:cubicBezTo>
                    <a:pt x="385436" y="3408245"/>
                    <a:pt x="392831" y="3400850"/>
                    <a:pt x="392831" y="3391728"/>
                  </a:cubicBezTo>
                  <a:lnTo>
                    <a:pt x="392831" y="3003383"/>
                  </a:lnTo>
                  <a:cubicBezTo>
                    <a:pt x="392831" y="2994261"/>
                    <a:pt x="385436" y="2986866"/>
                    <a:pt x="376314" y="2986866"/>
                  </a:cubicBezTo>
                  <a:close/>
                  <a:moveTo>
                    <a:pt x="871284" y="2156869"/>
                  </a:moveTo>
                  <a:lnTo>
                    <a:pt x="249133" y="2819733"/>
                  </a:lnTo>
                  <a:lnTo>
                    <a:pt x="830389" y="2819733"/>
                  </a:lnTo>
                  <a:close/>
                  <a:moveTo>
                    <a:pt x="1322149" y="1457297"/>
                  </a:moveTo>
                  <a:lnTo>
                    <a:pt x="1134233" y="1473712"/>
                  </a:lnTo>
                  <a:lnTo>
                    <a:pt x="1155963" y="1825935"/>
                  </a:lnTo>
                  <a:lnTo>
                    <a:pt x="1248284" y="1825935"/>
                  </a:lnTo>
                  <a:cubicBezTo>
                    <a:pt x="1253432" y="1825935"/>
                    <a:pt x="1257606" y="1830109"/>
                    <a:pt x="1257606" y="1835257"/>
                  </a:cubicBezTo>
                  <a:lnTo>
                    <a:pt x="1257606" y="1872543"/>
                  </a:lnTo>
                  <a:cubicBezTo>
                    <a:pt x="1257606" y="1877691"/>
                    <a:pt x="1253432" y="1881866"/>
                    <a:pt x="1248284" y="1881866"/>
                  </a:cubicBezTo>
                  <a:lnTo>
                    <a:pt x="1159414" y="1881866"/>
                  </a:lnTo>
                  <a:lnTo>
                    <a:pt x="1170086" y="2054855"/>
                  </a:lnTo>
                  <a:lnTo>
                    <a:pt x="1233364" y="2054855"/>
                  </a:lnTo>
                  <a:cubicBezTo>
                    <a:pt x="1241359" y="2054855"/>
                    <a:pt x="1247840" y="2061336"/>
                    <a:pt x="1247840" y="2069332"/>
                  </a:cubicBezTo>
                  <a:lnTo>
                    <a:pt x="1247840" y="2127235"/>
                  </a:lnTo>
                  <a:cubicBezTo>
                    <a:pt x="1247840" y="2135230"/>
                    <a:pt x="1241359" y="2141711"/>
                    <a:pt x="1233364" y="2141711"/>
                  </a:cubicBezTo>
                  <a:lnTo>
                    <a:pt x="1175445" y="2141711"/>
                  </a:lnTo>
                  <a:lnTo>
                    <a:pt x="1217275" y="2819733"/>
                  </a:lnTo>
                  <a:lnTo>
                    <a:pt x="1538655" y="2819733"/>
                  </a:lnTo>
                  <a:lnTo>
                    <a:pt x="1538655" y="2916015"/>
                  </a:lnTo>
                  <a:lnTo>
                    <a:pt x="1834975" y="2426775"/>
                  </a:lnTo>
                  <a:close/>
                  <a:moveTo>
                    <a:pt x="2470117" y="140636"/>
                  </a:moveTo>
                  <a:lnTo>
                    <a:pt x="2450688" y="169453"/>
                  </a:lnTo>
                  <a:cubicBezTo>
                    <a:pt x="2432725" y="187416"/>
                    <a:pt x="2407910" y="198526"/>
                    <a:pt x="2380499" y="198526"/>
                  </a:cubicBezTo>
                  <a:cubicBezTo>
                    <a:pt x="2366794" y="198526"/>
                    <a:pt x="2353737" y="195749"/>
                    <a:pt x="2341862" y="190726"/>
                  </a:cubicBezTo>
                  <a:lnTo>
                    <a:pt x="2319689" y="175776"/>
                  </a:lnTo>
                  <a:lnTo>
                    <a:pt x="1188989" y="1308426"/>
                  </a:lnTo>
                  <a:lnTo>
                    <a:pt x="1342990" y="1294974"/>
                  </a:lnTo>
                  <a:lnTo>
                    <a:pt x="1353866" y="1419480"/>
                  </a:lnTo>
                  <a:lnTo>
                    <a:pt x="1862584" y="2381191"/>
                  </a:lnTo>
                  <a:lnTo>
                    <a:pt x="3029209" y="455030"/>
                  </a:lnTo>
                  <a:close/>
                  <a:moveTo>
                    <a:pt x="2380499" y="0"/>
                  </a:moveTo>
                  <a:cubicBezTo>
                    <a:pt x="2435320" y="0"/>
                    <a:pt x="2479762" y="44442"/>
                    <a:pt x="2479762" y="99263"/>
                  </a:cubicBezTo>
                  <a:lnTo>
                    <a:pt x="2478311" y="106448"/>
                  </a:lnTo>
                  <a:lnTo>
                    <a:pt x="3219890" y="215733"/>
                  </a:lnTo>
                  <a:lnTo>
                    <a:pt x="3217054" y="220776"/>
                  </a:lnTo>
                  <a:lnTo>
                    <a:pt x="4067223" y="1004298"/>
                  </a:lnTo>
                  <a:lnTo>
                    <a:pt x="4069653" y="1000693"/>
                  </a:lnTo>
                  <a:cubicBezTo>
                    <a:pt x="4079200" y="991147"/>
                    <a:pt x="4092388" y="985242"/>
                    <a:pt x="4106956" y="985242"/>
                  </a:cubicBezTo>
                  <a:cubicBezTo>
                    <a:pt x="4136091" y="985242"/>
                    <a:pt x="4159710" y="1008861"/>
                    <a:pt x="4159710" y="1037996"/>
                  </a:cubicBezTo>
                  <a:cubicBezTo>
                    <a:pt x="4159710" y="1067131"/>
                    <a:pt x="4136091" y="1090750"/>
                    <a:pt x="4106956" y="1090750"/>
                  </a:cubicBezTo>
                  <a:cubicBezTo>
                    <a:pt x="4077821" y="1090750"/>
                    <a:pt x="4054202" y="1067131"/>
                    <a:pt x="4054202" y="1037996"/>
                  </a:cubicBezTo>
                  <a:cubicBezTo>
                    <a:pt x="4054202" y="1030713"/>
                    <a:pt x="4055678" y="1023773"/>
                    <a:pt x="4058348" y="1017462"/>
                  </a:cubicBezTo>
                  <a:lnTo>
                    <a:pt x="4060261" y="1014623"/>
                  </a:lnTo>
                  <a:lnTo>
                    <a:pt x="3137412" y="519074"/>
                  </a:lnTo>
                  <a:lnTo>
                    <a:pt x="1538655" y="3357254"/>
                  </a:lnTo>
                  <a:lnTo>
                    <a:pt x="1538655" y="3364856"/>
                  </a:lnTo>
                  <a:lnTo>
                    <a:pt x="1696915" y="3364856"/>
                  </a:lnTo>
                  <a:lnTo>
                    <a:pt x="1696915" y="3781025"/>
                  </a:lnTo>
                  <a:lnTo>
                    <a:pt x="1487338" y="3781025"/>
                  </a:lnTo>
                  <a:lnTo>
                    <a:pt x="1487338" y="3904082"/>
                  </a:lnTo>
                  <a:lnTo>
                    <a:pt x="1563403" y="3904082"/>
                  </a:lnTo>
                  <a:cubicBezTo>
                    <a:pt x="1576028" y="3904082"/>
                    <a:pt x="1586263" y="3914317"/>
                    <a:pt x="1586263" y="3926942"/>
                  </a:cubicBezTo>
                  <a:lnTo>
                    <a:pt x="1586262" y="3926942"/>
                  </a:lnTo>
                  <a:cubicBezTo>
                    <a:pt x="1586262" y="3939567"/>
                    <a:pt x="1576027" y="3949802"/>
                    <a:pt x="1563402" y="3949802"/>
                  </a:cubicBezTo>
                  <a:lnTo>
                    <a:pt x="1487338" y="3949802"/>
                  </a:lnTo>
                  <a:lnTo>
                    <a:pt x="1487338" y="4070970"/>
                  </a:lnTo>
                  <a:lnTo>
                    <a:pt x="1563403" y="4070970"/>
                  </a:lnTo>
                  <a:cubicBezTo>
                    <a:pt x="1576028" y="4070970"/>
                    <a:pt x="1586263" y="4081205"/>
                    <a:pt x="1586263" y="4093830"/>
                  </a:cubicBezTo>
                  <a:lnTo>
                    <a:pt x="1586262" y="4093830"/>
                  </a:lnTo>
                  <a:cubicBezTo>
                    <a:pt x="1586262" y="4106455"/>
                    <a:pt x="1576027" y="4116690"/>
                    <a:pt x="1563402" y="4116690"/>
                  </a:cubicBezTo>
                  <a:lnTo>
                    <a:pt x="1487338" y="4116690"/>
                  </a:lnTo>
                  <a:lnTo>
                    <a:pt x="1487338" y="4772921"/>
                  </a:lnTo>
                  <a:lnTo>
                    <a:pt x="1529674" y="4772921"/>
                  </a:lnTo>
                  <a:cubicBezTo>
                    <a:pt x="1560927" y="4772921"/>
                    <a:pt x="1586262" y="4798256"/>
                    <a:pt x="1586262" y="4829509"/>
                  </a:cubicBezTo>
                  <a:lnTo>
                    <a:pt x="1586262" y="4848693"/>
                  </a:lnTo>
                  <a:cubicBezTo>
                    <a:pt x="1586262" y="4879946"/>
                    <a:pt x="1560927" y="4905281"/>
                    <a:pt x="1529674" y="4905281"/>
                  </a:cubicBezTo>
                  <a:lnTo>
                    <a:pt x="1518652" y="4905281"/>
                  </a:lnTo>
                  <a:lnTo>
                    <a:pt x="1488812" y="4962472"/>
                  </a:lnTo>
                  <a:lnTo>
                    <a:pt x="1773161" y="5507455"/>
                  </a:lnTo>
                  <a:lnTo>
                    <a:pt x="1945385" y="5507455"/>
                  </a:lnTo>
                  <a:cubicBezTo>
                    <a:pt x="1984041" y="5507455"/>
                    <a:pt x="2015377" y="5538791"/>
                    <a:pt x="2015377" y="5577447"/>
                  </a:cubicBezTo>
                  <a:lnTo>
                    <a:pt x="2015377" y="5716606"/>
                  </a:lnTo>
                  <a:cubicBezTo>
                    <a:pt x="2015377" y="5755262"/>
                    <a:pt x="1984041" y="5786598"/>
                    <a:pt x="1945385" y="5786598"/>
                  </a:cubicBezTo>
                  <a:lnTo>
                    <a:pt x="166286" y="5786598"/>
                  </a:lnTo>
                  <a:cubicBezTo>
                    <a:pt x="127630" y="5786598"/>
                    <a:pt x="96294" y="5755262"/>
                    <a:pt x="96294" y="5716606"/>
                  </a:cubicBezTo>
                  <a:lnTo>
                    <a:pt x="96294" y="5577447"/>
                  </a:lnTo>
                  <a:cubicBezTo>
                    <a:pt x="96294" y="5538791"/>
                    <a:pt x="127630" y="5507455"/>
                    <a:pt x="166286" y="5507455"/>
                  </a:cubicBezTo>
                  <a:lnTo>
                    <a:pt x="235712" y="5507455"/>
                  </a:lnTo>
                  <a:lnTo>
                    <a:pt x="537898" y="4928284"/>
                  </a:lnTo>
                  <a:lnTo>
                    <a:pt x="525896" y="4905281"/>
                  </a:lnTo>
                  <a:lnTo>
                    <a:pt x="517166" y="4905281"/>
                  </a:lnTo>
                  <a:cubicBezTo>
                    <a:pt x="485913" y="4905281"/>
                    <a:pt x="460578" y="4879946"/>
                    <a:pt x="460578" y="4848693"/>
                  </a:cubicBezTo>
                  <a:lnTo>
                    <a:pt x="460578" y="4829509"/>
                  </a:lnTo>
                  <a:cubicBezTo>
                    <a:pt x="460578" y="4798256"/>
                    <a:pt x="485913" y="4772921"/>
                    <a:pt x="517166" y="4772921"/>
                  </a:cubicBezTo>
                  <a:lnTo>
                    <a:pt x="536643" y="4772921"/>
                  </a:lnTo>
                  <a:lnTo>
                    <a:pt x="536643" y="4116689"/>
                  </a:lnTo>
                  <a:lnTo>
                    <a:pt x="483438" y="4116689"/>
                  </a:lnTo>
                  <a:cubicBezTo>
                    <a:pt x="477126" y="4116689"/>
                    <a:pt x="471411" y="4114130"/>
                    <a:pt x="467274" y="4109993"/>
                  </a:cubicBezTo>
                  <a:lnTo>
                    <a:pt x="460578" y="4093829"/>
                  </a:lnTo>
                  <a:lnTo>
                    <a:pt x="467274" y="4077665"/>
                  </a:lnTo>
                  <a:cubicBezTo>
                    <a:pt x="471411" y="4073529"/>
                    <a:pt x="477126" y="4070970"/>
                    <a:pt x="483438" y="4070970"/>
                  </a:cubicBezTo>
                  <a:lnTo>
                    <a:pt x="536643" y="4070970"/>
                  </a:lnTo>
                  <a:lnTo>
                    <a:pt x="536643" y="3949801"/>
                  </a:lnTo>
                  <a:lnTo>
                    <a:pt x="483438" y="3949801"/>
                  </a:lnTo>
                  <a:cubicBezTo>
                    <a:pt x="477126" y="3949801"/>
                    <a:pt x="471411" y="3947242"/>
                    <a:pt x="467274" y="3943105"/>
                  </a:cubicBezTo>
                  <a:lnTo>
                    <a:pt x="460578" y="3926941"/>
                  </a:lnTo>
                  <a:lnTo>
                    <a:pt x="467274" y="3910777"/>
                  </a:lnTo>
                  <a:cubicBezTo>
                    <a:pt x="471411" y="3906640"/>
                    <a:pt x="477126" y="3904082"/>
                    <a:pt x="483438" y="3904082"/>
                  </a:cubicBezTo>
                  <a:lnTo>
                    <a:pt x="536643" y="3904082"/>
                  </a:lnTo>
                  <a:lnTo>
                    <a:pt x="536643" y="3781025"/>
                  </a:lnTo>
                  <a:lnTo>
                    <a:pt x="0" y="3781025"/>
                  </a:lnTo>
                  <a:lnTo>
                    <a:pt x="0" y="3364856"/>
                  </a:lnTo>
                  <a:lnTo>
                    <a:pt x="1" y="3364856"/>
                  </a:lnTo>
                  <a:lnTo>
                    <a:pt x="1" y="2819733"/>
                  </a:lnTo>
                  <a:lnTo>
                    <a:pt x="186431" y="2819733"/>
                  </a:lnTo>
                  <a:lnTo>
                    <a:pt x="823097" y="2141404"/>
                  </a:lnTo>
                  <a:lnTo>
                    <a:pt x="813602" y="2137471"/>
                  </a:lnTo>
                  <a:cubicBezTo>
                    <a:pt x="810982" y="2134852"/>
                    <a:pt x="809362" y="2131233"/>
                    <a:pt x="809362" y="2127235"/>
                  </a:cubicBezTo>
                  <a:lnTo>
                    <a:pt x="809362" y="2069332"/>
                  </a:lnTo>
                  <a:cubicBezTo>
                    <a:pt x="809362" y="2061336"/>
                    <a:pt x="815843" y="2054855"/>
                    <a:pt x="823838" y="2054855"/>
                  </a:cubicBezTo>
                  <a:lnTo>
                    <a:pt x="877577" y="2054855"/>
                  </a:lnTo>
                  <a:lnTo>
                    <a:pt x="888250" y="1881866"/>
                  </a:lnTo>
                  <a:lnTo>
                    <a:pt x="828450" y="1881866"/>
                  </a:lnTo>
                  <a:cubicBezTo>
                    <a:pt x="823302" y="1881866"/>
                    <a:pt x="819128" y="1877691"/>
                    <a:pt x="819128" y="1872543"/>
                  </a:cubicBezTo>
                  <a:lnTo>
                    <a:pt x="819128" y="1835257"/>
                  </a:lnTo>
                  <a:cubicBezTo>
                    <a:pt x="819128" y="1830109"/>
                    <a:pt x="823302" y="1825935"/>
                    <a:pt x="828450" y="1825935"/>
                  </a:cubicBezTo>
                  <a:lnTo>
                    <a:pt x="891700" y="1825935"/>
                  </a:lnTo>
                  <a:lnTo>
                    <a:pt x="912234" y="1493103"/>
                  </a:lnTo>
                  <a:lnTo>
                    <a:pt x="860727" y="1497602"/>
                  </a:lnTo>
                  <a:lnTo>
                    <a:pt x="861169" y="1501090"/>
                  </a:lnTo>
                  <a:lnTo>
                    <a:pt x="562355" y="1538964"/>
                  </a:lnTo>
                  <a:lnTo>
                    <a:pt x="573819" y="1582489"/>
                  </a:lnTo>
                  <a:cubicBezTo>
                    <a:pt x="581039" y="1609902"/>
                    <a:pt x="564670" y="1637977"/>
                    <a:pt x="537257" y="1645198"/>
                  </a:cubicBezTo>
                  <a:lnTo>
                    <a:pt x="530211" y="1647053"/>
                  </a:lnTo>
                  <a:cubicBezTo>
                    <a:pt x="509651" y="1652468"/>
                    <a:pt x="488719" y="1644615"/>
                    <a:pt x="476492" y="1628784"/>
                  </a:cubicBezTo>
                  <a:lnTo>
                    <a:pt x="469491" y="1614538"/>
                  </a:lnTo>
                  <a:lnTo>
                    <a:pt x="470721" y="1635605"/>
                  </a:lnTo>
                  <a:cubicBezTo>
                    <a:pt x="467670" y="1656861"/>
                    <a:pt x="452267" y="1675268"/>
                    <a:pt x="430195" y="1681081"/>
                  </a:cubicBezTo>
                  <a:lnTo>
                    <a:pt x="422631" y="1683073"/>
                  </a:lnTo>
                  <a:cubicBezTo>
                    <a:pt x="393202" y="1690825"/>
                    <a:pt x="363062" y="1673252"/>
                    <a:pt x="355310" y="1643823"/>
                  </a:cubicBezTo>
                  <a:lnTo>
                    <a:pt x="315776" y="1493723"/>
                  </a:lnTo>
                  <a:cubicBezTo>
                    <a:pt x="308025" y="1464294"/>
                    <a:pt x="325598" y="1434153"/>
                    <a:pt x="355027" y="1426402"/>
                  </a:cubicBezTo>
                  <a:lnTo>
                    <a:pt x="362591" y="1424410"/>
                  </a:lnTo>
                  <a:cubicBezTo>
                    <a:pt x="384663" y="1418597"/>
                    <a:pt x="407134" y="1427028"/>
                    <a:pt x="420261" y="1444022"/>
                  </a:cubicBezTo>
                  <a:lnTo>
                    <a:pt x="427578" y="1458912"/>
                  </a:lnTo>
                  <a:lnTo>
                    <a:pt x="426045" y="1453091"/>
                  </a:lnTo>
                  <a:cubicBezTo>
                    <a:pt x="418825" y="1425678"/>
                    <a:pt x="435194" y="1397602"/>
                    <a:pt x="462607" y="1390382"/>
                  </a:cubicBezTo>
                  <a:lnTo>
                    <a:pt x="469653" y="1388526"/>
                  </a:lnTo>
                  <a:cubicBezTo>
                    <a:pt x="497066" y="1381306"/>
                    <a:pt x="525141" y="1397675"/>
                    <a:pt x="532361" y="1425088"/>
                  </a:cubicBezTo>
                  <a:lnTo>
                    <a:pt x="549415" y="1489834"/>
                  </a:lnTo>
                  <a:lnTo>
                    <a:pt x="840002" y="1334084"/>
                  </a:lnTo>
                  <a:lnTo>
                    <a:pt x="840607" y="1338857"/>
                  </a:lnTo>
                  <a:lnTo>
                    <a:pt x="1112835" y="1315078"/>
                  </a:lnTo>
                  <a:lnTo>
                    <a:pt x="2288860" y="137025"/>
                  </a:lnTo>
                  <a:lnTo>
                    <a:pt x="2281236" y="99263"/>
                  </a:lnTo>
                  <a:cubicBezTo>
                    <a:pt x="2281236" y="44442"/>
                    <a:pt x="2325678" y="0"/>
                    <a:pt x="238049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1557507B-24FE-4840-990C-C75D58E238F2}"/>
                </a:ext>
              </a:extLst>
            </p:cNvPr>
            <p:cNvSpPr/>
            <p:nvPr/>
          </p:nvSpPr>
          <p:spPr>
            <a:xfrm>
              <a:off x="9542201" y="3762718"/>
              <a:ext cx="756024" cy="1051710"/>
            </a:xfrm>
            <a:custGeom>
              <a:avLst/>
              <a:gdLst>
                <a:gd name="connsiteX0" fmla="*/ 1022274 w 4159710"/>
                <a:gd name="connsiteY0" fmla="*/ 5419078 h 5786598"/>
                <a:gd name="connsiteX1" fmla="*/ 976163 w 4159710"/>
                <a:gd name="connsiteY1" fmla="*/ 5507455 h 5786598"/>
                <a:gd name="connsiteX2" fmla="*/ 1068385 w 4159710"/>
                <a:gd name="connsiteY2" fmla="*/ 5507455 h 5786598"/>
                <a:gd name="connsiteX3" fmla="*/ 1318025 w 4159710"/>
                <a:gd name="connsiteY3" fmla="*/ 5289802 h 5786598"/>
                <a:gd name="connsiteX4" fmla="*/ 1204463 w 4159710"/>
                <a:gd name="connsiteY4" fmla="*/ 5507455 h 5786598"/>
                <a:gd name="connsiteX5" fmla="*/ 1431587 w 4159710"/>
                <a:gd name="connsiteY5" fmla="*/ 5507455 h 5786598"/>
                <a:gd name="connsiteX6" fmla="*/ 708685 w 4159710"/>
                <a:gd name="connsiteY6" fmla="*/ 5255614 h 5786598"/>
                <a:gd name="connsiteX7" fmla="*/ 577286 w 4159710"/>
                <a:gd name="connsiteY7" fmla="*/ 5507455 h 5786598"/>
                <a:gd name="connsiteX8" fmla="*/ 840085 w 4159710"/>
                <a:gd name="connsiteY8" fmla="*/ 5507455 h 5786598"/>
                <a:gd name="connsiteX9" fmla="*/ 1203875 w 4159710"/>
                <a:gd name="connsiteY9" fmla="*/ 5071022 h 5786598"/>
                <a:gd name="connsiteX10" fmla="*/ 1053938 w 4159710"/>
                <a:gd name="connsiteY10" fmla="*/ 5358390 h 5786598"/>
                <a:gd name="connsiteX11" fmla="*/ 1131714 w 4159710"/>
                <a:gd name="connsiteY11" fmla="*/ 5507455 h 5786598"/>
                <a:gd name="connsiteX12" fmla="*/ 1141134 w 4159710"/>
                <a:gd name="connsiteY12" fmla="*/ 5507455 h 5786598"/>
                <a:gd name="connsiteX13" fmla="*/ 1286361 w 4159710"/>
                <a:gd name="connsiteY13" fmla="*/ 5229113 h 5786598"/>
                <a:gd name="connsiteX14" fmla="*/ 822835 w 4159710"/>
                <a:gd name="connsiteY14" fmla="*/ 5036834 h 5786598"/>
                <a:gd name="connsiteX15" fmla="*/ 740350 w 4159710"/>
                <a:gd name="connsiteY15" fmla="*/ 5194926 h 5786598"/>
                <a:gd name="connsiteX16" fmla="*/ 903414 w 4159710"/>
                <a:gd name="connsiteY16" fmla="*/ 5507455 h 5786598"/>
                <a:gd name="connsiteX17" fmla="*/ 912834 w 4159710"/>
                <a:gd name="connsiteY17" fmla="*/ 5507455 h 5786598"/>
                <a:gd name="connsiteX18" fmla="*/ 990609 w 4159710"/>
                <a:gd name="connsiteY18" fmla="*/ 5358390 h 5786598"/>
                <a:gd name="connsiteX19" fmla="*/ 1451724 w 4159710"/>
                <a:gd name="connsiteY19" fmla="*/ 5033553 h 5786598"/>
                <a:gd name="connsiteX20" fmla="*/ 1355112 w 4159710"/>
                <a:gd name="connsiteY20" fmla="*/ 5218720 h 5786598"/>
                <a:gd name="connsiteX21" fmla="*/ 1505762 w 4159710"/>
                <a:gd name="connsiteY21" fmla="*/ 5507455 h 5786598"/>
                <a:gd name="connsiteX22" fmla="*/ 1698986 w 4159710"/>
                <a:gd name="connsiteY22" fmla="*/ 5507455 h 5786598"/>
                <a:gd name="connsiteX23" fmla="*/ 574986 w 4159710"/>
                <a:gd name="connsiteY23" fmla="*/ 4999366 h 5786598"/>
                <a:gd name="connsiteX24" fmla="*/ 309887 w 4159710"/>
                <a:gd name="connsiteY24" fmla="*/ 5507455 h 5786598"/>
                <a:gd name="connsiteX25" fmla="*/ 503111 w 4159710"/>
                <a:gd name="connsiteY25" fmla="*/ 5507455 h 5786598"/>
                <a:gd name="connsiteX26" fmla="*/ 671598 w 4159710"/>
                <a:gd name="connsiteY26" fmla="*/ 5184533 h 5786598"/>
                <a:gd name="connsiteX27" fmla="*/ 1290352 w 4159710"/>
                <a:gd name="connsiteY27" fmla="*/ 4905281 h 5786598"/>
                <a:gd name="connsiteX28" fmla="*/ 1240962 w 4159710"/>
                <a:gd name="connsiteY28" fmla="*/ 4999940 h 5786598"/>
                <a:gd name="connsiteX29" fmla="*/ 1323448 w 4159710"/>
                <a:gd name="connsiteY29" fmla="*/ 5158032 h 5786598"/>
                <a:gd name="connsiteX30" fmla="*/ 1420060 w 4159710"/>
                <a:gd name="connsiteY30" fmla="*/ 4972866 h 5786598"/>
                <a:gd name="connsiteX31" fmla="*/ 1384797 w 4159710"/>
                <a:gd name="connsiteY31" fmla="*/ 4905281 h 5786598"/>
                <a:gd name="connsiteX32" fmla="*/ 1191573 w 4159710"/>
                <a:gd name="connsiteY32" fmla="*/ 4905281 h 5786598"/>
                <a:gd name="connsiteX33" fmla="*/ 1209298 w 4159710"/>
                <a:gd name="connsiteY33" fmla="*/ 4939252 h 5786598"/>
                <a:gd name="connsiteX34" fmla="*/ 1227023 w 4159710"/>
                <a:gd name="connsiteY34" fmla="*/ 4905281 h 5786598"/>
                <a:gd name="connsiteX35" fmla="*/ 891474 w 4159710"/>
                <a:gd name="connsiteY35" fmla="*/ 4905281 h 5786598"/>
                <a:gd name="connsiteX36" fmla="*/ 854499 w 4159710"/>
                <a:gd name="connsiteY36" fmla="*/ 4976146 h 5786598"/>
                <a:gd name="connsiteX37" fmla="*/ 1022274 w 4159710"/>
                <a:gd name="connsiteY37" fmla="*/ 5297702 h 5786598"/>
                <a:gd name="connsiteX38" fmla="*/ 1172210 w 4159710"/>
                <a:gd name="connsiteY38" fmla="*/ 5010334 h 5786598"/>
                <a:gd name="connsiteX39" fmla="*/ 1117398 w 4159710"/>
                <a:gd name="connsiteY39" fmla="*/ 4905281 h 5786598"/>
                <a:gd name="connsiteX40" fmla="*/ 624075 w 4159710"/>
                <a:gd name="connsiteY40" fmla="*/ 4905281 h 5786598"/>
                <a:gd name="connsiteX41" fmla="*/ 606650 w 4159710"/>
                <a:gd name="connsiteY41" fmla="*/ 4938678 h 5786598"/>
                <a:gd name="connsiteX42" fmla="*/ 703262 w 4159710"/>
                <a:gd name="connsiteY42" fmla="*/ 5123845 h 5786598"/>
                <a:gd name="connsiteX43" fmla="*/ 785748 w 4159710"/>
                <a:gd name="connsiteY43" fmla="*/ 4965752 h 5786598"/>
                <a:gd name="connsiteX44" fmla="*/ 754196 w 4159710"/>
                <a:gd name="connsiteY44" fmla="*/ 4905281 h 5786598"/>
                <a:gd name="connsiteX45" fmla="*/ 1286363 w 4159710"/>
                <a:gd name="connsiteY45" fmla="*/ 4716622 h 5786598"/>
                <a:gd name="connsiteX46" fmla="*/ 1286363 w 4159710"/>
                <a:gd name="connsiteY46" fmla="*/ 4742928 h 5786598"/>
                <a:gd name="connsiteX47" fmla="*/ 1280308 w 4159710"/>
                <a:gd name="connsiteY47" fmla="*/ 4772921 h 5786598"/>
                <a:gd name="connsiteX48" fmla="*/ 1315738 w 4159710"/>
                <a:gd name="connsiteY48" fmla="*/ 4772921 h 5786598"/>
                <a:gd name="connsiteX49" fmla="*/ 760478 w 4159710"/>
                <a:gd name="connsiteY49" fmla="*/ 4643851 h 5786598"/>
                <a:gd name="connsiteX50" fmla="*/ 693135 w 4159710"/>
                <a:gd name="connsiteY50" fmla="*/ 4772921 h 5786598"/>
                <a:gd name="connsiteX51" fmla="*/ 766533 w 4159710"/>
                <a:gd name="connsiteY51" fmla="*/ 4772921 h 5786598"/>
                <a:gd name="connsiteX52" fmla="*/ 760478 w 4159710"/>
                <a:gd name="connsiteY52" fmla="*/ 4742928 h 5786598"/>
                <a:gd name="connsiteX53" fmla="*/ 1286363 w 4159710"/>
                <a:gd name="connsiteY53" fmla="*/ 4116690 h 5786598"/>
                <a:gd name="connsiteX54" fmla="*/ 1286363 w 4159710"/>
                <a:gd name="connsiteY54" fmla="*/ 4574458 h 5786598"/>
                <a:gd name="connsiteX55" fmla="*/ 1389913 w 4159710"/>
                <a:gd name="connsiteY55" fmla="*/ 4772921 h 5786598"/>
                <a:gd name="connsiteX56" fmla="*/ 1441619 w 4159710"/>
                <a:gd name="connsiteY56" fmla="*/ 4772921 h 5786598"/>
                <a:gd name="connsiteX57" fmla="*/ 1441619 w 4159710"/>
                <a:gd name="connsiteY57" fmla="*/ 4116690 h 5786598"/>
                <a:gd name="connsiteX58" fmla="*/ 582362 w 4159710"/>
                <a:gd name="connsiteY58" fmla="*/ 4116689 h 5786598"/>
                <a:gd name="connsiteX59" fmla="*/ 582362 w 4159710"/>
                <a:gd name="connsiteY59" fmla="*/ 4772921 h 5786598"/>
                <a:gd name="connsiteX60" fmla="*/ 618960 w 4159710"/>
                <a:gd name="connsiteY60" fmla="*/ 4772921 h 5786598"/>
                <a:gd name="connsiteX61" fmla="*/ 760478 w 4159710"/>
                <a:gd name="connsiteY61" fmla="*/ 4501687 h 5786598"/>
                <a:gd name="connsiteX62" fmla="*/ 760478 w 4159710"/>
                <a:gd name="connsiteY62" fmla="*/ 4116689 h 5786598"/>
                <a:gd name="connsiteX63" fmla="*/ 1286363 w 4159710"/>
                <a:gd name="connsiteY63" fmla="*/ 3949802 h 5786598"/>
                <a:gd name="connsiteX64" fmla="*/ 1286363 w 4159710"/>
                <a:gd name="connsiteY64" fmla="*/ 4070970 h 5786598"/>
                <a:gd name="connsiteX65" fmla="*/ 1441619 w 4159710"/>
                <a:gd name="connsiteY65" fmla="*/ 4070970 h 5786598"/>
                <a:gd name="connsiteX66" fmla="*/ 1441619 w 4159710"/>
                <a:gd name="connsiteY66" fmla="*/ 3949802 h 5786598"/>
                <a:gd name="connsiteX67" fmla="*/ 582362 w 4159710"/>
                <a:gd name="connsiteY67" fmla="*/ 3949801 h 5786598"/>
                <a:gd name="connsiteX68" fmla="*/ 582362 w 4159710"/>
                <a:gd name="connsiteY68" fmla="*/ 4070970 h 5786598"/>
                <a:gd name="connsiteX69" fmla="*/ 760478 w 4159710"/>
                <a:gd name="connsiteY69" fmla="*/ 4070970 h 5786598"/>
                <a:gd name="connsiteX70" fmla="*/ 760478 w 4159710"/>
                <a:gd name="connsiteY70" fmla="*/ 3949801 h 5786598"/>
                <a:gd name="connsiteX71" fmla="*/ 1286363 w 4159710"/>
                <a:gd name="connsiteY71" fmla="*/ 3781025 h 5786598"/>
                <a:gd name="connsiteX72" fmla="*/ 1286363 w 4159710"/>
                <a:gd name="connsiteY72" fmla="*/ 3904082 h 5786598"/>
                <a:gd name="connsiteX73" fmla="*/ 1441619 w 4159710"/>
                <a:gd name="connsiteY73" fmla="*/ 3904082 h 5786598"/>
                <a:gd name="connsiteX74" fmla="*/ 1441619 w 4159710"/>
                <a:gd name="connsiteY74" fmla="*/ 3781025 h 5786598"/>
                <a:gd name="connsiteX75" fmla="*/ 582362 w 4159710"/>
                <a:gd name="connsiteY75" fmla="*/ 3781025 h 5786598"/>
                <a:gd name="connsiteX76" fmla="*/ 582362 w 4159710"/>
                <a:gd name="connsiteY76" fmla="*/ 3904082 h 5786598"/>
                <a:gd name="connsiteX77" fmla="*/ 760478 w 4159710"/>
                <a:gd name="connsiteY77" fmla="*/ 3904082 h 5786598"/>
                <a:gd name="connsiteX78" fmla="*/ 760478 w 4159710"/>
                <a:gd name="connsiteY78" fmla="*/ 3781025 h 5786598"/>
                <a:gd name="connsiteX79" fmla="*/ 1174823 w 4159710"/>
                <a:gd name="connsiteY79" fmla="*/ 2986866 h 5786598"/>
                <a:gd name="connsiteX80" fmla="*/ 1154863 w 4159710"/>
                <a:gd name="connsiteY80" fmla="*/ 3006826 h 5786598"/>
                <a:gd name="connsiteX81" fmla="*/ 1154863 w 4159710"/>
                <a:gd name="connsiteY81" fmla="*/ 3388285 h 5786598"/>
                <a:gd name="connsiteX82" fmla="*/ 1174823 w 4159710"/>
                <a:gd name="connsiteY82" fmla="*/ 3408245 h 5786598"/>
                <a:gd name="connsiteX83" fmla="*/ 1254662 w 4159710"/>
                <a:gd name="connsiteY83" fmla="*/ 3408245 h 5786598"/>
                <a:gd name="connsiteX84" fmla="*/ 1274622 w 4159710"/>
                <a:gd name="connsiteY84" fmla="*/ 3388285 h 5786598"/>
                <a:gd name="connsiteX85" fmla="*/ 1274622 w 4159710"/>
                <a:gd name="connsiteY85" fmla="*/ 3006826 h 5786598"/>
                <a:gd name="connsiteX86" fmla="*/ 1254662 w 4159710"/>
                <a:gd name="connsiteY86" fmla="*/ 2986866 h 5786598"/>
                <a:gd name="connsiteX87" fmla="*/ 694919 w 4159710"/>
                <a:gd name="connsiteY87" fmla="*/ 2986866 h 5786598"/>
                <a:gd name="connsiteX88" fmla="*/ 678402 w 4159710"/>
                <a:gd name="connsiteY88" fmla="*/ 3003383 h 5786598"/>
                <a:gd name="connsiteX89" fmla="*/ 678402 w 4159710"/>
                <a:gd name="connsiteY89" fmla="*/ 3391728 h 5786598"/>
                <a:gd name="connsiteX90" fmla="*/ 694919 w 4159710"/>
                <a:gd name="connsiteY90" fmla="*/ 3408245 h 5786598"/>
                <a:gd name="connsiteX91" fmla="*/ 760984 w 4159710"/>
                <a:gd name="connsiteY91" fmla="*/ 3408245 h 5786598"/>
                <a:gd name="connsiteX92" fmla="*/ 777501 w 4159710"/>
                <a:gd name="connsiteY92" fmla="*/ 3391728 h 5786598"/>
                <a:gd name="connsiteX93" fmla="*/ 777501 w 4159710"/>
                <a:gd name="connsiteY93" fmla="*/ 3003383 h 5786598"/>
                <a:gd name="connsiteX94" fmla="*/ 760984 w 4159710"/>
                <a:gd name="connsiteY94" fmla="*/ 2986866 h 5786598"/>
                <a:gd name="connsiteX95" fmla="*/ 502584 w 4159710"/>
                <a:gd name="connsiteY95" fmla="*/ 2986866 h 5786598"/>
                <a:gd name="connsiteX96" fmla="*/ 486067 w 4159710"/>
                <a:gd name="connsiteY96" fmla="*/ 3003383 h 5786598"/>
                <a:gd name="connsiteX97" fmla="*/ 486067 w 4159710"/>
                <a:gd name="connsiteY97" fmla="*/ 3391728 h 5786598"/>
                <a:gd name="connsiteX98" fmla="*/ 502584 w 4159710"/>
                <a:gd name="connsiteY98" fmla="*/ 3408245 h 5786598"/>
                <a:gd name="connsiteX99" fmla="*/ 568649 w 4159710"/>
                <a:gd name="connsiteY99" fmla="*/ 3408245 h 5786598"/>
                <a:gd name="connsiteX100" fmla="*/ 585166 w 4159710"/>
                <a:gd name="connsiteY100" fmla="*/ 3391728 h 5786598"/>
                <a:gd name="connsiteX101" fmla="*/ 585166 w 4159710"/>
                <a:gd name="connsiteY101" fmla="*/ 3003383 h 5786598"/>
                <a:gd name="connsiteX102" fmla="*/ 568649 w 4159710"/>
                <a:gd name="connsiteY102" fmla="*/ 2986866 h 5786598"/>
                <a:gd name="connsiteX103" fmla="*/ 310249 w 4159710"/>
                <a:gd name="connsiteY103" fmla="*/ 2986866 h 5786598"/>
                <a:gd name="connsiteX104" fmla="*/ 293732 w 4159710"/>
                <a:gd name="connsiteY104" fmla="*/ 3003383 h 5786598"/>
                <a:gd name="connsiteX105" fmla="*/ 293732 w 4159710"/>
                <a:gd name="connsiteY105" fmla="*/ 3391728 h 5786598"/>
                <a:gd name="connsiteX106" fmla="*/ 310249 w 4159710"/>
                <a:gd name="connsiteY106" fmla="*/ 3408245 h 5786598"/>
                <a:gd name="connsiteX107" fmla="*/ 376314 w 4159710"/>
                <a:gd name="connsiteY107" fmla="*/ 3408245 h 5786598"/>
                <a:gd name="connsiteX108" fmla="*/ 392831 w 4159710"/>
                <a:gd name="connsiteY108" fmla="*/ 3391728 h 5786598"/>
                <a:gd name="connsiteX109" fmla="*/ 392831 w 4159710"/>
                <a:gd name="connsiteY109" fmla="*/ 3003383 h 5786598"/>
                <a:gd name="connsiteX110" fmla="*/ 376314 w 4159710"/>
                <a:gd name="connsiteY110" fmla="*/ 2986866 h 5786598"/>
                <a:gd name="connsiteX111" fmla="*/ 871284 w 4159710"/>
                <a:gd name="connsiteY111" fmla="*/ 2156869 h 5786598"/>
                <a:gd name="connsiteX112" fmla="*/ 249133 w 4159710"/>
                <a:gd name="connsiteY112" fmla="*/ 2819733 h 5786598"/>
                <a:gd name="connsiteX113" fmla="*/ 830389 w 4159710"/>
                <a:gd name="connsiteY113" fmla="*/ 2819733 h 5786598"/>
                <a:gd name="connsiteX114" fmla="*/ 1322149 w 4159710"/>
                <a:gd name="connsiteY114" fmla="*/ 1457297 h 5786598"/>
                <a:gd name="connsiteX115" fmla="*/ 1134233 w 4159710"/>
                <a:gd name="connsiteY115" fmla="*/ 1473712 h 5786598"/>
                <a:gd name="connsiteX116" fmla="*/ 1155963 w 4159710"/>
                <a:gd name="connsiteY116" fmla="*/ 1825935 h 5786598"/>
                <a:gd name="connsiteX117" fmla="*/ 1248284 w 4159710"/>
                <a:gd name="connsiteY117" fmla="*/ 1825935 h 5786598"/>
                <a:gd name="connsiteX118" fmla="*/ 1257606 w 4159710"/>
                <a:gd name="connsiteY118" fmla="*/ 1835257 h 5786598"/>
                <a:gd name="connsiteX119" fmla="*/ 1257606 w 4159710"/>
                <a:gd name="connsiteY119" fmla="*/ 1872543 h 5786598"/>
                <a:gd name="connsiteX120" fmla="*/ 1248284 w 4159710"/>
                <a:gd name="connsiteY120" fmla="*/ 1881866 h 5786598"/>
                <a:gd name="connsiteX121" fmla="*/ 1159414 w 4159710"/>
                <a:gd name="connsiteY121" fmla="*/ 1881866 h 5786598"/>
                <a:gd name="connsiteX122" fmla="*/ 1170086 w 4159710"/>
                <a:gd name="connsiteY122" fmla="*/ 2054855 h 5786598"/>
                <a:gd name="connsiteX123" fmla="*/ 1233364 w 4159710"/>
                <a:gd name="connsiteY123" fmla="*/ 2054855 h 5786598"/>
                <a:gd name="connsiteX124" fmla="*/ 1247840 w 4159710"/>
                <a:gd name="connsiteY124" fmla="*/ 2069332 h 5786598"/>
                <a:gd name="connsiteX125" fmla="*/ 1247840 w 4159710"/>
                <a:gd name="connsiteY125" fmla="*/ 2127235 h 5786598"/>
                <a:gd name="connsiteX126" fmla="*/ 1233364 w 4159710"/>
                <a:gd name="connsiteY126" fmla="*/ 2141711 h 5786598"/>
                <a:gd name="connsiteX127" fmla="*/ 1175445 w 4159710"/>
                <a:gd name="connsiteY127" fmla="*/ 2141711 h 5786598"/>
                <a:gd name="connsiteX128" fmla="*/ 1217275 w 4159710"/>
                <a:gd name="connsiteY128" fmla="*/ 2819733 h 5786598"/>
                <a:gd name="connsiteX129" fmla="*/ 1538655 w 4159710"/>
                <a:gd name="connsiteY129" fmla="*/ 2819733 h 5786598"/>
                <a:gd name="connsiteX130" fmla="*/ 1538655 w 4159710"/>
                <a:gd name="connsiteY130" fmla="*/ 2916015 h 5786598"/>
                <a:gd name="connsiteX131" fmla="*/ 1834975 w 4159710"/>
                <a:gd name="connsiteY131" fmla="*/ 2426775 h 5786598"/>
                <a:gd name="connsiteX132" fmla="*/ 2470117 w 4159710"/>
                <a:gd name="connsiteY132" fmla="*/ 140636 h 5786598"/>
                <a:gd name="connsiteX133" fmla="*/ 2450688 w 4159710"/>
                <a:gd name="connsiteY133" fmla="*/ 169453 h 5786598"/>
                <a:gd name="connsiteX134" fmla="*/ 2380499 w 4159710"/>
                <a:gd name="connsiteY134" fmla="*/ 198526 h 5786598"/>
                <a:gd name="connsiteX135" fmla="*/ 2341862 w 4159710"/>
                <a:gd name="connsiteY135" fmla="*/ 190726 h 5786598"/>
                <a:gd name="connsiteX136" fmla="*/ 2319689 w 4159710"/>
                <a:gd name="connsiteY136" fmla="*/ 175776 h 5786598"/>
                <a:gd name="connsiteX137" fmla="*/ 1188989 w 4159710"/>
                <a:gd name="connsiteY137" fmla="*/ 1308426 h 5786598"/>
                <a:gd name="connsiteX138" fmla="*/ 1342990 w 4159710"/>
                <a:gd name="connsiteY138" fmla="*/ 1294974 h 5786598"/>
                <a:gd name="connsiteX139" fmla="*/ 1353866 w 4159710"/>
                <a:gd name="connsiteY139" fmla="*/ 1419480 h 5786598"/>
                <a:gd name="connsiteX140" fmla="*/ 1862584 w 4159710"/>
                <a:gd name="connsiteY140" fmla="*/ 2381191 h 5786598"/>
                <a:gd name="connsiteX141" fmla="*/ 3029209 w 4159710"/>
                <a:gd name="connsiteY141" fmla="*/ 455030 h 5786598"/>
                <a:gd name="connsiteX142" fmla="*/ 2380499 w 4159710"/>
                <a:gd name="connsiteY142" fmla="*/ 0 h 5786598"/>
                <a:gd name="connsiteX143" fmla="*/ 2479762 w 4159710"/>
                <a:gd name="connsiteY143" fmla="*/ 99263 h 5786598"/>
                <a:gd name="connsiteX144" fmla="*/ 2478311 w 4159710"/>
                <a:gd name="connsiteY144" fmla="*/ 106448 h 5786598"/>
                <a:gd name="connsiteX145" fmla="*/ 3219890 w 4159710"/>
                <a:gd name="connsiteY145" fmla="*/ 215733 h 5786598"/>
                <a:gd name="connsiteX146" fmla="*/ 3217054 w 4159710"/>
                <a:gd name="connsiteY146" fmla="*/ 220776 h 5786598"/>
                <a:gd name="connsiteX147" fmla="*/ 4067223 w 4159710"/>
                <a:gd name="connsiteY147" fmla="*/ 1004298 h 5786598"/>
                <a:gd name="connsiteX148" fmla="*/ 4069653 w 4159710"/>
                <a:gd name="connsiteY148" fmla="*/ 1000693 h 5786598"/>
                <a:gd name="connsiteX149" fmla="*/ 4106956 w 4159710"/>
                <a:gd name="connsiteY149" fmla="*/ 985242 h 5786598"/>
                <a:gd name="connsiteX150" fmla="*/ 4159710 w 4159710"/>
                <a:gd name="connsiteY150" fmla="*/ 1037996 h 5786598"/>
                <a:gd name="connsiteX151" fmla="*/ 4106956 w 4159710"/>
                <a:gd name="connsiteY151" fmla="*/ 1090750 h 5786598"/>
                <a:gd name="connsiteX152" fmla="*/ 4054202 w 4159710"/>
                <a:gd name="connsiteY152" fmla="*/ 1037996 h 5786598"/>
                <a:gd name="connsiteX153" fmla="*/ 4058348 w 4159710"/>
                <a:gd name="connsiteY153" fmla="*/ 1017462 h 5786598"/>
                <a:gd name="connsiteX154" fmla="*/ 4060261 w 4159710"/>
                <a:gd name="connsiteY154" fmla="*/ 1014623 h 5786598"/>
                <a:gd name="connsiteX155" fmla="*/ 3137412 w 4159710"/>
                <a:gd name="connsiteY155" fmla="*/ 519074 h 5786598"/>
                <a:gd name="connsiteX156" fmla="*/ 1538655 w 4159710"/>
                <a:gd name="connsiteY156" fmla="*/ 3357254 h 5786598"/>
                <a:gd name="connsiteX157" fmla="*/ 1538655 w 4159710"/>
                <a:gd name="connsiteY157" fmla="*/ 3364856 h 5786598"/>
                <a:gd name="connsiteX158" fmla="*/ 1696915 w 4159710"/>
                <a:gd name="connsiteY158" fmla="*/ 3364856 h 5786598"/>
                <a:gd name="connsiteX159" fmla="*/ 1696915 w 4159710"/>
                <a:gd name="connsiteY159" fmla="*/ 3781025 h 5786598"/>
                <a:gd name="connsiteX160" fmla="*/ 1487338 w 4159710"/>
                <a:gd name="connsiteY160" fmla="*/ 3781025 h 5786598"/>
                <a:gd name="connsiteX161" fmla="*/ 1487338 w 4159710"/>
                <a:gd name="connsiteY161" fmla="*/ 3904082 h 5786598"/>
                <a:gd name="connsiteX162" fmla="*/ 1563403 w 4159710"/>
                <a:gd name="connsiteY162" fmla="*/ 3904082 h 5786598"/>
                <a:gd name="connsiteX163" fmla="*/ 1586263 w 4159710"/>
                <a:gd name="connsiteY163" fmla="*/ 3926942 h 5786598"/>
                <a:gd name="connsiteX164" fmla="*/ 1586262 w 4159710"/>
                <a:gd name="connsiteY164" fmla="*/ 3926942 h 5786598"/>
                <a:gd name="connsiteX165" fmla="*/ 1563402 w 4159710"/>
                <a:gd name="connsiteY165" fmla="*/ 3949802 h 5786598"/>
                <a:gd name="connsiteX166" fmla="*/ 1487338 w 4159710"/>
                <a:gd name="connsiteY166" fmla="*/ 3949802 h 5786598"/>
                <a:gd name="connsiteX167" fmla="*/ 1487338 w 4159710"/>
                <a:gd name="connsiteY167" fmla="*/ 4070970 h 5786598"/>
                <a:gd name="connsiteX168" fmla="*/ 1563403 w 4159710"/>
                <a:gd name="connsiteY168" fmla="*/ 4070970 h 5786598"/>
                <a:gd name="connsiteX169" fmla="*/ 1586263 w 4159710"/>
                <a:gd name="connsiteY169" fmla="*/ 4093830 h 5786598"/>
                <a:gd name="connsiteX170" fmla="*/ 1586262 w 4159710"/>
                <a:gd name="connsiteY170" fmla="*/ 4093830 h 5786598"/>
                <a:gd name="connsiteX171" fmla="*/ 1563402 w 4159710"/>
                <a:gd name="connsiteY171" fmla="*/ 4116690 h 5786598"/>
                <a:gd name="connsiteX172" fmla="*/ 1487338 w 4159710"/>
                <a:gd name="connsiteY172" fmla="*/ 4116690 h 5786598"/>
                <a:gd name="connsiteX173" fmla="*/ 1487338 w 4159710"/>
                <a:gd name="connsiteY173" fmla="*/ 4772921 h 5786598"/>
                <a:gd name="connsiteX174" fmla="*/ 1529674 w 4159710"/>
                <a:gd name="connsiteY174" fmla="*/ 4772921 h 5786598"/>
                <a:gd name="connsiteX175" fmla="*/ 1586262 w 4159710"/>
                <a:gd name="connsiteY175" fmla="*/ 4829509 h 5786598"/>
                <a:gd name="connsiteX176" fmla="*/ 1586262 w 4159710"/>
                <a:gd name="connsiteY176" fmla="*/ 4848693 h 5786598"/>
                <a:gd name="connsiteX177" fmla="*/ 1529674 w 4159710"/>
                <a:gd name="connsiteY177" fmla="*/ 4905281 h 5786598"/>
                <a:gd name="connsiteX178" fmla="*/ 1518652 w 4159710"/>
                <a:gd name="connsiteY178" fmla="*/ 4905281 h 5786598"/>
                <a:gd name="connsiteX179" fmla="*/ 1488812 w 4159710"/>
                <a:gd name="connsiteY179" fmla="*/ 4962472 h 5786598"/>
                <a:gd name="connsiteX180" fmla="*/ 1773161 w 4159710"/>
                <a:gd name="connsiteY180" fmla="*/ 5507455 h 5786598"/>
                <a:gd name="connsiteX181" fmla="*/ 1945385 w 4159710"/>
                <a:gd name="connsiteY181" fmla="*/ 5507455 h 5786598"/>
                <a:gd name="connsiteX182" fmla="*/ 2015377 w 4159710"/>
                <a:gd name="connsiteY182" fmla="*/ 5577447 h 5786598"/>
                <a:gd name="connsiteX183" fmla="*/ 2015377 w 4159710"/>
                <a:gd name="connsiteY183" fmla="*/ 5716606 h 5786598"/>
                <a:gd name="connsiteX184" fmla="*/ 1945385 w 4159710"/>
                <a:gd name="connsiteY184" fmla="*/ 5786598 h 5786598"/>
                <a:gd name="connsiteX185" fmla="*/ 166286 w 4159710"/>
                <a:gd name="connsiteY185" fmla="*/ 5786598 h 5786598"/>
                <a:gd name="connsiteX186" fmla="*/ 96294 w 4159710"/>
                <a:gd name="connsiteY186" fmla="*/ 5716606 h 5786598"/>
                <a:gd name="connsiteX187" fmla="*/ 96294 w 4159710"/>
                <a:gd name="connsiteY187" fmla="*/ 5577447 h 5786598"/>
                <a:gd name="connsiteX188" fmla="*/ 166286 w 4159710"/>
                <a:gd name="connsiteY188" fmla="*/ 5507455 h 5786598"/>
                <a:gd name="connsiteX189" fmla="*/ 235712 w 4159710"/>
                <a:gd name="connsiteY189" fmla="*/ 5507455 h 5786598"/>
                <a:gd name="connsiteX190" fmla="*/ 537898 w 4159710"/>
                <a:gd name="connsiteY190" fmla="*/ 4928284 h 5786598"/>
                <a:gd name="connsiteX191" fmla="*/ 525896 w 4159710"/>
                <a:gd name="connsiteY191" fmla="*/ 4905281 h 5786598"/>
                <a:gd name="connsiteX192" fmla="*/ 517166 w 4159710"/>
                <a:gd name="connsiteY192" fmla="*/ 4905281 h 5786598"/>
                <a:gd name="connsiteX193" fmla="*/ 460578 w 4159710"/>
                <a:gd name="connsiteY193" fmla="*/ 4848693 h 5786598"/>
                <a:gd name="connsiteX194" fmla="*/ 460578 w 4159710"/>
                <a:gd name="connsiteY194" fmla="*/ 4829509 h 5786598"/>
                <a:gd name="connsiteX195" fmla="*/ 517166 w 4159710"/>
                <a:gd name="connsiteY195" fmla="*/ 4772921 h 5786598"/>
                <a:gd name="connsiteX196" fmla="*/ 536643 w 4159710"/>
                <a:gd name="connsiteY196" fmla="*/ 4772921 h 5786598"/>
                <a:gd name="connsiteX197" fmla="*/ 536643 w 4159710"/>
                <a:gd name="connsiteY197" fmla="*/ 4116689 h 5786598"/>
                <a:gd name="connsiteX198" fmla="*/ 483438 w 4159710"/>
                <a:gd name="connsiteY198" fmla="*/ 4116689 h 5786598"/>
                <a:gd name="connsiteX199" fmla="*/ 467274 w 4159710"/>
                <a:gd name="connsiteY199" fmla="*/ 4109993 h 5786598"/>
                <a:gd name="connsiteX200" fmla="*/ 460578 w 4159710"/>
                <a:gd name="connsiteY200" fmla="*/ 4093829 h 5786598"/>
                <a:gd name="connsiteX201" fmla="*/ 467274 w 4159710"/>
                <a:gd name="connsiteY201" fmla="*/ 4077665 h 5786598"/>
                <a:gd name="connsiteX202" fmla="*/ 483438 w 4159710"/>
                <a:gd name="connsiteY202" fmla="*/ 4070970 h 5786598"/>
                <a:gd name="connsiteX203" fmla="*/ 536643 w 4159710"/>
                <a:gd name="connsiteY203" fmla="*/ 4070970 h 5786598"/>
                <a:gd name="connsiteX204" fmla="*/ 536643 w 4159710"/>
                <a:gd name="connsiteY204" fmla="*/ 3949801 h 5786598"/>
                <a:gd name="connsiteX205" fmla="*/ 483438 w 4159710"/>
                <a:gd name="connsiteY205" fmla="*/ 3949801 h 5786598"/>
                <a:gd name="connsiteX206" fmla="*/ 467274 w 4159710"/>
                <a:gd name="connsiteY206" fmla="*/ 3943105 h 5786598"/>
                <a:gd name="connsiteX207" fmla="*/ 460578 w 4159710"/>
                <a:gd name="connsiteY207" fmla="*/ 3926941 h 5786598"/>
                <a:gd name="connsiteX208" fmla="*/ 467274 w 4159710"/>
                <a:gd name="connsiteY208" fmla="*/ 3910777 h 5786598"/>
                <a:gd name="connsiteX209" fmla="*/ 483438 w 4159710"/>
                <a:gd name="connsiteY209" fmla="*/ 3904082 h 5786598"/>
                <a:gd name="connsiteX210" fmla="*/ 536643 w 4159710"/>
                <a:gd name="connsiteY210" fmla="*/ 3904082 h 5786598"/>
                <a:gd name="connsiteX211" fmla="*/ 536643 w 4159710"/>
                <a:gd name="connsiteY211" fmla="*/ 3781025 h 5786598"/>
                <a:gd name="connsiteX212" fmla="*/ 0 w 4159710"/>
                <a:gd name="connsiteY212" fmla="*/ 3781025 h 5786598"/>
                <a:gd name="connsiteX213" fmla="*/ 0 w 4159710"/>
                <a:gd name="connsiteY213" fmla="*/ 3364856 h 5786598"/>
                <a:gd name="connsiteX214" fmla="*/ 1 w 4159710"/>
                <a:gd name="connsiteY214" fmla="*/ 3364856 h 5786598"/>
                <a:gd name="connsiteX215" fmla="*/ 1 w 4159710"/>
                <a:gd name="connsiteY215" fmla="*/ 2819733 h 5786598"/>
                <a:gd name="connsiteX216" fmla="*/ 186431 w 4159710"/>
                <a:gd name="connsiteY216" fmla="*/ 2819733 h 5786598"/>
                <a:gd name="connsiteX217" fmla="*/ 823097 w 4159710"/>
                <a:gd name="connsiteY217" fmla="*/ 2141404 h 5786598"/>
                <a:gd name="connsiteX218" fmla="*/ 813602 w 4159710"/>
                <a:gd name="connsiteY218" fmla="*/ 2137471 h 5786598"/>
                <a:gd name="connsiteX219" fmla="*/ 809362 w 4159710"/>
                <a:gd name="connsiteY219" fmla="*/ 2127235 h 5786598"/>
                <a:gd name="connsiteX220" fmla="*/ 809362 w 4159710"/>
                <a:gd name="connsiteY220" fmla="*/ 2069332 h 5786598"/>
                <a:gd name="connsiteX221" fmla="*/ 823838 w 4159710"/>
                <a:gd name="connsiteY221" fmla="*/ 2054855 h 5786598"/>
                <a:gd name="connsiteX222" fmla="*/ 877577 w 4159710"/>
                <a:gd name="connsiteY222" fmla="*/ 2054855 h 5786598"/>
                <a:gd name="connsiteX223" fmla="*/ 888250 w 4159710"/>
                <a:gd name="connsiteY223" fmla="*/ 1881866 h 5786598"/>
                <a:gd name="connsiteX224" fmla="*/ 828450 w 4159710"/>
                <a:gd name="connsiteY224" fmla="*/ 1881866 h 5786598"/>
                <a:gd name="connsiteX225" fmla="*/ 819128 w 4159710"/>
                <a:gd name="connsiteY225" fmla="*/ 1872543 h 5786598"/>
                <a:gd name="connsiteX226" fmla="*/ 819128 w 4159710"/>
                <a:gd name="connsiteY226" fmla="*/ 1835257 h 5786598"/>
                <a:gd name="connsiteX227" fmla="*/ 828450 w 4159710"/>
                <a:gd name="connsiteY227" fmla="*/ 1825935 h 5786598"/>
                <a:gd name="connsiteX228" fmla="*/ 891700 w 4159710"/>
                <a:gd name="connsiteY228" fmla="*/ 1825935 h 5786598"/>
                <a:gd name="connsiteX229" fmla="*/ 912234 w 4159710"/>
                <a:gd name="connsiteY229" fmla="*/ 1493103 h 5786598"/>
                <a:gd name="connsiteX230" fmla="*/ 860727 w 4159710"/>
                <a:gd name="connsiteY230" fmla="*/ 1497602 h 5786598"/>
                <a:gd name="connsiteX231" fmla="*/ 861169 w 4159710"/>
                <a:gd name="connsiteY231" fmla="*/ 1501090 h 5786598"/>
                <a:gd name="connsiteX232" fmla="*/ 562355 w 4159710"/>
                <a:gd name="connsiteY232" fmla="*/ 1538964 h 5786598"/>
                <a:gd name="connsiteX233" fmla="*/ 573819 w 4159710"/>
                <a:gd name="connsiteY233" fmla="*/ 1582489 h 5786598"/>
                <a:gd name="connsiteX234" fmla="*/ 537257 w 4159710"/>
                <a:gd name="connsiteY234" fmla="*/ 1645198 h 5786598"/>
                <a:gd name="connsiteX235" fmla="*/ 530211 w 4159710"/>
                <a:gd name="connsiteY235" fmla="*/ 1647053 h 5786598"/>
                <a:gd name="connsiteX236" fmla="*/ 476492 w 4159710"/>
                <a:gd name="connsiteY236" fmla="*/ 1628784 h 5786598"/>
                <a:gd name="connsiteX237" fmla="*/ 469491 w 4159710"/>
                <a:gd name="connsiteY237" fmla="*/ 1614538 h 5786598"/>
                <a:gd name="connsiteX238" fmla="*/ 470721 w 4159710"/>
                <a:gd name="connsiteY238" fmla="*/ 1635605 h 5786598"/>
                <a:gd name="connsiteX239" fmla="*/ 430195 w 4159710"/>
                <a:gd name="connsiteY239" fmla="*/ 1681081 h 5786598"/>
                <a:gd name="connsiteX240" fmla="*/ 422631 w 4159710"/>
                <a:gd name="connsiteY240" fmla="*/ 1683073 h 5786598"/>
                <a:gd name="connsiteX241" fmla="*/ 355310 w 4159710"/>
                <a:gd name="connsiteY241" fmla="*/ 1643823 h 5786598"/>
                <a:gd name="connsiteX242" fmla="*/ 315776 w 4159710"/>
                <a:gd name="connsiteY242" fmla="*/ 1493723 h 5786598"/>
                <a:gd name="connsiteX243" fmla="*/ 355027 w 4159710"/>
                <a:gd name="connsiteY243" fmla="*/ 1426402 h 5786598"/>
                <a:gd name="connsiteX244" fmla="*/ 362591 w 4159710"/>
                <a:gd name="connsiteY244" fmla="*/ 1424410 h 5786598"/>
                <a:gd name="connsiteX245" fmla="*/ 420261 w 4159710"/>
                <a:gd name="connsiteY245" fmla="*/ 1444022 h 5786598"/>
                <a:gd name="connsiteX246" fmla="*/ 427578 w 4159710"/>
                <a:gd name="connsiteY246" fmla="*/ 1458912 h 5786598"/>
                <a:gd name="connsiteX247" fmla="*/ 426045 w 4159710"/>
                <a:gd name="connsiteY247" fmla="*/ 1453091 h 5786598"/>
                <a:gd name="connsiteX248" fmla="*/ 462607 w 4159710"/>
                <a:gd name="connsiteY248" fmla="*/ 1390382 h 5786598"/>
                <a:gd name="connsiteX249" fmla="*/ 469653 w 4159710"/>
                <a:gd name="connsiteY249" fmla="*/ 1388526 h 5786598"/>
                <a:gd name="connsiteX250" fmla="*/ 532361 w 4159710"/>
                <a:gd name="connsiteY250" fmla="*/ 1425088 h 5786598"/>
                <a:gd name="connsiteX251" fmla="*/ 549415 w 4159710"/>
                <a:gd name="connsiteY251" fmla="*/ 1489834 h 5786598"/>
                <a:gd name="connsiteX252" fmla="*/ 840002 w 4159710"/>
                <a:gd name="connsiteY252" fmla="*/ 1334084 h 5786598"/>
                <a:gd name="connsiteX253" fmla="*/ 840607 w 4159710"/>
                <a:gd name="connsiteY253" fmla="*/ 1338857 h 5786598"/>
                <a:gd name="connsiteX254" fmla="*/ 1112835 w 4159710"/>
                <a:gd name="connsiteY254" fmla="*/ 1315078 h 5786598"/>
                <a:gd name="connsiteX255" fmla="*/ 2288860 w 4159710"/>
                <a:gd name="connsiteY255" fmla="*/ 137025 h 5786598"/>
                <a:gd name="connsiteX256" fmla="*/ 2281236 w 4159710"/>
                <a:gd name="connsiteY256" fmla="*/ 99263 h 5786598"/>
                <a:gd name="connsiteX257" fmla="*/ 2380499 w 4159710"/>
                <a:gd name="connsiteY257" fmla="*/ 0 h 578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159710" h="5786598">
                  <a:moveTo>
                    <a:pt x="1022274" y="5419078"/>
                  </a:moveTo>
                  <a:lnTo>
                    <a:pt x="976163" y="5507455"/>
                  </a:lnTo>
                  <a:lnTo>
                    <a:pt x="1068385" y="5507455"/>
                  </a:lnTo>
                  <a:close/>
                  <a:moveTo>
                    <a:pt x="1318025" y="5289802"/>
                  </a:moveTo>
                  <a:lnTo>
                    <a:pt x="1204463" y="5507455"/>
                  </a:lnTo>
                  <a:lnTo>
                    <a:pt x="1431587" y="5507455"/>
                  </a:lnTo>
                  <a:close/>
                  <a:moveTo>
                    <a:pt x="708685" y="5255614"/>
                  </a:moveTo>
                  <a:lnTo>
                    <a:pt x="577286" y="5507455"/>
                  </a:lnTo>
                  <a:lnTo>
                    <a:pt x="840085" y="5507455"/>
                  </a:lnTo>
                  <a:close/>
                  <a:moveTo>
                    <a:pt x="1203875" y="5071022"/>
                  </a:moveTo>
                  <a:lnTo>
                    <a:pt x="1053938" y="5358390"/>
                  </a:lnTo>
                  <a:lnTo>
                    <a:pt x="1131714" y="5507455"/>
                  </a:lnTo>
                  <a:lnTo>
                    <a:pt x="1141134" y="5507455"/>
                  </a:lnTo>
                  <a:lnTo>
                    <a:pt x="1286361" y="5229113"/>
                  </a:lnTo>
                  <a:close/>
                  <a:moveTo>
                    <a:pt x="822835" y="5036834"/>
                  </a:moveTo>
                  <a:lnTo>
                    <a:pt x="740350" y="5194926"/>
                  </a:lnTo>
                  <a:lnTo>
                    <a:pt x="903414" y="5507455"/>
                  </a:lnTo>
                  <a:lnTo>
                    <a:pt x="912834" y="5507455"/>
                  </a:lnTo>
                  <a:lnTo>
                    <a:pt x="990609" y="5358390"/>
                  </a:lnTo>
                  <a:close/>
                  <a:moveTo>
                    <a:pt x="1451724" y="5033553"/>
                  </a:moveTo>
                  <a:lnTo>
                    <a:pt x="1355112" y="5218720"/>
                  </a:lnTo>
                  <a:lnTo>
                    <a:pt x="1505762" y="5507455"/>
                  </a:lnTo>
                  <a:lnTo>
                    <a:pt x="1698986" y="5507455"/>
                  </a:lnTo>
                  <a:close/>
                  <a:moveTo>
                    <a:pt x="574986" y="4999366"/>
                  </a:moveTo>
                  <a:lnTo>
                    <a:pt x="309887" y="5507455"/>
                  </a:lnTo>
                  <a:lnTo>
                    <a:pt x="503111" y="5507455"/>
                  </a:lnTo>
                  <a:lnTo>
                    <a:pt x="671598" y="5184533"/>
                  </a:lnTo>
                  <a:close/>
                  <a:moveTo>
                    <a:pt x="1290352" y="4905281"/>
                  </a:moveTo>
                  <a:lnTo>
                    <a:pt x="1240962" y="4999940"/>
                  </a:lnTo>
                  <a:lnTo>
                    <a:pt x="1323448" y="5158032"/>
                  </a:lnTo>
                  <a:lnTo>
                    <a:pt x="1420060" y="4972866"/>
                  </a:lnTo>
                  <a:lnTo>
                    <a:pt x="1384797" y="4905281"/>
                  </a:lnTo>
                  <a:close/>
                  <a:moveTo>
                    <a:pt x="1191573" y="4905281"/>
                  </a:moveTo>
                  <a:lnTo>
                    <a:pt x="1209298" y="4939252"/>
                  </a:lnTo>
                  <a:lnTo>
                    <a:pt x="1227023" y="4905281"/>
                  </a:lnTo>
                  <a:close/>
                  <a:moveTo>
                    <a:pt x="891474" y="4905281"/>
                  </a:moveTo>
                  <a:lnTo>
                    <a:pt x="854499" y="4976146"/>
                  </a:lnTo>
                  <a:lnTo>
                    <a:pt x="1022274" y="5297702"/>
                  </a:lnTo>
                  <a:lnTo>
                    <a:pt x="1172210" y="5010334"/>
                  </a:lnTo>
                  <a:lnTo>
                    <a:pt x="1117398" y="4905281"/>
                  </a:lnTo>
                  <a:close/>
                  <a:moveTo>
                    <a:pt x="624075" y="4905281"/>
                  </a:moveTo>
                  <a:lnTo>
                    <a:pt x="606650" y="4938678"/>
                  </a:lnTo>
                  <a:lnTo>
                    <a:pt x="703262" y="5123845"/>
                  </a:lnTo>
                  <a:lnTo>
                    <a:pt x="785748" y="4965752"/>
                  </a:lnTo>
                  <a:lnTo>
                    <a:pt x="754196" y="4905281"/>
                  </a:lnTo>
                  <a:close/>
                  <a:moveTo>
                    <a:pt x="1286363" y="4716622"/>
                  </a:moveTo>
                  <a:lnTo>
                    <a:pt x="1286363" y="4742928"/>
                  </a:lnTo>
                  <a:lnTo>
                    <a:pt x="1280308" y="4772921"/>
                  </a:lnTo>
                  <a:lnTo>
                    <a:pt x="1315738" y="4772921"/>
                  </a:lnTo>
                  <a:close/>
                  <a:moveTo>
                    <a:pt x="760478" y="4643851"/>
                  </a:moveTo>
                  <a:lnTo>
                    <a:pt x="693135" y="4772921"/>
                  </a:lnTo>
                  <a:lnTo>
                    <a:pt x="766533" y="4772921"/>
                  </a:lnTo>
                  <a:lnTo>
                    <a:pt x="760478" y="4742928"/>
                  </a:lnTo>
                  <a:close/>
                  <a:moveTo>
                    <a:pt x="1286363" y="4116690"/>
                  </a:moveTo>
                  <a:lnTo>
                    <a:pt x="1286363" y="4574458"/>
                  </a:lnTo>
                  <a:lnTo>
                    <a:pt x="1389913" y="4772921"/>
                  </a:lnTo>
                  <a:lnTo>
                    <a:pt x="1441619" y="4772921"/>
                  </a:lnTo>
                  <a:lnTo>
                    <a:pt x="1441619" y="4116690"/>
                  </a:lnTo>
                  <a:close/>
                  <a:moveTo>
                    <a:pt x="582362" y="4116689"/>
                  </a:moveTo>
                  <a:lnTo>
                    <a:pt x="582362" y="4772921"/>
                  </a:lnTo>
                  <a:lnTo>
                    <a:pt x="618960" y="4772921"/>
                  </a:lnTo>
                  <a:lnTo>
                    <a:pt x="760478" y="4501687"/>
                  </a:lnTo>
                  <a:lnTo>
                    <a:pt x="760478" y="4116689"/>
                  </a:lnTo>
                  <a:close/>
                  <a:moveTo>
                    <a:pt x="1286363" y="3949802"/>
                  </a:moveTo>
                  <a:lnTo>
                    <a:pt x="1286363" y="4070970"/>
                  </a:lnTo>
                  <a:lnTo>
                    <a:pt x="1441619" y="4070970"/>
                  </a:lnTo>
                  <a:lnTo>
                    <a:pt x="1441619" y="3949802"/>
                  </a:lnTo>
                  <a:close/>
                  <a:moveTo>
                    <a:pt x="582362" y="3949801"/>
                  </a:moveTo>
                  <a:lnTo>
                    <a:pt x="582362" y="4070970"/>
                  </a:lnTo>
                  <a:lnTo>
                    <a:pt x="760478" y="4070970"/>
                  </a:lnTo>
                  <a:lnTo>
                    <a:pt x="760478" y="3949801"/>
                  </a:lnTo>
                  <a:close/>
                  <a:moveTo>
                    <a:pt x="1286363" y="3781025"/>
                  </a:moveTo>
                  <a:lnTo>
                    <a:pt x="1286363" y="3904082"/>
                  </a:lnTo>
                  <a:lnTo>
                    <a:pt x="1441619" y="3904082"/>
                  </a:lnTo>
                  <a:lnTo>
                    <a:pt x="1441619" y="3781025"/>
                  </a:lnTo>
                  <a:close/>
                  <a:moveTo>
                    <a:pt x="582362" y="3781025"/>
                  </a:moveTo>
                  <a:lnTo>
                    <a:pt x="582362" y="3904082"/>
                  </a:lnTo>
                  <a:lnTo>
                    <a:pt x="760478" y="3904082"/>
                  </a:lnTo>
                  <a:lnTo>
                    <a:pt x="760478" y="3781025"/>
                  </a:lnTo>
                  <a:close/>
                  <a:moveTo>
                    <a:pt x="1174823" y="2986866"/>
                  </a:moveTo>
                  <a:cubicBezTo>
                    <a:pt x="1163799" y="2986866"/>
                    <a:pt x="1154863" y="2995802"/>
                    <a:pt x="1154863" y="3006826"/>
                  </a:cubicBezTo>
                  <a:lnTo>
                    <a:pt x="1154863" y="3388285"/>
                  </a:lnTo>
                  <a:cubicBezTo>
                    <a:pt x="1154863" y="3399309"/>
                    <a:pt x="1163799" y="3408245"/>
                    <a:pt x="1174823" y="3408245"/>
                  </a:cubicBezTo>
                  <a:lnTo>
                    <a:pt x="1254662" y="3408245"/>
                  </a:lnTo>
                  <a:cubicBezTo>
                    <a:pt x="1265686" y="3408245"/>
                    <a:pt x="1274622" y="3399309"/>
                    <a:pt x="1274622" y="3388285"/>
                  </a:cubicBezTo>
                  <a:lnTo>
                    <a:pt x="1274622" y="3006826"/>
                  </a:lnTo>
                  <a:cubicBezTo>
                    <a:pt x="1274622" y="2995802"/>
                    <a:pt x="1265686" y="2986866"/>
                    <a:pt x="1254662" y="2986866"/>
                  </a:cubicBezTo>
                  <a:close/>
                  <a:moveTo>
                    <a:pt x="694919" y="2986866"/>
                  </a:moveTo>
                  <a:cubicBezTo>
                    <a:pt x="685797" y="2986866"/>
                    <a:pt x="678402" y="2994261"/>
                    <a:pt x="678402" y="3003383"/>
                  </a:cubicBezTo>
                  <a:lnTo>
                    <a:pt x="678402" y="3391728"/>
                  </a:lnTo>
                  <a:cubicBezTo>
                    <a:pt x="678402" y="3400850"/>
                    <a:pt x="685797" y="3408245"/>
                    <a:pt x="694919" y="3408245"/>
                  </a:cubicBezTo>
                  <a:lnTo>
                    <a:pt x="760984" y="3408245"/>
                  </a:lnTo>
                  <a:cubicBezTo>
                    <a:pt x="770106" y="3408245"/>
                    <a:pt x="777501" y="3400850"/>
                    <a:pt x="777501" y="3391728"/>
                  </a:cubicBezTo>
                  <a:lnTo>
                    <a:pt x="777501" y="3003383"/>
                  </a:lnTo>
                  <a:cubicBezTo>
                    <a:pt x="777501" y="2994261"/>
                    <a:pt x="770106" y="2986866"/>
                    <a:pt x="760984" y="2986866"/>
                  </a:cubicBezTo>
                  <a:close/>
                  <a:moveTo>
                    <a:pt x="502584" y="2986866"/>
                  </a:moveTo>
                  <a:cubicBezTo>
                    <a:pt x="493462" y="2986866"/>
                    <a:pt x="486067" y="2994261"/>
                    <a:pt x="486067" y="3003383"/>
                  </a:cubicBezTo>
                  <a:lnTo>
                    <a:pt x="486067" y="3391728"/>
                  </a:lnTo>
                  <a:cubicBezTo>
                    <a:pt x="486067" y="3400850"/>
                    <a:pt x="493462" y="3408245"/>
                    <a:pt x="502584" y="3408245"/>
                  </a:cubicBezTo>
                  <a:lnTo>
                    <a:pt x="568649" y="3408245"/>
                  </a:lnTo>
                  <a:cubicBezTo>
                    <a:pt x="577771" y="3408245"/>
                    <a:pt x="585166" y="3400850"/>
                    <a:pt x="585166" y="3391728"/>
                  </a:cubicBezTo>
                  <a:lnTo>
                    <a:pt x="585166" y="3003383"/>
                  </a:lnTo>
                  <a:cubicBezTo>
                    <a:pt x="585166" y="2994261"/>
                    <a:pt x="577771" y="2986866"/>
                    <a:pt x="568649" y="2986866"/>
                  </a:cubicBezTo>
                  <a:close/>
                  <a:moveTo>
                    <a:pt x="310249" y="2986866"/>
                  </a:moveTo>
                  <a:cubicBezTo>
                    <a:pt x="301127" y="2986866"/>
                    <a:pt x="293732" y="2994261"/>
                    <a:pt x="293732" y="3003383"/>
                  </a:cubicBezTo>
                  <a:lnTo>
                    <a:pt x="293732" y="3391728"/>
                  </a:lnTo>
                  <a:cubicBezTo>
                    <a:pt x="293732" y="3400850"/>
                    <a:pt x="301127" y="3408245"/>
                    <a:pt x="310249" y="3408245"/>
                  </a:cubicBezTo>
                  <a:lnTo>
                    <a:pt x="376314" y="3408245"/>
                  </a:lnTo>
                  <a:cubicBezTo>
                    <a:pt x="385436" y="3408245"/>
                    <a:pt x="392831" y="3400850"/>
                    <a:pt x="392831" y="3391728"/>
                  </a:cubicBezTo>
                  <a:lnTo>
                    <a:pt x="392831" y="3003383"/>
                  </a:lnTo>
                  <a:cubicBezTo>
                    <a:pt x="392831" y="2994261"/>
                    <a:pt x="385436" y="2986866"/>
                    <a:pt x="376314" y="2986866"/>
                  </a:cubicBezTo>
                  <a:close/>
                  <a:moveTo>
                    <a:pt x="871284" y="2156869"/>
                  </a:moveTo>
                  <a:lnTo>
                    <a:pt x="249133" y="2819733"/>
                  </a:lnTo>
                  <a:lnTo>
                    <a:pt x="830389" y="2819733"/>
                  </a:lnTo>
                  <a:close/>
                  <a:moveTo>
                    <a:pt x="1322149" y="1457297"/>
                  </a:moveTo>
                  <a:lnTo>
                    <a:pt x="1134233" y="1473712"/>
                  </a:lnTo>
                  <a:lnTo>
                    <a:pt x="1155963" y="1825935"/>
                  </a:lnTo>
                  <a:lnTo>
                    <a:pt x="1248284" y="1825935"/>
                  </a:lnTo>
                  <a:cubicBezTo>
                    <a:pt x="1253432" y="1825935"/>
                    <a:pt x="1257606" y="1830109"/>
                    <a:pt x="1257606" y="1835257"/>
                  </a:cubicBezTo>
                  <a:lnTo>
                    <a:pt x="1257606" y="1872543"/>
                  </a:lnTo>
                  <a:cubicBezTo>
                    <a:pt x="1257606" y="1877691"/>
                    <a:pt x="1253432" y="1881866"/>
                    <a:pt x="1248284" y="1881866"/>
                  </a:cubicBezTo>
                  <a:lnTo>
                    <a:pt x="1159414" y="1881866"/>
                  </a:lnTo>
                  <a:lnTo>
                    <a:pt x="1170086" y="2054855"/>
                  </a:lnTo>
                  <a:lnTo>
                    <a:pt x="1233364" y="2054855"/>
                  </a:lnTo>
                  <a:cubicBezTo>
                    <a:pt x="1241359" y="2054855"/>
                    <a:pt x="1247840" y="2061336"/>
                    <a:pt x="1247840" y="2069332"/>
                  </a:cubicBezTo>
                  <a:lnTo>
                    <a:pt x="1247840" y="2127235"/>
                  </a:lnTo>
                  <a:cubicBezTo>
                    <a:pt x="1247840" y="2135230"/>
                    <a:pt x="1241359" y="2141711"/>
                    <a:pt x="1233364" y="2141711"/>
                  </a:cubicBezTo>
                  <a:lnTo>
                    <a:pt x="1175445" y="2141711"/>
                  </a:lnTo>
                  <a:lnTo>
                    <a:pt x="1217275" y="2819733"/>
                  </a:lnTo>
                  <a:lnTo>
                    <a:pt x="1538655" y="2819733"/>
                  </a:lnTo>
                  <a:lnTo>
                    <a:pt x="1538655" y="2916015"/>
                  </a:lnTo>
                  <a:lnTo>
                    <a:pt x="1834975" y="2426775"/>
                  </a:lnTo>
                  <a:close/>
                  <a:moveTo>
                    <a:pt x="2470117" y="140636"/>
                  </a:moveTo>
                  <a:lnTo>
                    <a:pt x="2450688" y="169453"/>
                  </a:lnTo>
                  <a:cubicBezTo>
                    <a:pt x="2432725" y="187416"/>
                    <a:pt x="2407910" y="198526"/>
                    <a:pt x="2380499" y="198526"/>
                  </a:cubicBezTo>
                  <a:cubicBezTo>
                    <a:pt x="2366794" y="198526"/>
                    <a:pt x="2353737" y="195749"/>
                    <a:pt x="2341862" y="190726"/>
                  </a:cubicBezTo>
                  <a:lnTo>
                    <a:pt x="2319689" y="175776"/>
                  </a:lnTo>
                  <a:lnTo>
                    <a:pt x="1188989" y="1308426"/>
                  </a:lnTo>
                  <a:lnTo>
                    <a:pt x="1342990" y="1294974"/>
                  </a:lnTo>
                  <a:lnTo>
                    <a:pt x="1353866" y="1419480"/>
                  </a:lnTo>
                  <a:lnTo>
                    <a:pt x="1862584" y="2381191"/>
                  </a:lnTo>
                  <a:lnTo>
                    <a:pt x="3029209" y="455030"/>
                  </a:lnTo>
                  <a:close/>
                  <a:moveTo>
                    <a:pt x="2380499" y="0"/>
                  </a:moveTo>
                  <a:cubicBezTo>
                    <a:pt x="2435320" y="0"/>
                    <a:pt x="2479762" y="44442"/>
                    <a:pt x="2479762" y="99263"/>
                  </a:cubicBezTo>
                  <a:lnTo>
                    <a:pt x="2478311" y="106448"/>
                  </a:lnTo>
                  <a:lnTo>
                    <a:pt x="3219890" y="215733"/>
                  </a:lnTo>
                  <a:lnTo>
                    <a:pt x="3217054" y="220776"/>
                  </a:lnTo>
                  <a:lnTo>
                    <a:pt x="4067223" y="1004298"/>
                  </a:lnTo>
                  <a:lnTo>
                    <a:pt x="4069653" y="1000693"/>
                  </a:lnTo>
                  <a:cubicBezTo>
                    <a:pt x="4079200" y="991147"/>
                    <a:pt x="4092388" y="985242"/>
                    <a:pt x="4106956" y="985242"/>
                  </a:cubicBezTo>
                  <a:cubicBezTo>
                    <a:pt x="4136091" y="985242"/>
                    <a:pt x="4159710" y="1008861"/>
                    <a:pt x="4159710" y="1037996"/>
                  </a:cubicBezTo>
                  <a:cubicBezTo>
                    <a:pt x="4159710" y="1067131"/>
                    <a:pt x="4136091" y="1090750"/>
                    <a:pt x="4106956" y="1090750"/>
                  </a:cubicBezTo>
                  <a:cubicBezTo>
                    <a:pt x="4077821" y="1090750"/>
                    <a:pt x="4054202" y="1067131"/>
                    <a:pt x="4054202" y="1037996"/>
                  </a:cubicBezTo>
                  <a:cubicBezTo>
                    <a:pt x="4054202" y="1030713"/>
                    <a:pt x="4055678" y="1023773"/>
                    <a:pt x="4058348" y="1017462"/>
                  </a:cubicBezTo>
                  <a:lnTo>
                    <a:pt x="4060261" y="1014623"/>
                  </a:lnTo>
                  <a:lnTo>
                    <a:pt x="3137412" y="519074"/>
                  </a:lnTo>
                  <a:lnTo>
                    <a:pt x="1538655" y="3357254"/>
                  </a:lnTo>
                  <a:lnTo>
                    <a:pt x="1538655" y="3364856"/>
                  </a:lnTo>
                  <a:lnTo>
                    <a:pt x="1696915" y="3364856"/>
                  </a:lnTo>
                  <a:lnTo>
                    <a:pt x="1696915" y="3781025"/>
                  </a:lnTo>
                  <a:lnTo>
                    <a:pt x="1487338" y="3781025"/>
                  </a:lnTo>
                  <a:lnTo>
                    <a:pt x="1487338" y="3904082"/>
                  </a:lnTo>
                  <a:lnTo>
                    <a:pt x="1563403" y="3904082"/>
                  </a:lnTo>
                  <a:cubicBezTo>
                    <a:pt x="1576028" y="3904082"/>
                    <a:pt x="1586263" y="3914317"/>
                    <a:pt x="1586263" y="3926942"/>
                  </a:cubicBezTo>
                  <a:lnTo>
                    <a:pt x="1586262" y="3926942"/>
                  </a:lnTo>
                  <a:cubicBezTo>
                    <a:pt x="1586262" y="3939567"/>
                    <a:pt x="1576027" y="3949802"/>
                    <a:pt x="1563402" y="3949802"/>
                  </a:cubicBezTo>
                  <a:lnTo>
                    <a:pt x="1487338" y="3949802"/>
                  </a:lnTo>
                  <a:lnTo>
                    <a:pt x="1487338" y="4070970"/>
                  </a:lnTo>
                  <a:lnTo>
                    <a:pt x="1563403" y="4070970"/>
                  </a:lnTo>
                  <a:cubicBezTo>
                    <a:pt x="1576028" y="4070970"/>
                    <a:pt x="1586263" y="4081205"/>
                    <a:pt x="1586263" y="4093830"/>
                  </a:cubicBezTo>
                  <a:lnTo>
                    <a:pt x="1586262" y="4093830"/>
                  </a:lnTo>
                  <a:cubicBezTo>
                    <a:pt x="1586262" y="4106455"/>
                    <a:pt x="1576027" y="4116690"/>
                    <a:pt x="1563402" y="4116690"/>
                  </a:cubicBezTo>
                  <a:lnTo>
                    <a:pt x="1487338" y="4116690"/>
                  </a:lnTo>
                  <a:lnTo>
                    <a:pt x="1487338" y="4772921"/>
                  </a:lnTo>
                  <a:lnTo>
                    <a:pt x="1529674" y="4772921"/>
                  </a:lnTo>
                  <a:cubicBezTo>
                    <a:pt x="1560927" y="4772921"/>
                    <a:pt x="1586262" y="4798256"/>
                    <a:pt x="1586262" y="4829509"/>
                  </a:cubicBezTo>
                  <a:lnTo>
                    <a:pt x="1586262" y="4848693"/>
                  </a:lnTo>
                  <a:cubicBezTo>
                    <a:pt x="1586262" y="4879946"/>
                    <a:pt x="1560927" y="4905281"/>
                    <a:pt x="1529674" y="4905281"/>
                  </a:cubicBezTo>
                  <a:lnTo>
                    <a:pt x="1518652" y="4905281"/>
                  </a:lnTo>
                  <a:lnTo>
                    <a:pt x="1488812" y="4962472"/>
                  </a:lnTo>
                  <a:lnTo>
                    <a:pt x="1773161" y="5507455"/>
                  </a:lnTo>
                  <a:lnTo>
                    <a:pt x="1945385" y="5507455"/>
                  </a:lnTo>
                  <a:cubicBezTo>
                    <a:pt x="1984041" y="5507455"/>
                    <a:pt x="2015377" y="5538791"/>
                    <a:pt x="2015377" y="5577447"/>
                  </a:cubicBezTo>
                  <a:lnTo>
                    <a:pt x="2015377" y="5716606"/>
                  </a:lnTo>
                  <a:cubicBezTo>
                    <a:pt x="2015377" y="5755262"/>
                    <a:pt x="1984041" y="5786598"/>
                    <a:pt x="1945385" y="5786598"/>
                  </a:cubicBezTo>
                  <a:lnTo>
                    <a:pt x="166286" y="5786598"/>
                  </a:lnTo>
                  <a:cubicBezTo>
                    <a:pt x="127630" y="5786598"/>
                    <a:pt x="96294" y="5755262"/>
                    <a:pt x="96294" y="5716606"/>
                  </a:cubicBezTo>
                  <a:lnTo>
                    <a:pt x="96294" y="5577447"/>
                  </a:lnTo>
                  <a:cubicBezTo>
                    <a:pt x="96294" y="5538791"/>
                    <a:pt x="127630" y="5507455"/>
                    <a:pt x="166286" y="5507455"/>
                  </a:cubicBezTo>
                  <a:lnTo>
                    <a:pt x="235712" y="5507455"/>
                  </a:lnTo>
                  <a:lnTo>
                    <a:pt x="537898" y="4928284"/>
                  </a:lnTo>
                  <a:lnTo>
                    <a:pt x="525896" y="4905281"/>
                  </a:lnTo>
                  <a:lnTo>
                    <a:pt x="517166" y="4905281"/>
                  </a:lnTo>
                  <a:cubicBezTo>
                    <a:pt x="485913" y="4905281"/>
                    <a:pt x="460578" y="4879946"/>
                    <a:pt x="460578" y="4848693"/>
                  </a:cubicBezTo>
                  <a:lnTo>
                    <a:pt x="460578" y="4829509"/>
                  </a:lnTo>
                  <a:cubicBezTo>
                    <a:pt x="460578" y="4798256"/>
                    <a:pt x="485913" y="4772921"/>
                    <a:pt x="517166" y="4772921"/>
                  </a:cubicBezTo>
                  <a:lnTo>
                    <a:pt x="536643" y="4772921"/>
                  </a:lnTo>
                  <a:lnTo>
                    <a:pt x="536643" y="4116689"/>
                  </a:lnTo>
                  <a:lnTo>
                    <a:pt x="483438" y="4116689"/>
                  </a:lnTo>
                  <a:cubicBezTo>
                    <a:pt x="477126" y="4116689"/>
                    <a:pt x="471411" y="4114130"/>
                    <a:pt x="467274" y="4109993"/>
                  </a:cubicBezTo>
                  <a:lnTo>
                    <a:pt x="460578" y="4093829"/>
                  </a:lnTo>
                  <a:lnTo>
                    <a:pt x="467274" y="4077665"/>
                  </a:lnTo>
                  <a:cubicBezTo>
                    <a:pt x="471411" y="4073529"/>
                    <a:pt x="477126" y="4070970"/>
                    <a:pt x="483438" y="4070970"/>
                  </a:cubicBezTo>
                  <a:lnTo>
                    <a:pt x="536643" y="4070970"/>
                  </a:lnTo>
                  <a:lnTo>
                    <a:pt x="536643" y="3949801"/>
                  </a:lnTo>
                  <a:lnTo>
                    <a:pt x="483438" y="3949801"/>
                  </a:lnTo>
                  <a:cubicBezTo>
                    <a:pt x="477126" y="3949801"/>
                    <a:pt x="471411" y="3947242"/>
                    <a:pt x="467274" y="3943105"/>
                  </a:cubicBezTo>
                  <a:lnTo>
                    <a:pt x="460578" y="3926941"/>
                  </a:lnTo>
                  <a:lnTo>
                    <a:pt x="467274" y="3910777"/>
                  </a:lnTo>
                  <a:cubicBezTo>
                    <a:pt x="471411" y="3906640"/>
                    <a:pt x="477126" y="3904082"/>
                    <a:pt x="483438" y="3904082"/>
                  </a:cubicBezTo>
                  <a:lnTo>
                    <a:pt x="536643" y="3904082"/>
                  </a:lnTo>
                  <a:lnTo>
                    <a:pt x="536643" y="3781025"/>
                  </a:lnTo>
                  <a:lnTo>
                    <a:pt x="0" y="3781025"/>
                  </a:lnTo>
                  <a:lnTo>
                    <a:pt x="0" y="3364856"/>
                  </a:lnTo>
                  <a:lnTo>
                    <a:pt x="1" y="3364856"/>
                  </a:lnTo>
                  <a:lnTo>
                    <a:pt x="1" y="2819733"/>
                  </a:lnTo>
                  <a:lnTo>
                    <a:pt x="186431" y="2819733"/>
                  </a:lnTo>
                  <a:lnTo>
                    <a:pt x="823097" y="2141404"/>
                  </a:lnTo>
                  <a:lnTo>
                    <a:pt x="813602" y="2137471"/>
                  </a:lnTo>
                  <a:cubicBezTo>
                    <a:pt x="810982" y="2134852"/>
                    <a:pt x="809362" y="2131233"/>
                    <a:pt x="809362" y="2127235"/>
                  </a:cubicBezTo>
                  <a:lnTo>
                    <a:pt x="809362" y="2069332"/>
                  </a:lnTo>
                  <a:cubicBezTo>
                    <a:pt x="809362" y="2061336"/>
                    <a:pt x="815843" y="2054855"/>
                    <a:pt x="823838" y="2054855"/>
                  </a:cubicBezTo>
                  <a:lnTo>
                    <a:pt x="877577" y="2054855"/>
                  </a:lnTo>
                  <a:lnTo>
                    <a:pt x="888250" y="1881866"/>
                  </a:lnTo>
                  <a:lnTo>
                    <a:pt x="828450" y="1881866"/>
                  </a:lnTo>
                  <a:cubicBezTo>
                    <a:pt x="823302" y="1881866"/>
                    <a:pt x="819128" y="1877691"/>
                    <a:pt x="819128" y="1872543"/>
                  </a:cubicBezTo>
                  <a:lnTo>
                    <a:pt x="819128" y="1835257"/>
                  </a:lnTo>
                  <a:cubicBezTo>
                    <a:pt x="819128" y="1830109"/>
                    <a:pt x="823302" y="1825935"/>
                    <a:pt x="828450" y="1825935"/>
                  </a:cubicBezTo>
                  <a:lnTo>
                    <a:pt x="891700" y="1825935"/>
                  </a:lnTo>
                  <a:lnTo>
                    <a:pt x="912234" y="1493103"/>
                  </a:lnTo>
                  <a:lnTo>
                    <a:pt x="860727" y="1497602"/>
                  </a:lnTo>
                  <a:lnTo>
                    <a:pt x="861169" y="1501090"/>
                  </a:lnTo>
                  <a:lnTo>
                    <a:pt x="562355" y="1538964"/>
                  </a:lnTo>
                  <a:lnTo>
                    <a:pt x="573819" y="1582489"/>
                  </a:lnTo>
                  <a:cubicBezTo>
                    <a:pt x="581039" y="1609902"/>
                    <a:pt x="564670" y="1637977"/>
                    <a:pt x="537257" y="1645198"/>
                  </a:cubicBezTo>
                  <a:lnTo>
                    <a:pt x="530211" y="1647053"/>
                  </a:lnTo>
                  <a:cubicBezTo>
                    <a:pt x="509651" y="1652468"/>
                    <a:pt x="488719" y="1644615"/>
                    <a:pt x="476492" y="1628784"/>
                  </a:cubicBezTo>
                  <a:lnTo>
                    <a:pt x="469491" y="1614538"/>
                  </a:lnTo>
                  <a:lnTo>
                    <a:pt x="470721" y="1635605"/>
                  </a:lnTo>
                  <a:cubicBezTo>
                    <a:pt x="467670" y="1656861"/>
                    <a:pt x="452267" y="1675268"/>
                    <a:pt x="430195" y="1681081"/>
                  </a:cubicBezTo>
                  <a:lnTo>
                    <a:pt x="422631" y="1683073"/>
                  </a:lnTo>
                  <a:cubicBezTo>
                    <a:pt x="393202" y="1690825"/>
                    <a:pt x="363062" y="1673252"/>
                    <a:pt x="355310" y="1643823"/>
                  </a:cubicBezTo>
                  <a:lnTo>
                    <a:pt x="315776" y="1493723"/>
                  </a:lnTo>
                  <a:cubicBezTo>
                    <a:pt x="308025" y="1464294"/>
                    <a:pt x="325598" y="1434153"/>
                    <a:pt x="355027" y="1426402"/>
                  </a:cubicBezTo>
                  <a:lnTo>
                    <a:pt x="362591" y="1424410"/>
                  </a:lnTo>
                  <a:cubicBezTo>
                    <a:pt x="384663" y="1418597"/>
                    <a:pt x="407134" y="1427028"/>
                    <a:pt x="420261" y="1444022"/>
                  </a:cubicBezTo>
                  <a:lnTo>
                    <a:pt x="427578" y="1458912"/>
                  </a:lnTo>
                  <a:lnTo>
                    <a:pt x="426045" y="1453091"/>
                  </a:lnTo>
                  <a:cubicBezTo>
                    <a:pt x="418825" y="1425678"/>
                    <a:pt x="435194" y="1397602"/>
                    <a:pt x="462607" y="1390382"/>
                  </a:cubicBezTo>
                  <a:lnTo>
                    <a:pt x="469653" y="1388526"/>
                  </a:lnTo>
                  <a:cubicBezTo>
                    <a:pt x="497066" y="1381306"/>
                    <a:pt x="525141" y="1397675"/>
                    <a:pt x="532361" y="1425088"/>
                  </a:cubicBezTo>
                  <a:lnTo>
                    <a:pt x="549415" y="1489834"/>
                  </a:lnTo>
                  <a:lnTo>
                    <a:pt x="840002" y="1334084"/>
                  </a:lnTo>
                  <a:lnTo>
                    <a:pt x="840607" y="1338857"/>
                  </a:lnTo>
                  <a:lnTo>
                    <a:pt x="1112835" y="1315078"/>
                  </a:lnTo>
                  <a:lnTo>
                    <a:pt x="2288860" y="137025"/>
                  </a:lnTo>
                  <a:lnTo>
                    <a:pt x="2281236" y="99263"/>
                  </a:lnTo>
                  <a:cubicBezTo>
                    <a:pt x="2281236" y="44442"/>
                    <a:pt x="2325678" y="0"/>
                    <a:pt x="238049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1F46E659-C96B-4800-B885-0D2933FFFCB5}"/>
                </a:ext>
              </a:extLst>
            </p:cNvPr>
            <p:cNvSpPr/>
            <p:nvPr/>
          </p:nvSpPr>
          <p:spPr>
            <a:xfrm>
              <a:off x="9997743" y="4684899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14906CAE-C81E-4341-8D42-938CCF1109E6}"/>
                </a:ext>
              </a:extLst>
            </p:cNvPr>
            <p:cNvSpPr/>
            <p:nvPr/>
          </p:nvSpPr>
          <p:spPr>
            <a:xfrm>
              <a:off x="10140836" y="4683371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64165B22-975A-4228-895F-6024C87A81D7}"/>
                </a:ext>
              </a:extLst>
            </p:cNvPr>
            <p:cNvSpPr/>
            <p:nvPr/>
          </p:nvSpPr>
          <p:spPr>
            <a:xfrm>
              <a:off x="10283929" y="4681843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7CAFED08-52ED-4A47-B30F-A448C35E08B5}"/>
                </a:ext>
              </a:extLst>
            </p:cNvPr>
            <p:cNvSpPr/>
            <p:nvPr/>
          </p:nvSpPr>
          <p:spPr>
            <a:xfrm>
              <a:off x="10427022" y="4680315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B828B222-92F0-4D77-B2F9-10C822EB6322}"/>
                </a:ext>
              </a:extLst>
            </p:cNvPr>
            <p:cNvSpPr/>
            <p:nvPr/>
          </p:nvSpPr>
          <p:spPr>
            <a:xfrm>
              <a:off x="10570115" y="4678787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91DF6AFD-FC51-4088-AD39-25059546AD32}"/>
                </a:ext>
              </a:extLst>
            </p:cNvPr>
            <p:cNvSpPr/>
            <p:nvPr/>
          </p:nvSpPr>
          <p:spPr>
            <a:xfrm>
              <a:off x="10426902" y="4469200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E9545D1F-96E8-4F62-B0DA-688845F559C3}"/>
                </a:ext>
              </a:extLst>
            </p:cNvPr>
            <p:cNvSpPr/>
            <p:nvPr/>
          </p:nvSpPr>
          <p:spPr>
            <a:xfrm>
              <a:off x="10423971" y="4574649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6AB524B2-9CD8-449F-830B-C3AD855F7147}"/>
                </a:ext>
              </a:extLst>
            </p:cNvPr>
            <p:cNvSpPr/>
            <p:nvPr/>
          </p:nvSpPr>
          <p:spPr>
            <a:xfrm>
              <a:off x="10279601" y="4579646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F84D3409-3987-44EF-AF6B-7CACFE8CCC39}"/>
                </a:ext>
              </a:extLst>
            </p:cNvPr>
            <p:cNvSpPr/>
            <p:nvPr/>
          </p:nvSpPr>
          <p:spPr>
            <a:xfrm>
              <a:off x="10135231" y="4584643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E4ED8220-2FF8-4B70-ADFE-71719B44F6D6}"/>
                </a:ext>
              </a:extLst>
            </p:cNvPr>
            <p:cNvSpPr/>
            <p:nvPr/>
          </p:nvSpPr>
          <p:spPr>
            <a:xfrm>
              <a:off x="10278001" y="4475188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E66C8BB3-1263-4109-B14D-4380AD355B5A}"/>
                </a:ext>
              </a:extLst>
            </p:cNvPr>
            <p:cNvSpPr/>
            <p:nvPr/>
          </p:nvSpPr>
          <p:spPr>
            <a:xfrm>
              <a:off x="8872841" y="4575108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0BC18BAB-8253-4168-AE3C-5C002804A783}"/>
                </a:ext>
              </a:extLst>
            </p:cNvPr>
            <p:cNvSpPr/>
            <p:nvPr/>
          </p:nvSpPr>
          <p:spPr>
            <a:xfrm>
              <a:off x="8869910" y="4680557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136DDF4C-92FE-49CD-B6FC-F843F421CC2C}"/>
                </a:ext>
              </a:extLst>
            </p:cNvPr>
            <p:cNvSpPr/>
            <p:nvPr/>
          </p:nvSpPr>
          <p:spPr>
            <a:xfrm>
              <a:off x="8725540" y="4685554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4F93ACF1-73EF-4F24-8159-2326F545191B}"/>
                </a:ext>
              </a:extLst>
            </p:cNvPr>
            <p:cNvSpPr/>
            <p:nvPr/>
          </p:nvSpPr>
          <p:spPr>
            <a:xfrm>
              <a:off x="8723940" y="4581096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1" name="Arc 250">
            <a:extLst>
              <a:ext uri="{FF2B5EF4-FFF2-40B4-BE49-F238E27FC236}">
                <a16:creationId xmlns:a16="http://schemas.microsoft.com/office/drawing/2014/main" id="{277269DD-B396-41A3-870A-A60A36CC08AC}"/>
              </a:ext>
            </a:extLst>
          </p:cNvPr>
          <p:cNvSpPr/>
          <p:nvPr/>
        </p:nvSpPr>
        <p:spPr>
          <a:xfrm rot="217216">
            <a:off x="6411905" y="1651452"/>
            <a:ext cx="1754434" cy="1242406"/>
          </a:xfrm>
          <a:prstGeom prst="arc">
            <a:avLst>
              <a:gd name="adj1" fmla="val 10432376"/>
              <a:gd name="adj2" fmla="val 15872702"/>
            </a:avLst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Arc 251">
            <a:extLst>
              <a:ext uri="{FF2B5EF4-FFF2-40B4-BE49-F238E27FC236}">
                <a16:creationId xmlns:a16="http://schemas.microsoft.com/office/drawing/2014/main" id="{F755DF4E-462A-4458-BC9F-660A29FEBF9F}"/>
              </a:ext>
            </a:extLst>
          </p:cNvPr>
          <p:cNvSpPr/>
          <p:nvPr/>
        </p:nvSpPr>
        <p:spPr>
          <a:xfrm rot="1543943">
            <a:off x="3986699" y="1873862"/>
            <a:ext cx="1195643" cy="846697"/>
          </a:xfrm>
          <a:prstGeom prst="arc">
            <a:avLst>
              <a:gd name="adj1" fmla="val 12049713"/>
              <a:gd name="adj2" fmla="val 0"/>
            </a:avLst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1A26B00B-144E-4E15-A9FA-03A0BEFBA00E}"/>
              </a:ext>
            </a:extLst>
          </p:cNvPr>
          <p:cNvSpPr/>
          <p:nvPr/>
        </p:nvSpPr>
        <p:spPr>
          <a:xfrm>
            <a:off x="3618805" y="1669874"/>
            <a:ext cx="637756" cy="306768"/>
          </a:xfrm>
          <a:custGeom>
            <a:avLst/>
            <a:gdLst>
              <a:gd name="connsiteX0" fmla="*/ 1330868 w 1417917"/>
              <a:gd name="connsiteY0" fmla="*/ 154 h 682036"/>
              <a:gd name="connsiteX1" fmla="*/ 1351060 w 1417917"/>
              <a:gd name="connsiteY1" fmla="*/ 11372 h 682036"/>
              <a:gd name="connsiteX2" fmla="*/ 1345227 w 1417917"/>
              <a:gd name="connsiteY2" fmla="*/ 44576 h 682036"/>
              <a:gd name="connsiteX3" fmla="*/ 1317855 w 1417917"/>
              <a:gd name="connsiteY3" fmla="*/ 76434 h 682036"/>
              <a:gd name="connsiteX4" fmla="*/ 1283754 w 1417917"/>
              <a:gd name="connsiteY4" fmla="*/ 73742 h 682036"/>
              <a:gd name="connsiteX5" fmla="*/ 1288689 w 1417917"/>
              <a:gd name="connsiteY5" fmla="*/ 47268 h 682036"/>
              <a:gd name="connsiteX6" fmla="*/ 1307535 w 1417917"/>
              <a:gd name="connsiteY6" fmla="*/ 29320 h 682036"/>
              <a:gd name="connsiteX7" fmla="*/ 1316061 w 1417917"/>
              <a:gd name="connsiteY7" fmla="*/ 603 h 682036"/>
              <a:gd name="connsiteX8" fmla="*/ 1211511 w 1417917"/>
              <a:gd name="connsiteY8" fmla="*/ 20346 h 682036"/>
              <a:gd name="connsiteX9" fmla="*/ 925236 w 1417917"/>
              <a:gd name="connsiteY9" fmla="*/ 167073 h 682036"/>
              <a:gd name="connsiteX10" fmla="*/ 897416 w 1417917"/>
              <a:gd name="connsiteY10" fmla="*/ 174253 h 682036"/>
              <a:gd name="connsiteX11" fmla="*/ 828315 w 1417917"/>
              <a:gd name="connsiteY11" fmla="*/ 163484 h 682036"/>
              <a:gd name="connsiteX12" fmla="*/ 795559 w 1417917"/>
              <a:gd name="connsiteY12" fmla="*/ 133869 h 682036"/>
              <a:gd name="connsiteX13" fmla="*/ 768637 w 1417917"/>
              <a:gd name="connsiteY13" fmla="*/ 146433 h 682036"/>
              <a:gd name="connsiteX14" fmla="*/ 749791 w 1417917"/>
              <a:gd name="connsiteY14" fmla="*/ 150920 h 682036"/>
              <a:gd name="connsiteX15" fmla="*/ 527232 w 1417917"/>
              <a:gd name="connsiteY15" fmla="*/ 115023 h 682036"/>
              <a:gd name="connsiteX16" fmla="*/ 518258 w 1417917"/>
              <a:gd name="connsiteY16" fmla="*/ 83614 h 682036"/>
              <a:gd name="connsiteX17" fmla="*/ 485053 w 1417917"/>
              <a:gd name="connsiteY17" fmla="*/ 87652 h 682036"/>
              <a:gd name="connsiteX18" fmla="*/ 471143 w 1417917"/>
              <a:gd name="connsiteY18" fmla="*/ 95280 h 682036"/>
              <a:gd name="connsiteX19" fmla="*/ 439734 w 1417917"/>
              <a:gd name="connsiteY19" fmla="*/ 100665 h 682036"/>
              <a:gd name="connsiteX20" fmla="*/ 187111 w 1417917"/>
              <a:gd name="connsiteY20" fmla="*/ 61178 h 682036"/>
              <a:gd name="connsiteX21" fmla="*/ 168265 w 1417917"/>
              <a:gd name="connsiteY21" fmla="*/ 64768 h 682036"/>
              <a:gd name="connsiteX22" fmla="*/ 120703 w 1417917"/>
              <a:gd name="connsiteY22" fmla="*/ 95729 h 682036"/>
              <a:gd name="connsiteX23" fmla="*/ 680690 w 1417917"/>
              <a:gd name="connsiteY23" fmla="*/ 280148 h 682036"/>
              <a:gd name="connsiteX24" fmla="*/ 676203 w 1417917"/>
              <a:gd name="connsiteY24" fmla="*/ 285084 h 682036"/>
              <a:gd name="connsiteX25" fmla="*/ 431657 w 1417917"/>
              <a:gd name="connsiteY25" fmla="*/ 412517 h 682036"/>
              <a:gd name="connsiteX26" fmla="*/ 408773 w 1417917"/>
              <a:gd name="connsiteY26" fmla="*/ 409824 h 682036"/>
              <a:gd name="connsiteX27" fmla="*/ 268776 w 1417917"/>
              <a:gd name="connsiteY27" fmla="*/ 324570 h 682036"/>
              <a:gd name="connsiteX28" fmla="*/ 251276 w 1417917"/>
              <a:gd name="connsiteY28" fmla="*/ 319634 h 682036"/>
              <a:gd name="connsiteX29" fmla="*/ 188009 w 1417917"/>
              <a:gd name="connsiteY29" fmla="*/ 348800 h 682036"/>
              <a:gd name="connsiteX30" fmla="*/ 211342 w 1417917"/>
              <a:gd name="connsiteY30" fmla="*/ 451106 h 682036"/>
              <a:gd name="connsiteX31" fmla="*/ 0 w 1417917"/>
              <a:gd name="connsiteY31" fmla="*/ 428670 h 682036"/>
              <a:gd name="connsiteX32" fmla="*/ 7628 w 1417917"/>
              <a:gd name="connsiteY32" fmla="*/ 436298 h 682036"/>
              <a:gd name="connsiteX33" fmla="*/ 189804 w 1417917"/>
              <a:gd name="connsiteY33" fmla="*/ 527835 h 682036"/>
              <a:gd name="connsiteX34" fmla="*/ 206406 w 1417917"/>
              <a:gd name="connsiteY34" fmla="*/ 548924 h 682036"/>
              <a:gd name="connsiteX35" fmla="*/ 227495 w 1417917"/>
              <a:gd name="connsiteY35" fmla="*/ 564629 h 682036"/>
              <a:gd name="connsiteX36" fmla="*/ 300634 w 1417917"/>
              <a:gd name="connsiteY36" fmla="*/ 587961 h 682036"/>
              <a:gd name="connsiteX37" fmla="*/ 402491 w 1417917"/>
              <a:gd name="connsiteY37" fmla="*/ 655268 h 682036"/>
              <a:gd name="connsiteX38" fmla="*/ 422234 w 1417917"/>
              <a:gd name="connsiteY38" fmla="*/ 666037 h 682036"/>
              <a:gd name="connsiteX39" fmla="*/ 421785 w 1417917"/>
              <a:gd name="connsiteY39" fmla="*/ 550270 h 682036"/>
              <a:gd name="connsiteX40" fmla="*/ 438388 w 1417917"/>
              <a:gd name="connsiteY40" fmla="*/ 531424 h 682036"/>
              <a:gd name="connsiteX41" fmla="*/ 645691 w 1417917"/>
              <a:gd name="connsiteY41" fmla="*/ 481618 h 682036"/>
              <a:gd name="connsiteX42" fmla="*/ 861968 w 1417917"/>
              <a:gd name="connsiteY42" fmla="*/ 393222 h 682036"/>
              <a:gd name="connsiteX43" fmla="*/ 898762 w 1417917"/>
              <a:gd name="connsiteY43" fmla="*/ 396363 h 682036"/>
              <a:gd name="connsiteX44" fmla="*/ 1064335 w 1417917"/>
              <a:gd name="connsiteY44" fmla="*/ 557001 h 682036"/>
              <a:gd name="connsiteX45" fmla="*/ 1141065 w 1417917"/>
              <a:gd name="connsiteY45" fmla="*/ 685331 h 682036"/>
              <a:gd name="connsiteX46" fmla="*/ 1167538 w 1417917"/>
              <a:gd name="connsiteY46" fmla="*/ 667383 h 682036"/>
              <a:gd name="connsiteX47" fmla="*/ 1188627 w 1417917"/>
              <a:gd name="connsiteY47" fmla="*/ 619820 h 682036"/>
              <a:gd name="connsiteX48" fmla="*/ 1202089 w 1417917"/>
              <a:gd name="connsiteY48" fmla="*/ 598730 h 682036"/>
              <a:gd name="connsiteX49" fmla="*/ 1239331 w 1417917"/>
              <a:gd name="connsiteY49" fmla="*/ 584820 h 682036"/>
              <a:gd name="connsiteX50" fmla="*/ 1255934 w 1417917"/>
              <a:gd name="connsiteY50" fmla="*/ 544886 h 682036"/>
              <a:gd name="connsiteX51" fmla="*/ 1219588 w 1417917"/>
              <a:gd name="connsiteY51" fmla="*/ 533668 h 682036"/>
              <a:gd name="connsiteX52" fmla="*/ 1176961 w 1417917"/>
              <a:gd name="connsiteY52" fmla="*/ 547578 h 682036"/>
              <a:gd name="connsiteX53" fmla="*/ 1163948 w 1417917"/>
              <a:gd name="connsiteY53" fmla="*/ 469054 h 682036"/>
              <a:gd name="connsiteX54" fmla="*/ 1163051 w 1417917"/>
              <a:gd name="connsiteY54" fmla="*/ 454695 h 682036"/>
              <a:gd name="connsiteX55" fmla="*/ 1186384 w 1417917"/>
              <a:gd name="connsiteY55" fmla="*/ 447067 h 682036"/>
              <a:gd name="connsiteX56" fmla="*/ 1210614 w 1417917"/>
              <a:gd name="connsiteY56" fmla="*/ 438542 h 682036"/>
              <a:gd name="connsiteX57" fmla="*/ 1232601 w 1417917"/>
              <a:gd name="connsiteY57" fmla="*/ 390979 h 682036"/>
              <a:gd name="connsiteX58" fmla="*/ 1188627 w 1417917"/>
              <a:gd name="connsiteY58" fmla="*/ 379312 h 682036"/>
              <a:gd name="connsiteX59" fmla="*/ 1150936 w 1417917"/>
              <a:gd name="connsiteY59" fmla="*/ 390979 h 682036"/>
              <a:gd name="connsiteX60" fmla="*/ 1132539 w 1417917"/>
              <a:gd name="connsiteY60" fmla="*/ 283289 h 682036"/>
              <a:gd name="connsiteX61" fmla="*/ 1146449 w 1417917"/>
              <a:gd name="connsiteY61" fmla="*/ 250982 h 682036"/>
              <a:gd name="connsiteX62" fmla="*/ 1328175 w 1417917"/>
              <a:gd name="connsiteY62" fmla="*/ 133869 h 682036"/>
              <a:gd name="connsiteX63" fmla="*/ 1420609 w 1417917"/>
              <a:gd name="connsiteY63" fmla="*/ 29320 h 682036"/>
              <a:gd name="connsiteX64" fmla="*/ 1330868 w 1417917"/>
              <a:gd name="connsiteY64" fmla="*/ 154 h 682036"/>
              <a:gd name="connsiteX65" fmla="*/ 261148 w 1417917"/>
              <a:gd name="connsiteY65" fmla="*/ 546232 h 682036"/>
              <a:gd name="connsiteX66" fmla="*/ 253520 w 1417917"/>
              <a:gd name="connsiteY66" fmla="*/ 547578 h 682036"/>
              <a:gd name="connsiteX67" fmla="*/ 245443 w 1417917"/>
              <a:gd name="connsiteY67" fmla="*/ 513925 h 682036"/>
              <a:gd name="connsiteX68" fmla="*/ 215829 w 1417917"/>
              <a:gd name="connsiteY68" fmla="*/ 387838 h 682036"/>
              <a:gd name="connsiteX69" fmla="*/ 227944 w 1417917"/>
              <a:gd name="connsiteY69" fmla="*/ 361364 h 682036"/>
              <a:gd name="connsiteX70" fmla="*/ 260699 w 1417917"/>
              <a:gd name="connsiteY70" fmla="*/ 345210 h 682036"/>
              <a:gd name="connsiteX71" fmla="*/ 263840 w 1417917"/>
              <a:gd name="connsiteY71" fmla="*/ 350595 h 682036"/>
              <a:gd name="connsiteX72" fmla="*/ 223008 w 1417917"/>
              <a:gd name="connsiteY72" fmla="*/ 375274 h 682036"/>
              <a:gd name="connsiteX73" fmla="*/ 261148 w 1417917"/>
              <a:gd name="connsiteY73" fmla="*/ 546232 h 682036"/>
              <a:gd name="connsiteX74" fmla="*/ 717484 w 1417917"/>
              <a:gd name="connsiteY74" fmla="*/ 259956 h 682036"/>
              <a:gd name="connsiteX75" fmla="*/ 170060 w 1417917"/>
              <a:gd name="connsiteY75" fmla="*/ 93934 h 682036"/>
              <a:gd name="connsiteX76" fmla="*/ 172753 w 1417917"/>
              <a:gd name="connsiteY76" fmla="*/ 85857 h 682036"/>
              <a:gd name="connsiteX77" fmla="*/ 720176 w 1417917"/>
              <a:gd name="connsiteY77" fmla="*/ 251879 h 682036"/>
              <a:gd name="connsiteX78" fmla="*/ 717484 w 1417917"/>
              <a:gd name="connsiteY78" fmla="*/ 259956 h 682036"/>
              <a:gd name="connsiteX79" fmla="*/ 1132090 w 1417917"/>
              <a:gd name="connsiteY79" fmla="*/ 605461 h 682036"/>
              <a:gd name="connsiteX80" fmla="*/ 956645 w 1417917"/>
              <a:gd name="connsiteY80" fmla="*/ 354633 h 682036"/>
              <a:gd name="connsiteX81" fmla="*/ 1132090 w 1417917"/>
              <a:gd name="connsiteY81" fmla="*/ 605461 h 68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417917" h="682036">
                <a:moveTo>
                  <a:pt x="1330868" y="154"/>
                </a:moveTo>
                <a:cubicBezTo>
                  <a:pt x="1337150" y="3295"/>
                  <a:pt x="1350162" y="6436"/>
                  <a:pt x="1351060" y="11372"/>
                </a:cubicBezTo>
                <a:cubicBezTo>
                  <a:pt x="1352854" y="22141"/>
                  <a:pt x="1350611" y="35153"/>
                  <a:pt x="1345227" y="44576"/>
                </a:cubicBezTo>
                <a:cubicBezTo>
                  <a:pt x="1338496" y="56691"/>
                  <a:pt x="1327278" y="66114"/>
                  <a:pt x="1317855" y="76434"/>
                </a:cubicBezTo>
                <a:cubicBezTo>
                  <a:pt x="1305291" y="90344"/>
                  <a:pt x="1294522" y="83614"/>
                  <a:pt x="1283754" y="73742"/>
                </a:cubicBezTo>
                <a:cubicBezTo>
                  <a:pt x="1271190" y="62076"/>
                  <a:pt x="1277472" y="54896"/>
                  <a:pt x="1288689" y="47268"/>
                </a:cubicBezTo>
                <a:cubicBezTo>
                  <a:pt x="1295869" y="42333"/>
                  <a:pt x="1303497" y="36499"/>
                  <a:pt x="1307535" y="29320"/>
                </a:cubicBezTo>
                <a:cubicBezTo>
                  <a:pt x="1312022" y="21243"/>
                  <a:pt x="1313368" y="10923"/>
                  <a:pt x="1316061" y="603"/>
                </a:cubicBezTo>
                <a:cubicBezTo>
                  <a:pt x="1275228" y="-2089"/>
                  <a:pt x="1242921" y="4192"/>
                  <a:pt x="1211511" y="20346"/>
                </a:cubicBezTo>
                <a:cubicBezTo>
                  <a:pt x="1116386" y="69704"/>
                  <a:pt x="1020811" y="118613"/>
                  <a:pt x="925236" y="167073"/>
                </a:cubicBezTo>
                <a:cubicBezTo>
                  <a:pt x="916711" y="171560"/>
                  <a:pt x="906390" y="175150"/>
                  <a:pt x="897416" y="174253"/>
                </a:cubicBezTo>
                <a:cubicBezTo>
                  <a:pt x="874083" y="172009"/>
                  <a:pt x="851648" y="167073"/>
                  <a:pt x="828315" y="163484"/>
                </a:cubicBezTo>
                <a:cubicBezTo>
                  <a:pt x="832802" y="139254"/>
                  <a:pt x="818892" y="126690"/>
                  <a:pt x="795559" y="133869"/>
                </a:cubicBezTo>
                <a:cubicBezTo>
                  <a:pt x="786136" y="136561"/>
                  <a:pt x="777611" y="142843"/>
                  <a:pt x="768637" y="146433"/>
                </a:cubicBezTo>
                <a:cubicBezTo>
                  <a:pt x="762803" y="148676"/>
                  <a:pt x="756073" y="151817"/>
                  <a:pt x="749791" y="150920"/>
                </a:cubicBezTo>
                <a:cubicBezTo>
                  <a:pt x="673959" y="139254"/>
                  <a:pt x="598576" y="126690"/>
                  <a:pt x="527232" y="115023"/>
                </a:cubicBezTo>
                <a:cubicBezTo>
                  <a:pt x="524091" y="102459"/>
                  <a:pt x="524091" y="85857"/>
                  <a:pt x="518258" y="83614"/>
                </a:cubicBezTo>
                <a:cubicBezTo>
                  <a:pt x="509283" y="80024"/>
                  <a:pt x="496271" y="84960"/>
                  <a:pt x="485053" y="87652"/>
                </a:cubicBezTo>
                <a:cubicBezTo>
                  <a:pt x="480117" y="88998"/>
                  <a:pt x="476079" y="93934"/>
                  <a:pt x="471143" y="95280"/>
                </a:cubicBezTo>
                <a:cubicBezTo>
                  <a:pt x="460823" y="97972"/>
                  <a:pt x="449605" y="102011"/>
                  <a:pt x="439734" y="100665"/>
                </a:cubicBezTo>
                <a:cubicBezTo>
                  <a:pt x="355377" y="88101"/>
                  <a:pt x="271468" y="74191"/>
                  <a:pt x="187111" y="61178"/>
                </a:cubicBezTo>
                <a:cubicBezTo>
                  <a:pt x="181278" y="60281"/>
                  <a:pt x="173650" y="61627"/>
                  <a:pt x="168265" y="64768"/>
                </a:cubicBezTo>
                <a:cubicBezTo>
                  <a:pt x="153010" y="73742"/>
                  <a:pt x="138202" y="84062"/>
                  <a:pt x="120703" y="95729"/>
                </a:cubicBezTo>
                <a:cubicBezTo>
                  <a:pt x="308711" y="157651"/>
                  <a:pt x="494028" y="218675"/>
                  <a:pt x="680690" y="280148"/>
                </a:cubicBezTo>
                <a:cubicBezTo>
                  <a:pt x="677998" y="283289"/>
                  <a:pt x="677100" y="284186"/>
                  <a:pt x="676203" y="285084"/>
                </a:cubicBezTo>
                <a:cubicBezTo>
                  <a:pt x="594987" y="327711"/>
                  <a:pt x="513322" y="370787"/>
                  <a:pt x="431657" y="412517"/>
                </a:cubicBezTo>
                <a:cubicBezTo>
                  <a:pt x="425824" y="415658"/>
                  <a:pt x="415055" y="413414"/>
                  <a:pt x="408773" y="409824"/>
                </a:cubicBezTo>
                <a:cubicBezTo>
                  <a:pt x="361659" y="382004"/>
                  <a:pt x="315442" y="352838"/>
                  <a:pt x="268776" y="324570"/>
                </a:cubicBezTo>
                <a:cubicBezTo>
                  <a:pt x="263840" y="321429"/>
                  <a:pt x="255764" y="317839"/>
                  <a:pt x="251276" y="319634"/>
                </a:cubicBezTo>
                <a:cubicBezTo>
                  <a:pt x="229739" y="328160"/>
                  <a:pt x="209098" y="338929"/>
                  <a:pt x="188009" y="348800"/>
                </a:cubicBezTo>
                <a:cubicBezTo>
                  <a:pt x="195637" y="383351"/>
                  <a:pt x="203265" y="416106"/>
                  <a:pt x="211342" y="451106"/>
                </a:cubicBezTo>
                <a:cubicBezTo>
                  <a:pt x="139099" y="443478"/>
                  <a:pt x="69550" y="436298"/>
                  <a:pt x="0" y="428670"/>
                </a:cubicBezTo>
                <a:cubicBezTo>
                  <a:pt x="2244" y="433157"/>
                  <a:pt x="4487" y="434503"/>
                  <a:pt x="7628" y="436298"/>
                </a:cubicBezTo>
                <a:cubicBezTo>
                  <a:pt x="68204" y="466810"/>
                  <a:pt x="129228" y="496874"/>
                  <a:pt x="189804" y="527835"/>
                </a:cubicBezTo>
                <a:cubicBezTo>
                  <a:pt x="196983" y="531873"/>
                  <a:pt x="204162" y="540847"/>
                  <a:pt x="206406" y="548924"/>
                </a:cubicBezTo>
                <a:cubicBezTo>
                  <a:pt x="209996" y="561039"/>
                  <a:pt x="216277" y="567321"/>
                  <a:pt x="227495" y="564629"/>
                </a:cubicBezTo>
                <a:cubicBezTo>
                  <a:pt x="256661" y="558347"/>
                  <a:pt x="278199" y="573154"/>
                  <a:pt x="300634" y="587961"/>
                </a:cubicBezTo>
                <a:cubicBezTo>
                  <a:pt x="334287" y="610846"/>
                  <a:pt x="368389" y="632832"/>
                  <a:pt x="402491" y="655268"/>
                </a:cubicBezTo>
                <a:cubicBezTo>
                  <a:pt x="407427" y="658409"/>
                  <a:pt x="412363" y="660652"/>
                  <a:pt x="422234" y="666037"/>
                </a:cubicBezTo>
                <a:cubicBezTo>
                  <a:pt x="422234" y="624756"/>
                  <a:pt x="422683" y="587513"/>
                  <a:pt x="421785" y="550270"/>
                </a:cubicBezTo>
                <a:cubicBezTo>
                  <a:pt x="421785" y="537706"/>
                  <a:pt x="426273" y="533668"/>
                  <a:pt x="438388" y="531424"/>
                </a:cubicBezTo>
                <a:cubicBezTo>
                  <a:pt x="508386" y="519309"/>
                  <a:pt x="579282" y="509886"/>
                  <a:pt x="645691" y="481618"/>
                </a:cubicBezTo>
                <a:cubicBezTo>
                  <a:pt x="717484" y="451106"/>
                  <a:pt x="790175" y="423286"/>
                  <a:pt x="861968" y="393222"/>
                </a:cubicBezTo>
                <a:cubicBezTo>
                  <a:pt x="875878" y="387389"/>
                  <a:pt x="886198" y="388286"/>
                  <a:pt x="898762" y="396363"/>
                </a:cubicBezTo>
                <a:cubicBezTo>
                  <a:pt x="964722" y="438990"/>
                  <a:pt x="1020811" y="491938"/>
                  <a:pt x="1064335" y="557001"/>
                </a:cubicBezTo>
                <a:cubicBezTo>
                  <a:pt x="1092155" y="598282"/>
                  <a:pt x="1115488" y="642255"/>
                  <a:pt x="1141065" y="685331"/>
                </a:cubicBezTo>
                <a:cubicBezTo>
                  <a:pt x="1148692" y="679947"/>
                  <a:pt x="1157666" y="672319"/>
                  <a:pt x="1167538" y="667383"/>
                </a:cubicBezTo>
                <a:cubicBezTo>
                  <a:pt x="1188179" y="657062"/>
                  <a:pt x="1197602" y="643153"/>
                  <a:pt x="1188627" y="619820"/>
                </a:cubicBezTo>
                <a:cubicBezTo>
                  <a:pt x="1184140" y="608602"/>
                  <a:pt x="1189525" y="601423"/>
                  <a:pt x="1202089" y="598730"/>
                </a:cubicBezTo>
                <a:cubicBezTo>
                  <a:pt x="1215101" y="595590"/>
                  <a:pt x="1227665" y="590654"/>
                  <a:pt x="1239331" y="584820"/>
                </a:cubicBezTo>
                <a:cubicBezTo>
                  <a:pt x="1256831" y="576295"/>
                  <a:pt x="1262664" y="560590"/>
                  <a:pt x="1255934" y="544886"/>
                </a:cubicBezTo>
                <a:cubicBezTo>
                  <a:pt x="1248306" y="527386"/>
                  <a:pt x="1233050" y="530976"/>
                  <a:pt x="1219588" y="533668"/>
                </a:cubicBezTo>
                <a:cubicBezTo>
                  <a:pt x="1205678" y="536809"/>
                  <a:pt x="1192217" y="542642"/>
                  <a:pt x="1176961" y="547578"/>
                </a:cubicBezTo>
                <a:cubicBezTo>
                  <a:pt x="1172474" y="520207"/>
                  <a:pt x="1167987" y="494630"/>
                  <a:pt x="1163948" y="469054"/>
                </a:cubicBezTo>
                <a:cubicBezTo>
                  <a:pt x="1163051" y="464567"/>
                  <a:pt x="1163500" y="460080"/>
                  <a:pt x="1163051" y="454695"/>
                </a:cubicBezTo>
                <a:cubicBezTo>
                  <a:pt x="1171128" y="452003"/>
                  <a:pt x="1178756" y="449759"/>
                  <a:pt x="1186384" y="447067"/>
                </a:cubicBezTo>
                <a:cubicBezTo>
                  <a:pt x="1194461" y="444375"/>
                  <a:pt x="1202986" y="442131"/>
                  <a:pt x="1210614" y="438542"/>
                </a:cubicBezTo>
                <a:cubicBezTo>
                  <a:pt x="1230357" y="429568"/>
                  <a:pt x="1240229" y="408478"/>
                  <a:pt x="1232601" y="390979"/>
                </a:cubicBezTo>
                <a:cubicBezTo>
                  <a:pt x="1225422" y="373928"/>
                  <a:pt x="1213306" y="370787"/>
                  <a:pt x="1188627" y="379312"/>
                </a:cubicBezTo>
                <a:cubicBezTo>
                  <a:pt x="1176961" y="383351"/>
                  <a:pt x="1164846" y="386940"/>
                  <a:pt x="1150936" y="390979"/>
                </a:cubicBezTo>
                <a:cubicBezTo>
                  <a:pt x="1144654" y="353736"/>
                  <a:pt x="1139718" y="318288"/>
                  <a:pt x="1132539" y="283289"/>
                </a:cubicBezTo>
                <a:cubicBezTo>
                  <a:pt x="1129398" y="268033"/>
                  <a:pt x="1132539" y="259507"/>
                  <a:pt x="1146449" y="250982"/>
                </a:cubicBezTo>
                <a:cubicBezTo>
                  <a:pt x="1207473" y="212842"/>
                  <a:pt x="1268049" y="174253"/>
                  <a:pt x="1328175" y="133869"/>
                </a:cubicBezTo>
                <a:cubicBezTo>
                  <a:pt x="1367662" y="107395"/>
                  <a:pt x="1395482" y="70152"/>
                  <a:pt x="1420609" y="29320"/>
                </a:cubicBezTo>
                <a:cubicBezTo>
                  <a:pt x="1392790" y="5987"/>
                  <a:pt x="1361829" y="-295"/>
                  <a:pt x="1330868" y="154"/>
                </a:cubicBezTo>
                <a:close/>
                <a:moveTo>
                  <a:pt x="261148" y="546232"/>
                </a:moveTo>
                <a:cubicBezTo>
                  <a:pt x="258456" y="546680"/>
                  <a:pt x="256212" y="547129"/>
                  <a:pt x="253520" y="547578"/>
                </a:cubicBezTo>
                <a:cubicBezTo>
                  <a:pt x="250828" y="536360"/>
                  <a:pt x="248136" y="525142"/>
                  <a:pt x="245443" y="513925"/>
                </a:cubicBezTo>
                <a:cubicBezTo>
                  <a:pt x="235572" y="471746"/>
                  <a:pt x="226149" y="429568"/>
                  <a:pt x="215829" y="387838"/>
                </a:cubicBezTo>
                <a:cubicBezTo>
                  <a:pt x="212688" y="374825"/>
                  <a:pt x="214034" y="366748"/>
                  <a:pt x="227944" y="361364"/>
                </a:cubicBezTo>
                <a:cubicBezTo>
                  <a:pt x="239162" y="356877"/>
                  <a:pt x="249482" y="350595"/>
                  <a:pt x="260699" y="345210"/>
                </a:cubicBezTo>
                <a:cubicBezTo>
                  <a:pt x="261597" y="347005"/>
                  <a:pt x="262943" y="348800"/>
                  <a:pt x="263840" y="350595"/>
                </a:cubicBezTo>
                <a:cubicBezTo>
                  <a:pt x="250828" y="358223"/>
                  <a:pt x="237815" y="366300"/>
                  <a:pt x="223008" y="375274"/>
                </a:cubicBezTo>
                <a:cubicBezTo>
                  <a:pt x="235123" y="431811"/>
                  <a:pt x="248136" y="489246"/>
                  <a:pt x="261148" y="546232"/>
                </a:cubicBezTo>
                <a:close/>
                <a:moveTo>
                  <a:pt x="717484" y="259956"/>
                </a:moveTo>
                <a:cubicBezTo>
                  <a:pt x="534860" y="204765"/>
                  <a:pt x="352685" y="149125"/>
                  <a:pt x="170060" y="93934"/>
                </a:cubicBezTo>
                <a:cubicBezTo>
                  <a:pt x="170958" y="91242"/>
                  <a:pt x="171855" y="88550"/>
                  <a:pt x="172753" y="85857"/>
                </a:cubicBezTo>
                <a:cubicBezTo>
                  <a:pt x="355377" y="141048"/>
                  <a:pt x="537552" y="196688"/>
                  <a:pt x="720176" y="251879"/>
                </a:cubicBezTo>
                <a:cubicBezTo>
                  <a:pt x="718830" y="254571"/>
                  <a:pt x="718382" y="257264"/>
                  <a:pt x="717484" y="259956"/>
                </a:cubicBezTo>
                <a:close/>
                <a:moveTo>
                  <a:pt x="1132090" y="605461"/>
                </a:moveTo>
                <a:cubicBezTo>
                  <a:pt x="1088566" y="511232"/>
                  <a:pt x="1023503" y="432709"/>
                  <a:pt x="956645" y="354633"/>
                </a:cubicBezTo>
                <a:cubicBezTo>
                  <a:pt x="997478" y="370338"/>
                  <a:pt x="1130295" y="560142"/>
                  <a:pt x="1132090" y="605461"/>
                </a:cubicBezTo>
                <a:close/>
              </a:path>
            </a:pathLst>
          </a:custGeom>
          <a:solidFill>
            <a:schemeClr val="accent6"/>
          </a:solidFill>
          <a:ln w="4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5" name="Arc 254">
            <a:extLst>
              <a:ext uri="{FF2B5EF4-FFF2-40B4-BE49-F238E27FC236}">
                <a16:creationId xmlns:a16="http://schemas.microsoft.com/office/drawing/2014/main" id="{1314AD64-764A-4F44-89EC-68B67EBEF42A}"/>
              </a:ext>
            </a:extLst>
          </p:cNvPr>
          <p:cNvSpPr/>
          <p:nvPr/>
        </p:nvSpPr>
        <p:spPr>
          <a:xfrm rot="1543943">
            <a:off x="6977691" y="1839210"/>
            <a:ext cx="1195643" cy="950442"/>
          </a:xfrm>
          <a:prstGeom prst="arc">
            <a:avLst>
              <a:gd name="adj1" fmla="val 11269560"/>
              <a:gd name="adj2" fmla="val 18911863"/>
            </a:avLst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AA84C133-00CD-4344-B305-5B780D5F758A}"/>
              </a:ext>
            </a:extLst>
          </p:cNvPr>
          <p:cNvSpPr/>
          <p:nvPr/>
        </p:nvSpPr>
        <p:spPr>
          <a:xfrm flipH="1">
            <a:off x="7867249" y="1739287"/>
            <a:ext cx="637756" cy="306768"/>
          </a:xfrm>
          <a:custGeom>
            <a:avLst/>
            <a:gdLst>
              <a:gd name="connsiteX0" fmla="*/ 1330868 w 1417917"/>
              <a:gd name="connsiteY0" fmla="*/ 154 h 682036"/>
              <a:gd name="connsiteX1" fmla="*/ 1351060 w 1417917"/>
              <a:gd name="connsiteY1" fmla="*/ 11372 h 682036"/>
              <a:gd name="connsiteX2" fmla="*/ 1345227 w 1417917"/>
              <a:gd name="connsiteY2" fmla="*/ 44576 h 682036"/>
              <a:gd name="connsiteX3" fmla="*/ 1317855 w 1417917"/>
              <a:gd name="connsiteY3" fmla="*/ 76434 h 682036"/>
              <a:gd name="connsiteX4" fmla="*/ 1283754 w 1417917"/>
              <a:gd name="connsiteY4" fmla="*/ 73742 h 682036"/>
              <a:gd name="connsiteX5" fmla="*/ 1288689 w 1417917"/>
              <a:gd name="connsiteY5" fmla="*/ 47268 h 682036"/>
              <a:gd name="connsiteX6" fmla="*/ 1307535 w 1417917"/>
              <a:gd name="connsiteY6" fmla="*/ 29320 h 682036"/>
              <a:gd name="connsiteX7" fmla="*/ 1316061 w 1417917"/>
              <a:gd name="connsiteY7" fmla="*/ 603 h 682036"/>
              <a:gd name="connsiteX8" fmla="*/ 1211511 w 1417917"/>
              <a:gd name="connsiteY8" fmla="*/ 20346 h 682036"/>
              <a:gd name="connsiteX9" fmla="*/ 925236 w 1417917"/>
              <a:gd name="connsiteY9" fmla="*/ 167073 h 682036"/>
              <a:gd name="connsiteX10" fmla="*/ 897416 w 1417917"/>
              <a:gd name="connsiteY10" fmla="*/ 174253 h 682036"/>
              <a:gd name="connsiteX11" fmla="*/ 828315 w 1417917"/>
              <a:gd name="connsiteY11" fmla="*/ 163484 h 682036"/>
              <a:gd name="connsiteX12" fmla="*/ 795559 w 1417917"/>
              <a:gd name="connsiteY12" fmla="*/ 133869 h 682036"/>
              <a:gd name="connsiteX13" fmla="*/ 768637 w 1417917"/>
              <a:gd name="connsiteY13" fmla="*/ 146433 h 682036"/>
              <a:gd name="connsiteX14" fmla="*/ 749791 w 1417917"/>
              <a:gd name="connsiteY14" fmla="*/ 150920 h 682036"/>
              <a:gd name="connsiteX15" fmla="*/ 527232 w 1417917"/>
              <a:gd name="connsiteY15" fmla="*/ 115023 h 682036"/>
              <a:gd name="connsiteX16" fmla="*/ 518258 w 1417917"/>
              <a:gd name="connsiteY16" fmla="*/ 83614 h 682036"/>
              <a:gd name="connsiteX17" fmla="*/ 485053 w 1417917"/>
              <a:gd name="connsiteY17" fmla="*/ 87652 h 682036"/>
              <a:gd name="connsiteX18" fmla="*/ 471143 w 1417917"/>
              <a:gd name="connsiteY18" fmla="*/ 95280 h 682036"/>
              <a:gd name="connsiteX19" fmla="*/ 439734 w 1417917"/>
              <a:gd name="connsiteY19" fmla="*/ 100665 h 682036"/>
              <a:gd name="connsiteX20" fmla="*/ 187111 w 1417917"/>
              <a:gd name="connsiteY20" fmla="*/ 61178 h 682036"/>
              <a:gd name="connsiteX21" fmla="*/ 168265 w 1417917"/>
              <a:gd name="connsiteY21" fmla="*/ 64768 h 682036"/>
              <a:gd name="connsiteX22" fmla="*/ 120703 w 1417917"/>
              <a:gd name="connsiteY22" fmla="*/ 95729 h 682036"/>
              <a:gd name="connsiteX23" fmla="*/ 680690 w 1417917"/>
              <a:gd name="connsiteY23" fmla="*/ 280148 h 682036"/>
              <a:gd name="connsiteX24" fmla="*/ 676203 w 1417917"/>
              <a:gd name="connsiteY24" fmla="*/ 285084 h 682036"/>
              <a:gd name="connsiteX25" fmla="*/ 431657 w 1417917"/>
              <a:gd name="connsiteY25" fmla="*/ 412517 h 682036"/>
              <a:gd name="connsiteX26" fmla="*/ 408773 w 1417917"/>
              <a:gd name="connsiteY26" fmla="*/ 409824 h 682036"/>
              <a:gd name="connsiteX27" fmla="*/ 268776 w 1417917"/>
              <a:gd name="connsiteY27" fmla="*/ 324570 h 682036"/>
              <a:gd name="connsiteX28" fmla="*/ 251276 w 1417917"/>
              <a:gd name="connsiteY28" fmla="*/ 319634 h 682036"/>
              <a:gd name="connsiteX29" fmla="*/ 188009 w 1417917"/>
              <a:gd name="connsiteY29" fmla="*/ 348800 h 682036"/>
              <a:gd name="connsiteX30" fmla="*/ 211342 w 1417917"/>
              <a:gd name="connsiteY30" fmla="*/ 451106 h 682036"/>
              <a:gd name="connsiteX31" fmla="*/ 0 w 1417917"/>
              <a:gd name="connsiteY31" fmla="*/ 428670 h 682036"/>
              <a:gd name="connsiteX32" fmla="*/ 7628 w 1417917"/>
              <a:gd name="connsiteY32" fmla="*/ 436298 h 682036"/>
              <a:gd name="connsiteX33" fmla="*/ 189804 w 1417917"/>
              <a:gd name="connsiteY33" fmla="*/ 527835 h 682036"/>
              <a:gd name="connsiteX34" fmla="*/ 206406 w 1417917"/>
              <a:gd name="connsiteY34" fmla="*/ 548924 h 682036"/>
              <a:gd name="connsiteX35" fmla="*/ 227495 w 1417917"/>
              <a:gd name="connsiteY35" fmla="*/ 564629 h 682036"/>
              <a:gd name="connsiteX36" fmla="*/ 300634 w 1417917"/>
              <a:gd name="connsiteY36" fmla="*/ 587961 h 682036"/>
              <a:gd name="connsiteX37" fmla="*/ 402491 w 1417917"/>
              <a:gd name="connsiteY37" fmla="*/ 655268 h 682036"/>
              <a:gd name="connsiteX38" fmla="*/ 422234 w 1417917"/>
              <a:gd name="connsiteY38" fmla="*/ 666037 h 682036"/>
              <a:gd name="connsiteX39" fmla="*/ 421785 w 1417917"/>
              <a:gd name="connsiteY39" fmla="*/ 550270 h 682036"/>
              <a:gd name="connsiteX40" fmla="*/ 438388 w 1417917"/>
              <a:gd name="connsiteY40" fmla="*/ 531424 h 682036"/>
              <a:gd name="connsiteX41" fmla="*/ 645691 w 1417917"/>
              <a:gd name="connsiteY41" fmla="*/ 481618 h 682036"/>
              <a:gd name="connsiteX42" fmla="*/ 861968 w 1417917"/>
              <a:gd name="connsiteY42" fmla="*/ 393222 h 682036"/>
              <a:gd name="connsiteX43" fmla="*/ 898762 w 1417917"/>
              <a:gd name="connsiteY43" fmla="*/ 396363 h 682036"/>
              <a:gd name="connsiteX44" fmla="*/ 1064335 w 1417917"/>
              <a:gd name="connsiteY44" fmla="*/ 557001 h 682036"/>
              <a:gd name="connsiteX45" fmla="*/ 1141065 w 1417917"/>
              <a:gd name="connsiteY45" fmla="*/ 685331 h 682036"/>
              <a:gd name="connsiteX46" fmla="*/ 1167538 w 1417917"/>
              <a:gd name="connsiteY46" fmla="*/ 667383 h 682036"/>
              <a:gd name="connsiteX47" fmla="*/ 1188627 w 1417917"/>
              <a:gd name="connsiteY47" fmla="*/ 619820 h 682036"/>
              <a:gd name="connsiteX48" fmla="*/ 1202089 w 1417917"/>
              <a:gd name="connsiteY48" fmla="*/ 598730 h 682036"/>
              <a:gd name="connsiteX49" fmla="*/ 1239331 w 1417917"/>
              <a:gd name="connsiteY49" fmla="*/ 584820 h 682036"/>
              <a:gd name="connsiteX50" fmla="*/ 1255934 w 1417917"/>
              <a:gd name="connsiteY50" fmla="*/ 544886 h 682036"/>
              <a:gd name="connsiteX51" fmla="*/ 1219588 w 1417917"/>
              <a:gd name="connsiteY51" fmla="*/ 533668 h 682036"/>
              <a:gd name="connsiteX52" fmla="*/ 1176961 w 1417917"/>
              <a:gd name="connsiteY52" fmla="*/ 547578 h 682036"/>
              <a:gd name="connsiteX53" fmla="*/ 1163948 w 1417917"/>
              <a:gd name="connsiteY53" fmla="*/ 469054 h 682036"/>
              <a:gd name="connsiteX54" fmla="*/ 1163051 w 1417917"/>
              <a:gd name="connsiteY54" fmla="*/ 454695 h 682036"/>
              <a:gd name="connsiteX55" fmla="*/ 1186384 w 1417917"/>
              <a:gd name="connsiteY55" fmla="*/ 447067 h 682036"/>
              <a:gd name="connsiteX56" fmla="*/ 1210614 w 1417917"/>
              <a:gd name="connsiteY56" fmla="*/ 438542 h 682036"/>
              <a:gd name="connsiteX57" fmla="*/ 1232601 w 1417917"/>
              <a:gd name="connsiteY57" fmla="*/ 390979 h 682036"/>
              <a:gd name="connsiteX58" fmla="*/ 1188627 w 1417917"/>
              <a:gd name="connsiteY58" fmla="*/ 379312 h 682036"/>
              <a:gd name="connsiteX59" fmla="*/ 1150936 w 1417917"/>
              <a:gd name="connsiteY59" fmla="*/ 390979 h 682036"/>
              <a:gd name="connsiteX60" fmla="*/ 1132539 w 1417917"/>
              <a:gd name="connsiteY60" fmla="*/ 283289 h 682036"/>
              <a:gd name="connsiteX61" fmla="*/ 1146449 w 1417917"/>
              <a:gd name="connsiteY61" fmla="*/ 250982 h 682036"/>
              <a:gd name="connsiteX62" fmla="*/ 1328175 w 1417917"/>
              <a:gd name="connsiteY62" fmla="*/ 133869 h 682036"/>
              <a:gd name="connsiteX63" fmla="*/ 1420609 w 1417917"/>
              <a:gd name="connsiteY63" fmla="*/ 29320 h 682036"/>
              <a:gd name="connsiteX64" fmla="*/ 1330868 w 1417917"/>
              <a:gd name="connsiteY64" fmla="*/ 154 h 682036"/>
              <a:gd name="connsiteX65" fmla="*/ 261148 w 1417917"/>
              <a:gd name="connsiteY65" fmla="*/ 546232 h 682036"/>
              <a:gd name="connsiteX66" fmla="*/ 253520 w 1417917"/>
              <a:gd name="connsiteY66" fmla="*/ 547578 h 682036"/>
              <a:gd name="connsiteX67" fmla="*/ 245443 w 1417917"/>
              <a:gd name="connsiteY67" fmla="*/ 513925 h 682036"/>
              <a:gd name="connsiteX68" fmla="*/ 215829 w 1417917"/>
              <a:gd name="connsiteY68" fmla="*/ 387838 h 682036"/>
              <a:gd name="connsiteX69" fmla="*/ 227944 w 1417917"/>
              <a:gd name="connsiteY69" fmla="*/ 361364 h 682036"/>
              <a:gd name="connsiteX70" fmla="*/ 260699 w 1417917"/>
              <a:gd name="connsiteY70" fmla="*/ 345210 h 682036"/>
              <a:gd name="connsiteX71" fmla="*/ 263840 w 1417917"/>
              <a:gd name="connsiteY71" fmla="*/ 350595 h 682036"/>
              <a:gd name="connsiteX72" fmla="*/ 223008 w 1417917"/>
              <a:gd name="connsiteY72" fmla="*/ 375274 h 682036"/>
              <a:gd name="connsiteX73" fmla="*/ 261148 w 1417917"/>
              <a:gd name="connsiteY73" fmla="*/ 546232 h 682036"/>
              <a:gd name="connsiteX74" fmla="*/ 717484 w 1417917"/>
              <a:gd name="connsiteY74" fmla="*/ 259956 h 682036"/>
              <a:gd name="connsiteX75" fmla="*/ 170060 w 1417917"/>
              <a:gd name="connsiteY75" fmla="*/ 93934 h 682036"/>
              <a:gd name="connsiteX76" fmla="*/ 172753 w 1417917"/>
              <a:gd name="connsiteY76" fmla="*/ 85857 h 682036"/>
              <a:gd name="connsiteX77" fmla="*/ 720176 w 1417917"/>
              <a:gd name="connsiteY77" fmla="*/ 251879 h 682036"/>
              <a:gd name="connsiteX78" fmla="*/ 717484 w 1417917"/>
              <a:gd name="connsiteY78" fmla="*/ 259956 h 682036"/>
              <a:gd name="connsiteX79" fmla="*/ 1132090 w 1417917"/>
              <a:gd name="connsiteY79" fmla="*/ 605461 h 682036"/>
              <a:gd name="connsiteX80" fmla="*/ 956645 w 1417917"/>
              <a:gd name="connsiteY80" fmla="*/ 354633 h 682036"/>
              <a:gd name="connsiteX81" fmla="*/ 1132090 w 1417917"/>
              <a:gd name="connsiteY81" fmla="*/ 605461 h 68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417917" h="682036">
                <a:moveTo>
                  <a:pt x="1330868" y="154"/>
                </a:moveTo>
                <a:cubicBezTo>
                  <a:pt x="1337150" y="3295"/>
                  <a:pt x="1350162" y="6436"/>
                  <a:pt x="1351060" y="11372"/>
                </a:cubicBezTo>
                <a:cubicBezTo>
                  <a:pt x="1352854" y="22141"/>
                  <a:pt x="1350611" y="35153"/>
                  <a:pt x="1345227" y="44576"/>
                </a:cubicBezTo>
                <a:cubicBezTo>
                  <a:pt x="1338496" y="56691"/>
                  <a:pt x="1327278" y="66114"/>
                  <a:pt x="1317855" y="76434"/>
                </a:cubicBezTo>
                <a:cubicBezTo>
                  <a:pt x="1305291" y="90344"/>
                  <a:pt x="1294522" y="83614"/>
                  <a:pt x="1283754" y="73742"/>
                </a:cubicBezTo>
                <a:cubicBezTo>
                  <a:pt x="1271190" y="62076"/>
                  <a:pt x="1277472" y="54896"/>
                  <a:pt x="1288689" y="47268"/>
                </a:cubicBezTo>
                <a:cubicBezTo>
                  <a:pt x="1295869" y="42333"/>
                  <a:pt x="1303497" y="36499"/>
                  <a:pt x="1307535" y="29320"/>
                </a:cubicBezTo>
                <a:cubicBezTo>
                  <a:pt x="1312022" y="21243"/>
                  <a:pt x="1313368" y="10923"/>
                  <a:pt x="1316061" y="603"/>
                </a:cubicBezTo>
                <a:cubicBezTo>
                  <a:pt x="1275228" y="-2089"/>
                  <a:pt x="1242921" y="4192"/>
                  <a:pt x="1211511" y="20346"/>
                </a:cubicBezTo>
                <a:cubicBezTo>
                  <a:pt x="1116386" y="69704"/>
                  <a:pt x="1020811" y="118613"/>
                  <a:pt x="925236" y="167073"/>
                </a:cubicBezTo>
                <a:cubicBezTo>
                  <a:pt x="916711" y="171560"/>
                  <a:pt x="906390" y="175150"/>
                  <a:pt x="897416" y="174253"/>
                </a:cubicBezTo>
                <a:cubicBezTo>
                  <a:pt x="874083" y="172009"/>
                  <a:pt x="851648" y="167073"/>
                  <a:pt x="828315" y="163484"/>
                </a:cubicBezTo>
                <a:cubicBezTo>
                  <a:pt x="832802" y="139254"/>
                  <a:pt x="818892" y="126690"/>
                  <a:pt x="795559" y="133869"/>
                </a:cubicBezTo>
                <a:cubicBezTo>
                  <a:pt x="786136" y="136561"/>
                  <a:pt x="777611" y="142843"/>
                  <a:pt x="768637" y="146433"/>
                </a:cubicBezTo>
                <a:cubicBezTo>
                  <a:pt x="762803" y="148676"/>
                  <a:pt x="756073" y="151817"/>
                  <a:pt x="749791" y="150920"/>
                </a:cubicBezTo>
                <a:cubicBezTo>
                  <a:pt x="673959" y="139254"/>
                  <a:pt x="598576" y="126690"/>
                  <a:pt x="527232" y="115023"/>
                </a:cubicBezTo>
                <a:cubicBezTo>
                  <a:pt x="524091" y="102459"/>
                  <a:pt x="524091" y="85857"/>
                  <a:pt x="518258" y="83614"/>
                </a:cubicBezTo>
                <a:cubicBezTo>
                  <a:pt x="509283" y="80024"/>
                  <a:pt x="496271" y="84960"/>
                  <a:pt x="485053" y="87652"/>
                </a:cubicBezTo>
                <a:cubicBezTo>
                  <a:pt x="480117" y="88998"/>
                  <a:pt x="476079" y="93934"/>
                  <a:pt x="471143" y="95280"/>
                </a:cubicBezTo>
                <a:cubicBezTo>
                  <a:pt x="460823" y="97972"/>
                  <a:pt x="449605" y="102011"/>
                  <a:pt x="439734" y="100665"/>
                </a:cubicBezTo>
                <a:cubicBezTo>
                  <a:pt x="355377" y="88101"/>
                  <a:pt x="271468" y="74191"/>
                  <a:pt x="187111" y="61178"/>
                </a:cubicBezTo>
                <a:cubicBezTo>
                  <a:pt x="181278" y="60281"/>
                  <a:pt x="173650" y="61627"/>
                  <a:pt x="168265" y="64768"/>
                </a:cubicBezTo>
                <a:cubicBezTo>
                  <a:pt x="153010" y="73742"/>
                  <a:pt x="138202" y="84062"/>
                  <a:pt x="120703" y="95729"/>
                </a:cubicBezTo>
                <a:cubicBezTo>
                  <a:pt x="308711" y="157651"/>
                  <a:pt x="494028" y="218675"/>
                  <a:pt x="680690" y="280148"/>
                </a:cubicBezTo>
                <a:cubicBezTo>
                  <a:pt x="677998" y="283289"/>
                  <a:pt x="677100" y="284186"/>
                  <a:pt x="676203" y="285084"/>
                </a:cubicBezTo>
                <a:cubicBezTo>
                  <a:pt x="594987" y="327711"/>
                  <a:pt x="513322" y="370787"/>
                  <a:pt x="431657" y="412517"/>
                </a:cubicBezTo>
                <a:cubicBezTo>
                  <a:pt x="425824" y="415658"/>
                  <a:pt x="415055" y="413414"/>
                  <a:pt x="408773" y="409824"/>
                </a:cubicBezTo>
                <a:cubicBezTo>
                  <a:pt x="361659" y="382004"/>
                  <a:pt x="315442" y="352838"/>
                  <a:pt x="268776" y="324570"/>
                </a:cubicBezTo>
                <a:cubicBezTo>
                  <a:pt x="263840" y="321429"/>
                  <a:pt x="255764" y="317839"/>
                  <a:pt x="251276" y="319634"/>
                </a:cubicBezTo>
                <a:cubicBezTo>
                  <a:pt x="229739" y="328160"/>
                  <a:pt x="209098" y="338929"/>
                  <a:pt x="188009" y="348800"/>
                </a:cubicBezTo>
                <a:cubicBezTo>
                  <a:pt x="195637" y="383351"/>
                  <a:pt x="203265" y="416106"/>
                  <a:pt x="211342" y="451106"/>
                </a:cubicBezTo>
                <a:cubicBezTo>
                  <a:pt x="139099" y="443478"/>
                  <a:pt x="69550" y="436298"/>
                  <a:pt x="0" y="428670"/>
                </a:cubicBezTo>
                <a:cubicBezTo>
                  <a:pt x="2244" y="433157"/>
                  <a:pt x="4487" y="434503"/>
                  <a:pt x="7628" y="436298"/>
                </a:cubicBezTo>
                <a:cubicBezTo>
                  <a:pt x="68204" y="466810"/>
                  <a:pt x="129228" y="496874"/>
                  <a:pt x="189804" y="527835"/>
                </a:cubicBezTo>
                <a:cubicBezTo>
                  <a:pt x="196983" y="531873"/>
                  <a:pt x="204162" y="540847"/>
                  <a:pt x="206406" y="548924"/>
                </a:cubicBezTo>
                <a:cubicBezTo>
                  <a:pt x="209996" y="561039"/>
                  <a:pt x="216277" y="567321"/>
                  <a:pt x="227495" y="564629"/>
                </a:cubicBezTo>
                <a:cubicBezTo>
                  <a:pt x="256661" y="558347"/>
                  <a:pt x="278199" y="573154"/>
                  <a:pt x="300634" y="587961"/>
                </a:cubicBezTo>
                <a:cubicBezTo>
                  <a:pt x="334287" y="610846"/>
                  <a:pt x="368389" y="632832"/>
                  <a:pt x="402491" y="655268"/>
                </a:cubicBezTo>
                <a:cubicBezTo>
                  <a:pt x="407427" y="658409"/>
                  <a:pt x="412363" y="660652"/>
                  <a:pt x="422234" y="666037"/>
                </a:cubicBezTo>
                <a:cubicBezTo>
                  <a:pt x="422234" y="624756"/>
                  <a:pt x="422683" y="587513"/>
                  <a:pt x="421785" y="550270"/>
                </a:cubicBezTo>
                <a:cubicBezTo>
                  <a:pt x="421785" y="537706"/>
                  <a:pt x="426273" y="533668"/>
                  <a:pt x="438388" y="531424"/>
                </a:cubicBezTo>
                <a:cubicBezTo>
                  <a:pt x="508386" y="519309"/>
                  <a:pt x="579282" y="509886"/>
                  <a:pt x="645691" y="481618"/>
                </a:cubicBezTo>
                <a:cubicBezTo>
                  <a:pt x="717484" y="451106"/>
                  <a:pt x="790175" y="423286"/>
                  <a:pt x="861968" y="393222"/>
                </a:cubicBezTo>
                <a:cubicBezTo>
                  <a:pt x="875878" y="387389"/>
                  <a:pt x="886198" y="388286"/>
                  <a:pt x="898762" y="396363"/>
                </a:cubicBezTo>
                <a:cubicBezTo>
                  <a:pt x="964722" y="438990"/>
                  <a:pt x="1020811" y="491938"/>
                  <a:pt x="1064335" y="557001"/>
                </a:cubicBezTo>
                <a:cubicBezTo>
                  <a:pt x="1092155" y="598282"/>
                  <a:pt x="1115488" y="642255"/>
                  <a:pt x="1141065" y="685331"/>
                </a:cubicBezTo>
                <a:cubicBezTo>
                  <a:pt x="1148692" y="679947"/>
                  <a:pt x="1157666" y="672319"/>
                  <a:pt x="1167538" y="667383"/>
                </a:cubicBezTo>
                <a:cubicBezTo>
                  <a:pt x="1188179" y="657062"/>
                  <a:pt x="1197602" y="643153"/>
                  <a:pt x="1188627" y="619820"/>
                </a:cubicBezTo>
                <a:cubicBezTo>
                  <a:pt x="1184140" y="608602"/>
                  <a:pt x="1189525" y="601423"/>
                  <a:pt x="1202089" y="598730"/>
                </a:cubicBezTo>
                <a:cubicBezTo>
                  <a:pt x="1215101" y="595590"/>
                  <a:pt x="1227665" y="590654"/>
                  <a:pt x="1239331" y="584820"/>
                </a:cubicBezTo>
                <a:cubicBezTo>
                  <a:pt x="1256831" y="576295"/>
                  <a:pt x="1262664" y="560590"/>
                  <a:pt x="1255934" y="544886"/>
                </a:cubicBezTo>
                <a:cubicBezTo>
                  <a:pt x="1248306" y="527386"/>
                  <a:pt x="1233050" y="530976"/>
                  <a:pt x="1219588" y="533668"/>
                </a:cubicBezTo>
                <a:cubicBezTo>
                  <a:pt x="1205678" y="536809"/>
                  <a:pt x="1192217" y="542642"/>
                  <a:pt x="1176961" y="547578"/>
                </a:cubicBezTo>
                <a:cubicBezTo>
                  <a:pt x="1172474" y="520207"/>
                  <a:pt x="1167987" y="494630"/>
                  <a:pt x="1163948" y="469054"/>
                </a:cubicBezTo>
                <a:cubicBezTo>
                  <a:pt x="1163051" y="464567"/>
                  <a:pt x="1163500" y="460080"/>
                  <a:pt x="1163051" y="454695"/>
                </a:cubicBezTo>
                <a:cubicBezTo>
                  <a:pt x="1171128" y="452003"/>
                  <a:pt x="1178756" y="449759"/>
                  <a:pt x="1186384" y="447067"/>
                </a:cubicBezTo>
                <a:cubicBezTo>
                  <a:pt x="1194461" y="444375"/>
                  <a:pt x="1202986" y="442131"/>
                  <a:pt x="1210614" y="438542"/>
                </a:cubicBezTo>
                <a:cubicBezTo>
                  <a:pt x="1230357" y="429568"/>
                  <a:pt x="1240229" y="408478"/>
                  <a:pt x="1232601" y="390979"/>
                </a:cubicBezTo>
                <a:cubicBezTo>
                  <a:pt x="1225422" y="373928"/>
                  <a:pt x="1213306" y="370787"/>
                  <a:pt x="1188627" y="379312"/>
                </a:cubicBezTo>
                <a:cubicBezTo>
                  <a:pt x="1176961" y="383351"/>
                  <a:pt x="1164846" y="386940"/>
                  <a:pt x="1150936" y="390979"/>
                </a:cubicBezTo>
                <a:cubicBezTo>
                  <a:pt x="1144654" y="353736"/>
                  <a:pt x="1139718" y="318288"/>
                  <a:pt x="1132539" y="283289"/>
                </a:cubicBezTo>
                <a:cubicBezTo>
                  <a:pt x="1129398" y="268033"/>
                  <a:pt x="1132539" y="259507"/>
                  <a:pt x="1146449" y="250982"/>
                </a:cubicBezTo>
                <a:cubicBezTo>
                  <a:pt x="1207473" y="212842"/>
                  <a:pt x="1268049" y="174253"/>
                  <a:pt x="1328175" y="133869"/>
                </a:cubicBezTo>
                <a:cubicBezTo>
                  <a:pt x="1367662" y="107395"/>
                  <a:pt x="1395482" y="70152"/>
                  <a:pt x="1420609" y="29320"/>
                </a:cubicBezTo>
                <a:cubicBezTo>
                  <a:pt x="1392790" y="5987"/>
                  <a:pt x="1361829" y="-295"/>
                  <a:pt x="1330868" y="154"/>
                </a:cubicBezTo>
                <a:close/>
                <a:moveTo>
                  <a:pt x="261148" y="546232"/>
                </a:moveTo>
                <a:cubicBezTo>
                  <a:pt x="258456" y="546680"/>
                  <a:pt x="256212" y="547129"/>
                  <a:pt x="253520" y="547578"/>
                </a:cubicBezTo>
                <a:cubicBezTo>
                  <a:pt x="250828" y="536360"/>
                  <a:pt x="248136" y="525142"/>
                  <a:pt x="245443" y="513925"/>
                </a:cubicBezTo>
                <a:cubicBezTo>
                  <a:pt x="235572" y="471746"/>
                  <a:pt x="226149" y="429568"/>
                  <a:pt x="215829" y="387838"/>
                </a:cubicBezTo>
                <a:cubicBezTo>
                  <a:pt x="212688" y="374825"/>
                  <a:pt x="214034" y="366748"/>
                  <a:pt x="227944" y="361364"/>
                </a:cubicBezTo>
                <a:cubicBezTo>
                  <a:pt x="239162" y="356877"/>
                  <a:pt x="249482" y="350595"/>
                  <a:pt x="260699" y="345210"/>
                </a:cubicBezTo>
                <a:cubicBezTo>
                  <a:pt x="261597" y="347005"/>
                  <a:pt x="262943" y="348800"/>
                  <a:pt x="263840" y="350595"/>
                </a:cubicBezTo>
                <a:cubicBezTo>
                  <a:pt x="250828" y="358223"/>
                  <a:pt x="237815" y="366300"/>
                  <a:pt x="223008" y="375274"/>
                </a:cubicBezTo>
                <a:cubicBezTo>
                  <a:pt x="235123" y="431811"/>
                  <a:pt x="248136" y="489246"/>
                  <a:pt x="261148" y="546232"/>
                </a:cubicBezTo>
                <a:close/>
                <a:moveTo>
                  <a:pt x="717484" y="259956"/>
                </a:moveTo>
                <a:cubicBezTo>
                  <a:pt x="534860" y="204765"/>
                  <a:pt x="352685" y="149125"/>
                  <a:pt x="170060" y="93934"/>
                </a:cubicBezTo>
                <a:cubicBezTo>
                  <a:pt x="170958" y="91242"/>
                  <a:pt x="171855" y="88550"/>
                  <a:pt x="172753" y="85857"/>
                </a:cubicBezTo>
                <a:cubicBezTo>
                  <a:pt x="355377" y="141048"/>
                  <a:pt x="537552" y="196688"/>
                  <a:pt x="720176" y="251879"/>
                </a:cubicBezTo>
                <a:cubicBezTo>
                  <a:pt x="718830" y="254571"/>
                  <a:pt x="718382" y="257264"/>
                  <a:pt x="717484" y="259956"/>
                </a:cubicBezTo>
                <a:close/>
                <a:moveTo>
                  <a:pt x="1132090" y="605461"/>
                </a:moveTo>
                <a:cubicBezTo>
                  <a:pt x="1088566" y="511232"/>
                  <a:pt x="1023503" y="432709"/>
                  <a:pt x="956645" y="354633"/>
                </a:cubicBezTo>
                <a:cubicBezTo>
                  <a:pt x="997478" y="370338"/>
                  <a:pt x="1130295" y="560142"/>
                  <a:pt x="1132090" y="605461"/>
                </a:cubicBezTo>
                <a:close/>
              </a:path>
            </a:pathLst>
          </a:custGeom>
          <a:solidFill>
            <a:schemeClr val="accent6"/>
          </a:solidFill>
          <a:ln w="4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7" name="Arc 256">
            <a:extLst>
              <a:ext uri="{FF2B5EF4-FFF2-40B4-BE49-F238E27FC236}">
                <a16:creationId xmlns:a16="http://schemas.microsoft.com/office/drawing/2014/main" id="{2016783D-761D-4940-B5AB-4E0A0E3DE89A}"/>
              </a:ext>
            </a:extLst>
          </p:cNvPr>
          <p:cNvSpPr/>
          <p:nvPr/>
        </p:nvSpPr>
        <p:spPr>
          <a:xfrm rot="912183" flipH="1">
            <a:off x="4326442" y="1285435"/>
            <a:ext cx="1754434" cy="1242406"/>
          </a:xfrm>
          <a:prstGeom prst="arc">
            <a:avLst>
              <a:gd name="adj1" fmla="val 10432376"/>
              <a:gd name="adj2" fmla="val 15872702"/>
            </a:avLst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6F503CC9-147E-4785-91A6-03E18B0FE00C}"/>
              </a:ext>
            </a:extLst>
          </p:cNvPr>
          <p:cNvGrpSpPr/>
          <p:nvPr/>
        </p:nvGrpSpPr>
        <p:grpSpPr>
          <a:xfrm>
            <a:off x="4232131" y="2874467"/>
            <a:ext cx="3704021" cy="1156040"/>
            <a:chOff x="4366684" y="2926127"/>
            <a:chExt cx="3278335" cy="2571063"/>
          </a:xfrm>
        </p:grpSpPr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DD92D0BF-FEE5-4F8E-8B4B-119FD573CA6D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15F68736-1823-43BF-8B7C-5E0D3E1C8EFC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60CE2482-32C1-489C-9067-C63FF4A7DD96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29FDA3A9-C927-4981-A314-0E8335490F7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1A1ECB4-9A2D-489F-A403-68432F406C59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7A90CEB0-CF1B-473E-AC80-D287C978B8EB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75CE2AD-EB1E-4C4E-B065-80051BD34D14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39F3825-2CD6-4D7D-B343-3127AF5177D1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7F8FE64-CDBA-4722-804D-097CF1C3E629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0C0BBC1B-3667-4313-9E7F-53CCD675BC12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14C79AB-A936-4D52-A625-026469B14399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C191A941-607A-49D9-86B8-08383C7E628A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3AE52E9-A164-4F63-AE64-5B7EA71756D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EE38055-CE9F-4D00-B914-687D12689D85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FEB0EC1E-E411-49E8-BC38-F2CDC3E3CDF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EAA52EA-F768-44B5-88AB-31A8885E91E3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455328A-DCEE-410D-BA26-ADA3D0069DD4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B733C93-19EF-4DDA-B2CD-AB9CECDF991C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F2CA48E9-700A-4586-8107-9FC3DAB60680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E450D6B9-B93B-401C-BCCB-F5DF29D7E070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73123BC4-CD10-48E2-BFB3-7F70917C55D6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2FF37F95-C2E6-4015-BB73-82D71F8A1E2B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D04A8134-7BD8-4BB2-92CD-BC6C1B666B2D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58B22BD-4C0C-4AAF-90D5-C5F7E6FC370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8B4F8B3-E98A-455E-847C-D3EECCD296E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31CF4154-07B0-4E0C-B904-223269B9CDE8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D22D180F-FB50-4260-AABC-FC6AEDA42E34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DF2F1A03-9469-469E-AD14-BF151A7596AB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630C142B-978F-413F-B2C3-92715A5E301C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3FB55C14-178E-45B3-B627-906B5818B83B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7A98972D-2737-4ED9-B80C-A227894E4F7B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E0D144A6-2ED0-44DA-8B14-6DA2AA2CB8E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0FB667A5-4143-4A94-A51B-F5F79440A529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E31229FC-3014-4ED9-9209-B4C0A62827CD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CF023D32-B85F-46BF-8415-28BCCFB6EB7A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1CB42F0B-33C9-44F6-BAD1-91ADC89930EF}"/>
              </a:ext>
            </a:extLst>
          </p:cNvPr>
          <p:cNvGrpSpPr/>
          <p:nvPr/>
        </p:nvGrpSpPr>
        <p:grpSpPr>
          <a:xfrm>
            <a:off x="3401010" y="2064737"/>
            <a:ext cx="2803259" cy="913008"/>
            <a:chOff x="342804" y="1541415"/>
            <a:chExt cx="9509699" cy="3097260"/>
          </a:xfrm>
          <a:scene3d>
            <a:camera prst="perspectiveContrastingRightFacing" fov="6900000">
              <a:rot lat="665717" lon="18654383" rev="20857729"/>
            </a:camera>
            <a:lightRig rig="threePt" dir="t"/>
          </a:scene3d>
        </p:grpSpPr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E4931C48-309C-4BBF-9120-ECA7CB6C6455}"/>
                </a:ext>
              </a:extLst>
            </p:cNvPr>
            <p:cNvSpPr/>
            <p:nvPr/>
          </p:nvSpPr>
          <p:spPr>
            <a:xfrm>
              <a:off x="6567993" y="1819126"/>
              <a:ext cx="134121" cy="640802"/>
            </a:xfrm>
            <a:custGeom>
              <a:avLst/>
              <a:gdLst>
                <a:gd name="connsiteX0" fmla="*/ 173355 w 171450"/>
                <a:gd name="connsiteY0" fmla="*/ 763928 h 819150"/>
                <a:gd name="connsiteX1" fmla="*/ 136207 w 171450"/>
                <a:gd name="connsiteY1" fmla="*/ 821078 h 819150"/>
                <a:gd name="connsiteX2" fmla="*/ 113348 w 171450"/>
                <a:gd name="connsiteY2" fmla="*/ 763928 h 819150"/>
                <a:gd name="connsiteX3" fmla="*/ 115252 w 171450"/>
                <a:gd name="connsiteY3" fmla="*/ 374356 h 819150"/>
                <a:gd name="connsiteX4" fmla="*/ 81915 w 171450"/>
                <a:gd name="connsiteY4" fmla="*/ 343876 h 819150"/>
                <a:gd name="connsiteX5" fmla="*/ 15240 w 171450"/>
                <a:gd name="connsiteY5" fmla="*/ 343876 h 819150"/>
                <a:gd name="connsiteX6" fmla="*/ 0 w 171450"/>
                <a:gd name="connsiteY6" fmla="*/ 329588 h 819150"/>
                <a:gd name="connsiteX7" fmla="*/ 16193 w 171450"/>
                <a:gd name="connsiteY7" fmla="*/ 318158 h 819150"/>
                <a:gd name="connsiteX8" fmla="*/ 59055 w 171450"/>
                <a:gd name="connsiteY8" fmla="*/ 318158 h 819150"/>
                <a:gd name="connsiteX9" fmla="*/ 116205 w 171450"/>
                <a:gd name="connsiteY9" fmla="*/ 261961 h 819150"/>
                <a:gd name="connsiteX10" fmla="*/ 58102 w 171450"/>
                <a:gd name="connsiteY10" fmla="*/ 206716 h 819150"/>
                <a:gd name="connsiteX11" fmla="*/ 20002 w 171450"/>
                <a:gd name="connsiteY11" fmla="*/ 206716 h 819150"/>
                <a:gd name="connsiteX12" fmla="*/ 952 w 171450"/>
                <a:gd name="connsiteY12" fmla="*/ 192428 h 819150"/>
                <a:gd name="connsiteX13" fmla="*/ 20002 w 171450"/>
                <a:gd name="connsiteY13" fmla="*/ 182903 h 819150"/>
                <a:gd name="connsiteX14" fmla="*/ 29527 w 171450"/>
                <a:gd name="connsiteY14" fmla="*/ 182903 h 819150"/>
                <a:gd name="connsiteX15" fmla="*/ 114300 w 171450"/>
                <a:gd name="connsiteY15" fmla="*/ 95273 h 819150"/>
                <a:gd name="connsiteX16" fmla="*/ 114300 w 171450"/>
                <a:gd name="connsiteY16" fmla="*/ 47648 h 819150"/>
                <a:gd name="connsiteX17" fmla="*/ 143827 w 171450"/>
                <a:gd name="connsiteY17" fmla="*/ 23 h 819150"/>
                <a:gd name="connsiteX18" fmla="*/ 170498 w 171450"/>
                <a:gd name="connsiteY18" fmla="*/ 50506 h 819150"/>
                <a:gd name="connsiteX19" fmla="*/ 173355 w 171450"/>
                <a:gd name="connsiteY19" fmla="*/ 763928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1450" h="819150">
                  <a:moveTo>
                    <a:pt x="173355" y="763928"/>
                  </a:moveTo>
                  <a:cubicBezTo>
                    <a:pt x="167640" y="786788"/>
                    <a:pt x="187643" y="828698"/>
                    <a:pt x="136207" y="821078"/>
                  </a:cubicBezTo>
                  <a:cubicBezTo>
                    <a:pt x="98107" y="815363"/>
                    <a:pt x="122873" y="782026"/>
                    <a:pt x="113348" y="763928"/>
                  </a:cubicBezTo>
                  <a:cubicBezTo>
                    <a:pt x="113348" y="634388"/>
                    <a:pt x="113348" y="503896"/>
                    <a:pt x="115252" y="374356"/>
                  </a:cubicBezTo>
                  <a:cubicBezTo>
                    <a:pt x="115252" y="346733"/>
                    <a:pt x="104775" y="342923"/>
                    <a:pt x="81915" y="343876"/>
                  </a:cubicBezTo>
                  <a:cubicBezTo>
                    <a:pt x="60007" y="344828"/>
                    <a:pt x="37148" y="343876"/>
                    <a:pt x="15240" y="343876"/>
                  </a:cubicBezTo>
                  <a:cubicBezTo>
                    <a:pt x="5715" y="343876"/>
                    <a:pt x="0" y="339113"/>
                    <a:pt x="0" y="329588"/>
                  </a:cubicBezTo>
                  <a:cubicBezTo>
                    <a:pt x="0" y="318158"/>
                    <a:pt x="8573" y="318158"/>
                    <a:pt x="16193" y="318158"/>
                  </a:cubicBezTo>
                  <a:cubicBezTo>
                    <a:pt x="30480" y="318158"/>
                    <a:pt x="44768" y="316253"/>
                    <a:pt x="59055" y="318158"/>
                  </a:cubicBezTo>
                  <a:cubicBezTo>
                    <a:pt x="105727" y="326731"/>
                    <a:pt x="115252" y="307681"/>
                    <a:pt x="116205" y="261961"/>
                  </a:cubicBezTo>
                  <a:cubicBezTo>
                    <a:pt x="117157" y="214336"/>
                    <a:pt x="102870" y="199096"/>
                    <a:pt x="58102" y="206716"/>
                  </a:cubicBezTo>
                  <a:cubicBezTo>
                    <a:pt x="45720" y="208621"/>
                    <a:pt x="32385" y="206716"/>
                    <a:pt x="20002" y="206716"/>
                  </a:cubicBezTo>
                  <a:cubicBezTo>
                    <a:pt x="10477" y="206716"/>
                    <a:pt x="0" y="205763"/>
                    <a:pt x="952" y="192428"/>
                  </a:cubicBezTo>
                  <a:cubicBezTo>
                    <a:pt x="1905" y="181951"/>
                    <a:pt x="12382" y="183856"/>
                    <a:pt x="20002" y="182903"/>
                  </a:cubicBezTo>
                  <a:cubicBezTo>
                    <a:pt x="22860" y="182903"/>
                    <a:pt x="26670" y="182903"/>
                    <a:pt x="29527" y="182903"/>
                  </a:cubicBezTo>
                  <a:cubicBezTo>
                    <a:pt x="114300" y="179093"/>
                    <a:pt x="114300" y="179093"/>
                    <a:pt x="114300" y="95273"/>
                  </a:cubicBezTo>
                  <a:cubicBezTo>
                    <a:pt x="114300" y="79081"/>
                    <a:pt x="113348" y="63841"/>
                    <a:pt x="114300" y="47648"/>
                  </a:cubicBezTo>
                  <a:cubicBezTo>
                    <a:pt x="116205" y="27646"/>
                    <a:pt x="100013" y="-929"/>
                    <a:pt x="143827" y="23"/>
                  </a:cubicBezTo>
                  <a:cubicBezTo>
                    <a:pt x="188595" y="976"/>
                    <a:pt x="170498" y="32408"/>
                    <a:pt x="170498" y="50506"/>
                  </a:cubicBezTo>
                  <a:cubicBezTo>
                    <a:pt x="172402" y="288631"/>
                    <a:pt x="172402" y="525803"/>
                    <a:pt x="173355" y="76392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AC691A95-AF17-4EFC-8CDD-690177C8555F}"/>
                </a:ext>
              </a:extLst>
            </p:cNvPr>
            <p:cNvSpPr/>
            <p:nvPr/>
          </p:nvSpPr>
          <p:spPr>
            <a:xfrm>
              <a:off x="8661003" y="1992732"/>
              <a:ext cx="44706" cy="715315"/>
            </a:xfrm>
            <a:custGeom>
              <a:avLst/>
              <a:gdLst>
                <a:gd name="connsiteX0" fmla="*/ 60997 w 57150"/>
                <a:gd name="connsiteY0" fmla="*/ 827752 h 914400"/>
                <a:gd name="connsiteX1" fmla="*/ 60043 w 57150"/>
                <a:gd name="connsiteY1" fmla="*/ 888713 h 914400"/>
                <a:gd name="connsiteX2" fmla="*/ 30516 w 57150"/>
                <a:gd name="connsiteY2" fmla="*/ 915383 h 914400"/>
                <a:gd name="connsiteX3" fmla="*/ 1941 w 57150"/>
                <a:gd name="connsiteY3" fmla="*/ 888713 h 914400"/>
                <a:gd name="connsiteX4" fmla="*/ 37 w 57150"/>
                <a:gd name="connsiteY4" fmla="*/ 827752 h 914400"/>
                <a:gd name="connsiteX5" fmla="*/ 989 w 57150"/>
                <a:gd name="connsiteY5" fmla="*/ 38130 h 914400"/>
                <a:gd name="connsiteX6" fmla="*/ 25754 w 57150"/>
                <a:gd name="connsiteY6" fmla="*/ 30 h 914400"/>
                <a:gd name="connsiteX7" fmla="*/ 60043 w 57150"/>
                <a:gd name="connsiteY7" fmla="*/ 34320 h 914400"/>
                <a:gd name="connsiteX8" fmla="*/ 59091 w 57150"/>
                <a:gd name="connsiteY8" fmla="*/ 458183 h 914400"/>
                <a:gd name="connsiteX9" fmla="*/ 60997 w 57150"/>
                <a:gd name="connsiteY9" fmla="*/ 827752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50" h="914400">
                  <a:moveTo>
                    <a:pt x="60997" y="827752"/>
                  </a:moveTo>
                  <a:cubicBezTo>
                    <a:pt x="60043" y="847755"/>
                    <a:pt x="59091" y="868710"/>
                    <a:pt x="60043" y="888713"/>
                  </a:cubicBezTo>
                  <a:cubicBezTo>
                    <a:pt x="60997" y="909668"/>
                    <a:pt x="49566" y="915383"/>
                    <a:pt x="30516" y="915383"/>
                  </a:cubicBezTo>
                  <a:cubicBezTo>
                    <a:pt x="11466" y="915383"/>
                    <a:pt x="989" y="909668"/>
                    <a:pt x="1941" y="888713"/>
                  </a:cubicBezTo>
                  <a:cubicBezTo>
                    <a:pt x="1941" y="868710"/>
                    <a:pt x="989" y="848708"/>
                    <a:pt x="37" y="827752"/>
                  </a:cubicBezTo>
                  <a:cubicBezTo>
                    <a:pt x="37" y="564863"/>
                    <a:pt x="989" y="301020"/>
                    <a:pt x="989" y="38130"/>
                  </a:cubicBezTo>
                  <a:cubicBezTo>
                    <a:pt x="989" y="20985"/>
                    <a:pt x="-7584" y="-922"/>
                    <a:pt x="25754" y="30"/>
                  </a:cubicBezTo>
                  <a:cubicBezTo>
                    <a:pt x="52424" y="30"/>
                    <a:pt x="60043" y="6698"/>
                    <a:pt x="60043" y="34320"/>
                  </a:cubicBezTo>
                  <a:cubicBezTo>
                    <a:pt x="59091" y="175290"/>
                    <a:pt x="59091" y="316260"/>
                    <a:pt x="59091" y="458183"/>
                  </a:cubicBezTo>
                  <a:cubicBezTo>
                    <a:pt x="60043" y="580103"/>
                    <a:pt x="60043" y="703927"/>
                    <a:pt x="60997" y="827752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6A88CF02-014D-4B16-A2A0-0709DC1325AD}"/>
                </a:ext>
              </a:extLst>
            </p:cNvPr>
            <p:cNvSpPr/>
            <p:nvPr/>
          </p:nvSpPr>
          <p:spPr>
            <a:xfrm>
              <a:off x="8176703" y="2640219"/>
              <a:ext cx="931399" cy="1221996"/>
            </a:xfrm>
            <a:custGeom>
              <a:avLst/>
              <a:gdLst>
                <a:gd name="connsiteX0" fmla="*/ 142875 w 1190625"/>
                <a:gd name="connsiteY0" fmla="*/ 1424047 h 1562100"/>
                <a:gd name="connsiteX1" fmla="*/ 0 w 1190625"/>
                <a:gd name="connsiteY1" fmla="*/ 1392614 h 1562100"/>
                <a:gd name="connsiteX2" fmla="*/ 88582 w 1190625"/>
                <a:gd name="connsiteY2" fmla="*/ 913507 h 1562100"/>
                <a:gd name="connsiteX3" fmla="*/ 257175 w 1190625"/>
                <a:gd name="connsiteY3" fmla="*/ 34349 h 1562100"/>
                <a:gd name="connsiteX4" fmla="*/ 300038 w 1190625"/>
                <a:gd name="connsiteY4" fmla="*/ 59 h 1562100"/>
                <a:gd name="connsiteX5" fmla="*/ 941069 w 1190625"/>
                <a:gd name="connsiteY5" fmla="*/ 59 h 1562100"/>
                <a:gd name="connsiteX6" fmla="*/ 982980 w 1190625"/>
                <a:gd name="connsiteY6" fmla="*/ 36254 h 1562100"/>
                <a:gd name="connsiteX7" fmla="*/ 1162050 w 1190625"/>
                <a:gd name="connsiteY7" fmla="*/ 1344037 h 1562100"/>
                <a:gd name="connsiteX8" fmla="*/ 1192530 w 1190625"/>
                <a:gd name="connsiteY8" fmla="*/ 1564064 h 1562100"/>
                <a:gd name="connsiteX9" fmla="*/ 1038225 w 1190625"/>
                <a:gd name="connsiteY9" fmla="*/ 1533584 h 1562100"/>
                <a:gd name="connsiteX10" fmla="*/ 1020127 w 1190625"/>
                <a:gd name="connsiteY10" fmla="*/ 1405949 h 1562100"/>
                <a:gd name="connsiteX11" fmla="*/ 909638 w 1190625"/>
                <a:gd name="connsiteY11" fmla="*/ 603944 h 1562100"/>
                <a:gd name="connsiteX12" fmla="*/ 855344 w 1190625"/>
                <a:gd name="connsiteY12" fmla="*/ 207704 h 1562100"/>
                <a:gd name="connsiteX13" fmla="*/ 786765 w 1190625"/>
                <a:gd name="connsiteY13" fmla="*/ 147697 h 1562100"/>
                <a:gd name="connsiteX14" fmla="*/ 453390 w 1190625"/>
                <a:gd name="connsiteY14" fmla="*/ 147697 h 1562100"/>
                <a:gd name="connsiteX15" fmla="*/ 376238 w 1190625"/>
                <a:gd name="connsiteY15" fmla="*/ 212467 h 1562100"/>
                <a:gd name="connsiteX16" fmla="*/ 160019 w 1190625"/>
                <a:gd name="connsiteY16" fmla="*/ 1339274 h 1562100"/>
                <a:gd name="connsiteX17" fmla="*/ 142875 w 1190625"/>
                <a:gd name="connsiteY17" fmla="*/ 1424047 h 156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0625" h="1562100">
                  <a:moveTo>
                    <a:pt x="142875" y="1424047"/>
                  </a:moveTo>
                  <a:cubicBezTo>
                    <a:pt x="97155" y="1424999"/>
                    <a:pt x="43815" y="1404997"/>
                    <a:pt x="0" y="1392614"/>
                  </a:cubicBezTo>
                  <a:cubicBezTo>
                    <a:pt x="29527" y="1232594"/>
                    <a:pt x="58102" y="1072574"/>
                    <a:pt x="88582" y="913507"/>
                  </a:cubicBezTo>
                  <a:cubicBezTo>
                    <a:pt x="144780" y="620137"/>
                    <a:pt x="201930" y="327719"/>
                    <a:pt x="257175" y="34349"/>
                  </a:cubicBezTo>
                  <a:cubicBezTo>
                    <a:pt x="262890" y="4822"/>
                    <a:pt x="274319" y="59"/>
                    <a:pt x="300038" y="59"/>
                  </a:cubicBezTo>
                  <a:cubicBezTo>
                    <a:pt x="405765" y="1012"/>
                    <a:pt x="853440" y="1964"/>
                    <a:pt x="941069" y="59"/>
                  </a:cubicBezTo>
                  <a:cubicBezTo>
                    <a:pt x="969644" y="-893"/>
                    <a:pt x="979169" y="9584"/>
                    <a:pt x="982980" y="36254"/>
                  </a:cubicBezTo>
                  <a:cubicBezTo>
                    <a:pt x="1042035" y="472499"/>
                    <a:pt x="1102042" y="908744"/>
                    <a:pt x="1162050" y="1344037"/>
                  </a:cubicBezTo>
                  <a:cubicBezTo>
                    <a:pt x="1174432" y="1436429"/>
                    <a:pt x="1180148" y="1471672"/>
                    <a:pt x="1192530" y="1564064"/>
                  </a:cubicBezTo>
                  <a:cubicBezTo>
                    <a:pt x="1194435" y="1579304"/>
                    <a:pt x="1043940" y="1547872"/>
                    <a:pt x="1038225" y="1533584"/>
                  </a:cubicBezTo>
                  <a:cubicBezTo>
                    <a:pt x="1023938" y="1451669"/>
                    <a:pt x="1031557" y="1487864"/>
                    <a:pt x="1020127" y="1405949"/>
                  </a:cubicBezTo>
                  <a:cubicBezTo>
                    <a:pt x="982980" y="1139249"/>
                    <a:pt x="945832" y="871597"/>
                    <a:pt x="909638" y="603944"/>
                  </a:cubicBezTo>
                  <a:cubicBezTo>
                    <a:pt x="891540" y="471547"/>
                    <a:pt x="872490" y="340102"/>
                    <a:pt x="855344" y="207704"/>
                  </a:cubicBezTo>
                  <a:cubicBezTo>
                    <a:pt x="847725" y="150554"/>
                    <a:pt x="843915" y="147697"/>
                    <a:pt x="786765" y="147697"/>
                  </a:cubicBezTo>
                  <a:cubicBezTo>
                    <a:pt x="675323" y="147697"/>
                    <a:pt x="564832" y="147697"/>
                    <a:pt x="453390" y="147697"/>
                  </a:cubicBezTo>
                  <a:cubicBezTo>
                    <a:pt x="391477" y="147697"/>
                    <a:pt x="387667" y="150554"/>
                    <a:pt x="376238" y="212467"/>
                  </a:cubicBezTo>
                  <a:cubicBezTo>
                    <a:pt x="304800" y="587752"/>
                    <a:pt x="233363" y="963989"/>
                    <a:pt x="160019" y="1339274"/>
                  </a:cubicBezTo>
                  <a:cubicBezTo>
                    <a:pt x="154305" y="1364039"/>
                    <a:pt x="156210" y="1396424"/>
                    <a:pt x="142875" y="142404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69124FE0-4CB4-43C3-AD7D-BF16A05A19C0}"/>
                </a:ext>
              </a:extLst>
            </p:cNvPr>
            <p:cNvSpPr/>
            <p:nvPr/>
          </p:nvSpPr>
          <p:spPr>
            <a:xfrm>
              <a:off x="6178295" y="2415936"/>
              <a:ext cx="923947" cy="1192191"/>
            </a:xfrm>
            <a:custGeom>
              <a:avLst/>
              <a:gdLst>
                <a:gd name="connsiteX0" fmla="*/ 984885 w 1181100"/>
                <a:gd name="connsiteY0" fmla="*/ 36254 h 1524000"/>
                <a:gd name="connsiteX1" fmla="*/ 942975 w 1181100"/>
                <a:gd name="connsiteY1" fmla="*/ 59 h 1524000"/>
                <a:gd name="connsiteX2" fmla="*/ 307657 w 1181100"/>
                <a:gd name="connsiteY2" fmla="*/ 59 h 1524000"/>
                <a:gd name="connsiteX3" fmla="*/ 258127 w 1181100"/>
                <a:gd name="connsiteY3" fmla="*/ 38159 h 1524000"/>
                <a:gd name="connsiteX4" fmla="*/ 51435 w 1181100"/>
                <a:gd name="connsiteY4" fmla="*/ 1122104 h 1524000"/>
                <a:gd name="connsiteX5" fmla="*/ 0 w 1181100"/>
                <a:gd name="connsiteY5" fmla="*/ 1398329 h 1524000"/>
                <a:gd name="connsiteX6" fmla="*/ 148590 w 1181100"/>
                <a:gd name="connsiteY6" fmla="*/ 1398329 h 1524000"/>
                <a:gd name="connsiteX7" fmla="*/ 378143 w 1181100"/>
                <a:gd name="connsiteY7" fmla="*/ 208657 h 1524000"/>
                <a:gd name="connsiteX8" fmla="*/ 449580 w 1181100"/>
                <a:gd name="connsiteY8" fmla="*/ 148649 h 1524000"/>
                <a:gd name="connsiteX9" fmla="*/ 782955 w 1181100"/>
                <a:gd name="connsiteY9" fmla="*/ 148649 h 1524000"/>
                <a:gd name="connsiteX10" fmla="*/ 857250 w 1181100"/>
                <a:gd name="connsiteY10" fmla="*/ 213419 h 1524000"/>
                <a:gd name="connsiteX11" fmla="*/ 1019175 w 1181100"/>
                <a:gd name="connsiteY11" fmla="*/ 1391662 h 1524000"/>
                <a:gd name="connsiteX12" fmla="*/ 1049655 w 1181100"/>
                <a:gd name="connsiteY12" fmla="*/ 1529774 h 1524000"/>
                <a:gd name="connsiteX13" fmla="*/ 1185863 w 1181100"/>
                <a:gd name="connsiteY13" fmla="*/ 1512629 h 1524000"/>
                <a:gd name="connsiteX14" fmla="*/ 984885 w 1181100"/>
                <a:gd name="connsiteY14" fmla="*/ 36254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100" h="1524000">
                  <a:moveTo>
                    <a:pt x="984885" y="36254"/>
                  </a:moveTo>
                  <a:cubicBezTo>
                    <a:pt x="981075" y="9584"/>
                    <a:pt x="971550" y="-893"/>
                    <a:pt x="942975" y="59"/>
                  </a:cubicBezTo>
                  <a:cubicBezTo>
                    <a:pt x="852488" y="1964"/>
                    <a:pt x="409575" y="1012"/>
                    <a:pt x="307657" y="59"/>
                  </a:cubicBezTo>
                  <a:cubicBezTo>
                    <a:pt x="279082" y="59"/>
                    <a:pt x="264795" y="3869"/>
                    <a:pt x="258127" y="38159"/>
                  </a:cubicBezTo>
                  <a:cubicBezTo>
                    <a:pt x="190500" y="400109"/>
                    <a:pt x="120015" y="761107"/>
                    <a:pt x="51435" y="1122104"/>
                  </a:cubicBezTo>
                  <a:cubicBezTo>
                    <a:pt x="34290" y="1214497"/>
                    <a:pt x="17145" y="1305937"/>
                    <a:pt x="0" y="1398329"/>
                  </a:cubicBezTo>
                  <a:lnTo>
                    <a:pt x="148590" y="1398329"/>
                  </a:lnTo>
                  <a:cubicBezTo>
                    <a:pt x="153352" y="1382137"/>
                    <a:pt x="303847" y="588704"/>
                    <a:pt x="378143" y="208657"/>
                  </a:cubicBezTo>
                  <a:cubicBezTo>
                    <a:pt x="389572" y="151507"/>
                    <a:pt x="393382" y="148649"/>
                    <a:pt x="449580" y="148649"/>
                  </a:cubicBezTo>
                  <a:cubicBezTo>
                    <a:pt x="561022" y="148649"/>
                    <a:pt x="671513" y="148649"/>
                    <a:pt x="782955" y="148649"/>
                  </a:cubicBezTo>
                  <a:cubicBezTo>
                    <a:pt x="846772" y="148649"/>
                    <a:pt x="848677" y="150554"/>
                    <a:pt x="857250" y="213419"/>
                  </a:cubicBezTo>
                  <a:cubicBezTo>
                    <a:pt x="911543" y="605849"/>
                    <a:pt x="963930" y="999232"/>
                    <a:pt x="1019175" y="1391662"/>
                  </a:cubicBezTo>
                  <a:cubicBezTo>
                    <a:pt x="1025843" y="1438334"/>
                    <a:pt x="1023938" y="1486912"/>
                    <a:pt x="1049655" y="1529774"/>
                  </a:cubicBezTo>
                  <a:cubicBezTo>
                    <a:pt x="1087755" y="1528822"/>
                    <a:pt x="1177290" y="1511677"/>
                    <a:pt x="1185863" y="1512629"/>
                  </a:cubicBezTo>
                  <a:cubicBezTo>
                    <a:pt x="1173480" y="1424999"/>
                    <a:pt x="1039177" y="440114"/>
                    <a:pt x="984885" y="3625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576505EB-78ED-4181-BF18-7AF897C9F077}"/>
                </a:ext>
              </a:extLst>
            </p:cNvPr>
            <p:cNvSpPr/>
            <p:nvPr/>
          </p:nvSpPr>
          <p:spPr>
            <a:xfrm>
              <a:off x="8279530" y="2728903"/>
              <a:ext cx="707863" cy="1072972"/>
            </a:xfrm>
            <a:custGeom>
              <a:avLst/>
              <a:gdLst>
                <a:gd name="connsiteX0" fmla="*/ 0 w 904875"/>
                <a:gd name="connsiteY0" fmla="*/ 1277342 h 1371600"/>
                <a:gd name="connsiteX1" fmla="*/ 230506 w 904875"/>
                <a:gd name="connsiteY1" fmla="*/ 60047 h 1371600"/>
                <a:gd name="connsiteX2" fmla="*/ 300991 w 904875"/>
                <a:gd name="connsiteY2" fmla="*/ 39 h 1371600"/>
                <a:gd name="connsiteX3" fmla="*/ 691516 w 904875"/>
                <a:gd name="connsiteY3" fmla="*/ 992 h 1371600"/>
                <a:gd name="connsiteX4" fmla="*/ 729616 w 904875"/>
                <a:gd name="connsiteY4" fmla="*/ 33377 h 1371600"/>
                <a:gd name="connsiteX5" fmla="*/ 911543 w 904875"/>
                <a:gd name="connsiteY5" fmla="*/ 1356400 h 1371600"/>
                <a:gd name="connsiteX6" fmla="*/ 560070 w 904875"/>
                <a:gd name="connsiteY6" fmla="*/ 1334492 h 1371600"/>
                <a:gd name="connsiteX7" fmla="*/ 0 w 904875"/>
                <a:gd name="connsiteY7" fmla="*/ 127734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5" h="1371600">
                  <a:moveTo>
                    <a:pt x="0" y="1277342"/>
                  </a:moveTo>
                  <a:cubicBezTo>
                    <a:pt x="37148" y="1081127"/>
                    <a:pt x="192406" y="270549"/>
                    <a:pt x="230506" y="60047"/>
                  </a:cubicBezTo>
                  <a:cubicBezTo>
                    <a:pt x="238125" y="15279"/>
                    <a:pt x="253366" y="-913"/>
                    <a:pt x="300991" y="39"/>
                  </a:cubicBezTo>
                  <a:cubicBezTo>
                    <a:pt x="431483" y="3849"/>
                    <a:pt x="561023" y="1944"/>
                    <a:pt x="691516" y="992"/>
                  </a:cubicBezTo>
                  <a:cubicBezTo>
                    <a:pt x="717233" y="992"/>
                    <a:pt x="726758" y="6707"/>
                    <a:pt x="729616" y="33377"/>
                  </a:cubicBezTo>
                  <a:cubicBezTo>
                    <a:pt x="752475" y="207684"/>
                    <a:pt x="876300" y="1088747"/>
                    <a:pt x="911543" y="1356400"/>
                  </a:cubicBezTo>
                  <a:cubicBezTo>
                    <a:pt x="918210" y="1409739"/>
                    <a:pt x="600075" y="1338302"/>
                    <a:pt x="560070" y="1334492"/>
                  </a:cubicBezTo>
                  <a:cubicBezTo>
                    <a:pt x="373381" y="1317347"/>
                    <a:pt x="186691" y="1296392"/>
                    <a:pt x="0" y="127734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0290E36F-830E-4655-BBAB-0709C42FD972}"/>
                </a:ext>
              </a:extLst>
            </p:cNvPr>
            <p:cNvSpPr/>
            <p:nvPr/>
          </p:nvSpPr>
          <p:spPr>
            <a:xfrm>
              <a:off x="6277395" y="2505281"/>
              <a:ext cx="715315" cy="1072972"/>
            </a:xfrm>
            <a:custGeom>
              <a:avLst/>
              <a:gdLst>
                <a:gd name="connsiteX0" fmla="*/ 0 w 914400"/>
                <a:gd name="connsiteY0" fmla="*/ 1304122 h 1371600"/>
                <a:gd name="connsiteX1" fmla="*/ 238125 w 914400"/>
                <a:gd name="connsiteY1" fmla="*/ 52537 h 1371600"/>
                <a:gd name="connsiteX2" fmla="*/ 300038 w 914400"/>
                <a:gd name="connsiteY2" fmla="*/ 150 h 1371600"/>
                <a:gd name="connsiteX3" fmla="*/ 675323 w 914400"/>
                <a:gd name="connsiteY3" fmla="*/ 150 h 1371600"/>
                <a:gd name="connsiteX4" fmla="*/ 741045 w 914400"/>
                <a:gd name="connsiteY4" fmla="*/ 58252 h 1371600"/>
                <a:gd name="connsiteX5" fmla="*/ 921068 w 914400"/>
                <a:gd name="connsiteY5" fmla="*/ 1374607 h 1371600"/>
                <a:gd name="connsiteX6" fmla="*/ 0 w 914400"/>
                <a:gd name="connsiteY6" fmla="*/ 130412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1371600">
                  <a:moveTo>
                    <a:pt x="0" y="1304122"/>
                  </a:moveTo>
                  <a:cubicBezTo>
                    <a:pt x="39052" y="1099335"/>
                    <a:pt x="199073" y="264945"/>
                    <a:pt x="238125" y="52537"/>
                  </a:cubicBezTo>
                  <a:cubicBezTo>
                    <a:pt x="244793" y="14437"/>
                    <a:pt x="257175" y="-1755"/>
                    <a:pt x="300038" y="150"/>
                  </a:cubicBezTo>
                  <a:cubicBezTo>
                    <a:pt x="424815" y="3960"/>
                    <a:pt x="550545" y="4912"/>
                    <a:pt x="675323" y="150"/>
                  </a:cubicBezTo>
                  <a:cubicBezTo>
                    <a:pt x="722948" y="-1755"/>
                    <a:pt x="736282" y="15390"/>
                    <a:pt x="741045" y="58252"/>
                  </a:cubicBezTo>
                  <a:cubicBezTo>
                    <a:pt x="764857" y="244942"/>
                    <a:pt x="886777" y="1122195"/>
                    <a:pt x="921068" y="1374607"/>
                  </a:cubicBezTo>
                  <a:cubicBezTo>
                    <a:pt x="922973" y="1381275"/>
                    <a:pt x="5715" y="1302217"/>
                    <a:pt x="0" y="130412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31002ED9-F1DA-42A1-ACE7-6918A238972B}"/>
                </a:ext>
              </a:extLst>
            </p:cNvPr>
            <p:cNvSpPr/>
            <p:nvPr/>
          </p:nvSpPr>
          <p:spPr>
            <a:xfrm>
              <a:off x="342804" y="2386179"/>
              <a:ext cx="9464439" cy="2252496"/>
            </a:xfrm>
            <a:custGeom>
              <a:avLst/>
              <a:gdLst>
                <a:gd name="connsiteX0" fmla="*/ 4574879 w 4752721"/>
                <a:gd name="connsiteY0" fmla="*/ 766307 h 1131127"/>
                <a:gd name="connsiteX1" fmla="*/ 4555422 w 4752721"/>
                <a:gd name="connsiteY1" fmla="*/ 785764 h 1131127"/>
                <a:gd name="connsiteX2" fmla="*/ 4555422 w 4752721"/>
                <a:gd name="connsiteY2" fmla="*/ 807092 h 1131127"/>
                <a:gd name="connsiteX3" fmla="*/ 4574879 w 4752721"/>
                <a:gd name="connsiteY3" fmla="*/ 826549 h 1131127"/>
                <a:gd name="connsiteX4" fmla="*/ 4639986 w 4752721"/>
                <a:gd name="connsiteY4" fmla="*/ 826549 h 1131127"/>
                <a:gd name="connsiteX5" fmla="*/ 4659443 w 4752721"/>
                <a:gd name="connsiteY5" fmla="*/ 807092 h 1131127"/>
                <a:gd name="connsiteX6" fmla="*/ 4659443 w 4752721"/>
                <a:gd name="connsiteY6" fmla="*/ 785764 h 1131127"/>
                <a:gd name="connsiteX7" fmla="*/ 4639986 w 4752721"/>
                <a:gd name="connsiteY7" fmla="*/ 766307 h 1131127"/>
                <a:gd name="connsiteX8" fmla="*/ 2344805 w 4752721"/>
                <a:gd name="connsiteY8" fmla="*/ 0 h 1131127"/>
                <a:gd name="connsiteX9" fmla="*/ 2409538 w 4752721"/>
                <a:gd name="connsiteY9" fmla="*/ 1871 h 1131127"/>
                <a:gd name="connsiteX10" fmla="*/ 2549478 w 4752721"/>
                <a:gd name="connsiteY10" fmla="*/ 81944 h 1131127"/>
                <a:gd name="connsiteX11" fmla="*/ 2593257 w 4752721"/>
                <a:gd name="connsiteY11" fmla="*/ 199809 h 1131127"/>
                <a:gd name="connsiteX12" fmla="*/ 2602611 w 4752721"/>
                <a:gd name="connsiteY12" fmla="*/ 225253 h 1131127"/>
                <a:gd name="connsiteX13" fmla="*/ 2649383 w 4752721"/>
                <a:gd name="connsiteY13" fmla="*/ 297468 h 1131127"/>
                <a:gd name="connsiteX14" fmla="*/ 2671833 w 4752721"/>
                <a:gd name="connsiteY14" fmla="*/ 314680 h 1131127"/>
                <a:gd name="connsiteX15" fmla="*/ 2879499 w 4752721"/>
                <a:gd name="connsiteY15" fmla="*/ 336756 h 1131127"/>
                <a:gd name="connsiteX16" fmla="*/ 2893718 w 4752721"/>
                <a:gd name="connsiteY16" fmla="*/ 353594 h 1131127"/>
                <a:gd name="connsiteX17" fmla="*/ 2886983 w 4752721"/>
                <a:gd name="connsiteY17" fmla="*/ 543674 h 1131127"/>
                <a:gd name="connsiteX18" fmla="*/ 4216421 w 4752721"/>
                <a:gd name="connsiteY18" fmla="*/ 698208 h 1131127"/>
                <a:gd name="connsiteX19" fmla="*/ 4508651 w 4752721"/>
                <a:gd name="connsiteY19" fmla="*/ 731509 h 1131127"/>
                <a:gd name="connsiteX20" fmla="*/ 4518753 w 4752721"/>
                <a:gd name="connsiteY20" fmla="*/ 739741 h 1131127"/>
                <a:gd name="connsiteX21" fmla="*/ 4531476 w 4752721"/>
                <a:gd name="connsiteY21" fmla="*/ 776784 h 1131127"/>
                <a:gd name="connsiteX22" fmla="*/ 4548313 w 4752721"/>
                <a:gd name="connsiteY22" fmla="*/ 738619 h 1131127"/>
                <a:gd name="connsiteX23" fmla="*/ 4669171 w 4752721"/>
                <a:gd name="connsiteY23" fmla="*/ 738619 h 1131127"/>
                <a:gd name="connsiteX24" fmla="*/ 4681893 w 4752721"/>
                <a:gd name="connsiteY24" fmla="*/ 744231 h 1131127"/>
                <a:gd name="connsiteX25" fmla="*/ 4686757 w 4752721"/>
                <a:gd name="connsiteY25" fmla="*/ 756205 h 1131127"/>
                <a:gd name="connsiteX26" fmla="*/ 4686009 w 4752721"/>
                <a:gd name="connsiteY26" fmla="*/ 836652 h 1131127"/>
                <a:gd name="connsiteX27" fmla="*/ 4726794 w 4752721"/>
                <a:gd name="connsiteY27" fmla="*/ 842265 h 1131127"/>
                <a:gd name="connsiteX28" fmla="*/ 4751864 w 4752721"/>
                <a:gd name="connsiteY28" fmla="*/ 864341 h 1131127"/>
                <a:gd name="connsiteX29" fmla="*/ 4689002 w 4752721"/>
                <a:gd name="connsiteY29" fmla="*/ 1131127 h 1131127"/>
                <a:gd name="connsiteX30" fmla="*/ 506116 w 4752721"/>
                <a:gd name="connsiteY30" fmla="*/ 1117282 h 1131127"/>
                <a:gd name="connsiteX31" fmla="*/ 478428 w 4752721"/>
                <a:gd name="connsiteY31" fmla="*/ 966116 h 1131127"/>
                <a:gd name="connsiteX32" fmla="*/ 290966 w 4752721"/>
                <a:gd name="connsiteY32" fmla="*/ 526088 h 1131127"/>
                <a:gd name="connsiteX33" fmla="*/ 56734 w 4752721"/>
                <a:gd name="connsiteY33" fmla="*/ 243961 h 1131127"/>
                <a:gd name="connsiteX34" fmla="*/ 2104 w 4752721"/>
                <a:gd name="connsiteY34" fmla="*/ 182971 h 1131127"/>
                <a:gd name="connsiteX35" fmla="*/ 12956 w 4752721"/>
                <a:gd name="connsiteY35" fmla="*/ 159772 h 1131127"/>
                <a:gd name="connsiteX36" fmla="*/ 1746502 w 4752721"/>
                <a:gd name="connsiteY36" fmla="*/ 393631 h 1131127"/>
                <a:gd name="connsiteX37" fmla="*/ 1850522 w 4752721"/>
                <a:gd name="connsiteY37" fmla="*/ 464724 h 1131127"/>
                <a:gd name="connsiteX38" fmla="*/ 1885694 w 4752721"/>
                <a:gd name="connsiteY38" fmla="*/ 462479 h 1131127"/>
                <a:gd name="connsiteX39" fmla="*/ 1979986 w 4752721"/>
                <a:gd name="connsiteY39" fmla="*/ 353594 h 1131127"/>
                <a:gd name="connsiteX40" fmla="*/ 2021519 w 4752721"/>
                <a:gd name="connsiteY40" fmla="*/ 291855 h 1131127"/>
                <a:gd name="connsiteX41" fmla="*/ 2098225 w 4752721"/>
                <a:gd name="connsiteY41" fmla="*/ 105891 h 1131127"/>
                <a:gd name="connsiteX42" fmla="*/ 2131901 w 4752721"/>
                <a:gd name="connsiteY42" fmla="*/ 72590 h 1131127"/>
                <a:gd name="connsiteX43" fmla="*/ 2313375 w 4752721"/>
                <a:gd name="connsiteY43" fmla="*/ 69596 h 1131127"/>
                <a:gd name="connsiteX44" fmla="*/ 2323103 w 4752721"/>
                <a:gd name="connsiteY44" fmla="*/ 60616 h 1131127"/>
                <a:gd name="connsiteX45" fmla="*/ 2322729 w 4752721"/>
                <a:gd name="connsiteY45" fmla="*/ 25069 h 1131127"/>
                <a:gd name="connsiteX46" fmla="*/ 2344805 w 4752721"/>
                <a:gd name="connsiteY46" fmla="*/ 0 h 113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52721" h="1131127">
                  <a:moveTo>
                    <a:pt x="4574879" y="766307"/>
                  </a:moveTo>
                  <a:cubicBezTo>
                    <a:pt x="4564028" y="766307"/>
                    <a:pt x="4555422" y="774913"/>
                    <a:pt x="4555422" y="785764"/>
                  </a:cubicBezTo>
                  <a:lnTo>
                    <a:pt x="4555422" y="807092"/>
                  </a:lnTo>
                  <a:cubicBezTo>
                    <a:pt x="4555422" y="817943"/>
                    <a:pt x="4564028" y="826549"/>
                    <a:pt x="4574879" y="826549"/>
                  </a:cubicBezTo>
                  <a:lnTo>
                    <a:pt x="4639986" y="826549"/>
                  </a:lnTo>
                  <a:cubicBezTo>
                    <a:pt x="4650462" y="826549"/>
                    <a:pt x="4659443" y="817943"/>
                    <a:pt x="4659443" y="807092"/>
                  </a:cubicBezTo>
                  <a:lnTo>
                    <a:pt x="4659443" y="785764"/>
                  </a:lnTo>
                  <a:cubicBezTo>
                    <a:pt x="4659443" y="774913"/>
                    <a:pt x="4650837" y="766307"/>
                    <a:pt x="4639986" y="766307"/>
                  </a:cubicBezTo>
                  <a:close/>
                  <a:moveTo>
                    <a:pt x="2344805" y="0"/>
                  </a:moveTo>
                  <a:cubicBezTo>
                    <a:pt x="2351166" y="0"/>
                    <a:pt x="2393073" y="0"/>
                    <a:pt x="2409538" y="1871"/>
                  </a:cubicBezTo>
                  <a:cubicBezTo>
                    <a:pt x="2464541" y="13844"/>
                    <a:pt x="2512809" y="40785"/>
                    <a:pt x="2549478" y="81944"/>
                  </a:cubicBezTo>
                  <a:cubicBezTo>
                    <a:pt x="2577916" y="113749"/>
                    <a:pt x="2592508" y="155656"/>
                    <a:pt x="2593257" y="199809"/>
                  </a:cubicBezTo>
                  <a:cubicBezTo>
                    <a:pt x="2593631" y="209537"/>
                    <a:pt x="2594753" y="216646"/>
                    <a:pt x="2602611" y="225253"/>
                  </a:cubicBezTo>
                  <a:cubicBezTo>
                    <a:pt x="2622068" y="246580"/>
                    <a:pt x="2637035" y="271276"/>
                    <a:pt x="2649383" y="297468"/>
                  </a:cubicBezTo>
                  <a:cubicBezTo>
                    <a:pt x="2654995" y="309067"/>
                    <a:pt x="2660982" y="313557"/>
                    <a:pt x="2671833" y="314680"/>
                  </a:cubicBezTo>
                  <a:cubicBezTo>
                    <a:pt x="2748538" y="322163"/>
                    <a:pt x="2802794" y="330021"/>
                    <a:pt x="2879499" y="336756"/>
                  </a:cubicBezTo>
                  <a:cubicBezTo>
                    <a:pt x="2892595" y="337879"/>
                    <a:pt x="2894092" y="342369"/>
                    <a:pt x="2893718" y="353594"/>
                  </a:cubicBezTo>
                  <a:cubicBezTo>
                    <a:pt x="2892221" y="413462"/>
                    <a:pt x="2887731" y="483807"/>
                    <a:pt x="2886983" y="543674"/>
                  </a:cubicBezTo>
                  <a:cubicBezTo>
                    <a:pt x="2886983" y="548539"/>
                    <a:pt x="4204074" y="697086"/>
                    <a:pt x="4216421" y="698208"/>
                  </a:cubicBezTo>
                  <a:cubicBezTo>
                    <a:pt x="4232511" y="701201"/>
                    <a:pt x="4463002" y="726645"/>
                    <a:pt x="4508651" y="731509"/>
                  </a:cubicBezTo>
                  <a:cubicBezTo>
                    <a:pt x="4513515" y="731884"/>
                    <a:pt x="4517257" y="735251"/>
                    <a:pt x="4518753" y="739741"/>
                  </a:cubicBezTo>
                  <a:cubicBezTo>
                    <a:pt x="4524366" y="756579"/>
                    <a:pt x="4531476" y="776784"/>
                    <a:pt x="4531476" y="776784"/>
                  </a:cubicBezTo>
                  <a:cubicBezTo>
                    <a:pt x="4532224" y="743483"/>
                    <a:pt x="4538585" y="738619"/>
                    <a:pt x="4548313" y="738619"/>
                  </a:cubicBezTo>
                  <a:lnTo>
                    <a:pt x="4669171" y="738619"/>
                  </a:lnTo>
                  <a:cubicBezTo>
                    <a:pt x="4674036" y="738619"/>
                    <a:pt x="4678526" y="740864"/>
                    <a:pt x="4681893" y="744231"/>
                  </a:cubicBezTo>
                  <a:cubicBezTo>
                    <a:pt x="4681893" y="744231"/>
                    <a:pt x="4686757" y="749096"/>
                    <a:pt x="4686757" y="756205"/>
                  </a:cubicBezTo>
                  <a:lnTo>
                    <a:pt x="4686009" y="836652"/>
                  </a:lnTo>
                  <a:cubicBezTo>
                    <a:pt x="4686383" y="837400"/>
                    <a:pt x="4716691" y="842265"/>
                    <a:pt x="4726794" y="842265"/>
                  </a:cubicBezTo>
                  <a:cubicBezTo>
                    <a:pt x="4742509" y="840768"/>
                    <a:pt x="4756354" y="841517"/>
                    <a:pt x="4751864" y="864341"/>
                  </a:cubicBezTo>
                  <a:cubicBezTo>
                    <a:pt x="4751116" y="869205"/>
                    <a:pt x="4727169" y="1131127"/>
                    <a:pt x="4689002" y="1131127"/>
                  </a:cubicBezTo>
                  <a:cubicBezTo>
                    <a:pt x="4296120" y="1131127"/>
                    <a:pt x="1472607" y="1117282"/>
                    <a:pt x="506116" y="1117282"/>
                  </a:cubicBezTo>
                  <a:cubicBezTo>
                    <a:pt x="496762" y="1070885"/>
                    <a:pt x="488156" y="1012139"/>
                    <a:pt x="478428" y="966116"/>
                  </a:cubicBezTo>
                  <a:cubicBezTo>
                    <a:pt x="444752" y="807093"/>
                    <a:pt x="391245" y="656674"/>
                    <a:pt x="290966" y="526088"/>
                  </a:cubicBezTo>
                  <a:cubicBezTo>
                    <a:pt x="285354" y="518605"/>
                    <a:pt x="128949" y="330769"/>
                    <a:pt x="56734" y="243961"/>
                  </a:cubicBezTo>
                  <a:cubicBezTo>
                    <a:pt x="39148" y="223007"/>
                    <a:pt x="22310" y="201679"/>
                    <a:pt x="2104" y="182971"/>
                  </a:cubicBezTo>
                  <a:cubicBezTo>
                    <a:pt x="-4256" y="175487"/>
                    <a:pt x="5098" y="158650"/>
                    <a:pt x="12956" y="159772"/>
                  </a:cubicBezTo>
                  <a:cubicBezTo>
                    <a:pt x="106499" y="172494"/>
                    <a:pt x="1659319" y="382031"/>
                    <a:pt x="1746502" y="393631"/>
                  </a:cubicBezTo>
                  <a:cubicBezTo>
                    <a:pt x="1762966" y="395876"/>
                    <a:pt x="1834059" y="453498"/>
                    <a:pt x="1850522" y="464724"/>
                  </a:cubicBezTo>
                  <a:cubicBezTo>
                    <a:pt x="1862870" y="473330"/>
                    <a:pt x="1874843" y="468091"/>
                    <a:pt x="1885694" y="462479"/>
                  </a:cubicBezTo>
                  <a:cubicBezTo>
                    <a:pt x="1931344" y="438906"/>
                    <a:pt x="1961652" y="400740"/>
                    <a:pt x="1979986" y="353594"/>
                  </a:cubicBezTo>
                  <a:cubicBezTo>
                    <a:pt x="1989715" y="329273"/>
                    <a:pt x="2000940" y="310190"/>
                    <a:pt x="2021519" y="291855"/>
                  </a:cubicBezTo>
                  <a:cubicBezTo>
                    <a:pt x="2075775" y="243213"/>
                    <a:pt x="2096354" y="177733"/>
                    <a:pt x="2098225" y="105891"/>
                  </a:cubicBezTo>
                  <a:cubicBezTo>
                    <a:pt x="2098973" y="73338"/>
                    <a:pt x="2098599" y="73338"/>
                    <a:pt x="2131901" y="72590"/>
                  </a:cubicBezTo>
                  <a:cubicBezTo>
                    <a:pt x="2192517" y="71467"/>
                    <a:pt x="2252759" y="70345"/>
                    <a:pt x="2313375" y="69596"/>
                  </a:cubicBezTo>
                  <a:cubicBezTo>
                    <a:pt x="2320484" y="69596"/>
                    <a:pt x="2323478" y="68100"/>
                    <a:pt x="2323103" y="60616"/>
                  </a:cubicBezTo>
                  <a:cubicBezTo>
                    <a:pt x="2322729" y="48643"/>
                    <a:pt x="2324226" y="36669"/>
                    <a:pt x="2322729" y="25069"/>
                  </a:cubicBezTo>
                  <a:cubicBezTo>
                    <a:pt x="2320484" y="7484"/>
                    <a:pt x="2327593" y="0"/>
                    <a:pt x="234480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18E4C018-BB22-478E-8DD3-4A2BF7938191}"/>
                </a:ext>
              </a:extLst>
            </p:cNvPr>
            <p:cNvSpPr/>
            <p:nvPr/>
          </p:nvSpPr>
          <p:spPr>
            <a:xfrm>
              <a:off x="434174" y="2766189"/>
              <a:ext cx="3956581" cy="789826"/>
            </a:xfrm>
            <a:custGeom>
              <a:avLst/>
              <a:gdLst>
                <a:gd name="connsiteX0" fmla="*/ 4358640 w 5057775"/>
                <a:gd name="connsiteY0" fmla="*/ 589597 h 1009650"/>
                <a:gd name="connsiteX1" fmla="*/ 0 w 5057775"/>
                <a:gd name="connsiteY1" fmla="*/ 0 h 1009650"/>
                <a:gd name="connsiteX2" fmla="*/ 481965 w 5057775"/>
                <a:gd name="connsiteY2" fmla="*/ 557213 h 1009650"/>
                <a:gd name="connsiteX3" fmla="*/ 5060633 w 5057775"/>
                <a:gd name="connsiteY3" fmla="*/ 1012508 h 1009650"/>
                <a:gd name="connsiteX4" fmla="*/ 4358640 w 5057775"/>
                <a:gd name="connsiteY4" fmla="*/ 589597 h 1009650"/>
                <a:gd name="connsiteX5" fmla="*/ 204787 w 5057775"/>
                <a:gd name="connsiteY5" fmla="*/ 231458 h 1009650"/>
                <a:gd name="connsiteX6" fmla="*/ 208598 w 5057775"/>
                <a:gd name="connsiteY6" fmla="*/ 228600 h 1009650"/>
                <a:gd name="connsiteX7" fmla="*/ 204787 w 5057775"/>
                <a:gd name="connsiteY7" fmla="*/ 231458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57775" h="1009650">
                  <a:moveTo>
                    <a:pt x="4358640" y="589597"/>
                  </a:moveTo>
                  <a:cubicBezTo>
                    <a:pt x="4037648" y="546735"/>
                    <a:pt x="586740" y="85725"/>
                    <a:pt x="0" y="0"/>
                  </a:cubicBezTo>
                  <a:cubicBezTo>
                    <a:pt x="63818" y="71438"/>
                    <a:pt x="317182" y="379095"/>
                    <a:pt x="481965" y="557213"/>
                  </a:cubicBezTo>
                  <a:cubicBezTo>
                    <a:pt x="1908810" y="706755"/>
                    <a:pt x="3591878" y="891540"/>
                    <a:pt x="5060633" y="1012508"/>
                  </a:cubicBezTo>
                  <a:cubicBezTo>
                    <a:pt x="4962525" y="964883"/>
                    <a:pt x="4516755" y="703897"/>
                    <a:pt x="4358640" y="589597"/>
                  </a:cubicBezTo>
                  <a:close/>
                  <a:moveTo>
                    <a:pt x="204787" y="231458"/>
                  </a:moveTo>
                  <a:cubicBezTo>
                    <a:pt x="206693" y="230505"/>
                    <a:pt x="207645" y="229552"/>
                    <a:pt x="208598" y="228600"/>
                  </a:cubicBezTo>
                  <a:cubicBezTo>
                    <a:pt x="207645" y="229552"/>
                    <a:pt x="206693" y="230505"/>
                    <a:pt x="204787" y="23145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87EA67E-7A60-43D9-A258-76A88DEBF01A}"/>
                </a:ext>
              </a:extLst>
            </p:cNvPr>
            <p:cNvSpPr/>
            <p:nvPr/>
          </p:nvSpPr>
          <p:spPr>
            <a:xfrm>
              <a:off x="894735" y="3285688"/>
              <a:ext cx="8859464" cy="1296507"/>
            </a:xfrm>
            <a:custGeom>
              <a:avLst/>
              <a:gdLst>
                <a:gd name="connsiteX0" fmla="*/ 5639654 w 11325225"/>
                <a:gd name="connsiteY0" fmla="*/ 1631440 h 1657350"/>
                <a:gd name="connsiteX1" fmla="*/ 673318 w 11325225"/>
                <a:gd name="connsiteY1" fmla="*/ 1596198 h 1657350"/>
                <a:gd name="connsiteX2" fmla="*/ 627598 w 11325225"/>
                <a:gd name="connsiteY2" fmla="*/ 1543810 h 1657350"/>
                <a:gd name="connsiteX3" fmla="*/ 539968 w 11325225"/>
                <a:gd name="connsiteY3" fmla="*/ 1132330 h 1657350"/>
                <a:gd name="connsiteX4" fmla="*/ 278983 w 11325225"/>
                <a:gd name="connsiteY4" fmla="*/ 437005 h 1657350"/>
                <a:gd name="connsiteX5" fmla="*/ 38953 w 11325225"/>
                <a:gd name="connsiteY5" fmla="*/ 88390 h 1657350"/>
                <a:gd name="connsiteX6" fmla="*/ 2758 w 11325225"/>
                <a:gd name="connsiteY6" fmla="*/ 16000 h 1657350"/>
                <a:gd name="connsiteX7" fmla="*/ 81816 w 11325225"/>
                <a:gd name="connsiteY7" fmla="*/ 5523 h 1657350"/>
                <a:gd name="connsiteX8" fmla="*/ 5390099 w 11325225"/>
                <a:gd name="connsiteY8" fmla="*/ 518920 h 1657350"/>
                <a:gd name="connsiteX9" fmla="*/ 10836494 w 11325225"/>
                <a:gd name="connsiteY9" fmla="*/ 1014220 h 1657350"/>
                <a:gd name="connsiteX10" fmla="*/ 11326078 w 11325225"/>
                <a:gd name="connsiteY10" fmla="*/ 1055178 h 1657350"/>
                <a:gd name="connsiteX11" fmla="*/ 11153676 w 11325225"/>
                <a:gd name="connsiteY11" fmla="*/ 1661920 h 1657350"/>
                <a:gd name="connsiteX12" fmla="*/ 5639654 w 11325225"/>
                <a:gd name="connsiteY12" fmla="*/ 163144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25225" h="1657350">
                  <a:moveTo>
                    <a:pt x="5639654" y="1631440"/>
                  </a:moveTo>
                  <a:cubicBezTo>
                    <a:pt x="5152926" y="1618105"/>
                    <a:pt x="830481" y="1597150"/>
                    <a:pt x="673318" y="1596198"/>
                  </a:cubicBezTo>
                  <a:cubicBezTo>
                    <a:pt x="631408" y="1596198"/>
                    <a:pt x="631408" y="1567623"/>
                    <a:pt x="627598" y="1543810"/>
                  </a:cubicBezTo>
                  <a:cubicBezTo>
                    <a:pt x="605691" y="1404745"/>
                    <a:pt x="574258" y="1268538"/>
                    <a:pt x="539968" y="1132330"/>
                  </a:cubicBezTo>
                  <a:cubicBezTo>
                    <a:pt x="479961" y="890395"/>
                    <a:pt x="399951" y="655128"/>
                    <a:pt x="278983" y="437005"/>
                  </a:cubicBezTo>
                  <a:cubicBezTo>
                    <a:pt x="217071" y="324610"/>
                    <a:pt x="116106" y="190308"/>
                    <a:pt x="38953" y="88390"/>
                  </a:cubicBezTo>
                  <a:cubicBezTo>
                    <a:pt x="22761" y="66483"/>
                    <a:pt x="-9624" y="41718"/>
                    <a:pt x="2758" y="16000"/>
                  </a:cubicBezTo>
                  <a:cubicBezTo>
                    <a:pt x="16093" y="-10670"/>
                    <a:pt x="55146" y="3618"/>
                    <a:pt x="81816" y="5523"/>
                  </a:cubicBezTo>
                  <a:cubicBezTo>
                    <a:pt x="200878" y="15048"/>
                    <a:pt x="5310088" y="511300"/>
                    <a:pt x="5390099" y="518920"/>
                  </a:cubicBezTo>
                  <a:cubicBezTo>
                    <a:pt x="5520591" y="531303"/>
                    <a:pt x="10736481" y="1004695"/>
                    <a:pt x="10836494" y="1014220"/>
                  </a:cubicBezTo>
                  <a:cubicBezTo>
                    <a:pt x="11004134" y="1036128"/>
                    <a:pt x="11326078" y="1055178"/>
                    <a:pt x="11326078" y="1055178"/>
                  </a:cubicBezTo>
                  <a:cubicBezTo>
                    <a:pt x="11326078" y="1055178"/>
                    <a:pt x="11284169" y="1661920"/>
                    <a:pt x="11153676" y="1661920"/>
                  </a:cubicBezTo>
                  <a:cubicBezTo>
                    <a:pt x="11013659" y="1661920"/>
                    <a:pt x="6147336" y="1645728"/>
                    <a:pt x="5639654" y="163144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09074F55-F882-489C-8B32-0381A527775B}"/>
                </a:ext>
              </a:extLst>
            </p:cNvPr>
            <p:cNvSpPr/>
            <p:nvPr/>
          </p:nvSpPr>
          <p:spPr>
            <a:xfrm>
              <a:off x="4139649" y="2576610"/>
              <a:ext cx="5206892" cy="1448085"/>
            </a:xfrm>
            <a:custGeom>
              <a:avLst/>
              <a:gdLst>
                <a:gd name="connsiteX0" fmla="*/ 873322 w 2614725"/>
                <a:gd name="connsiteY0" fmla="*/ 386306 h 727179"/>
                <a:gd name="connsiteX1" fmla="*/ 837027 w 2614725"/>
                <a:gd name="connsiteY1" fmla="*/ 422601 h 727179"/>
                <a:gd name="connsiteX2" fmla="*/ 873322 w 2614725"/>
                <a:gd name="connsiteY2" fmla="*/ 458896 h 727179"/>
                <a:gd name="connsiteX3" fmla="*/ 909617 w 2614725"/>
                <a:gd name="connsiteY3" fmla="*/ 422601 h 727179"/>
                <a:gd name="connsiteX4" fmla="*/ 873322 w 2614725"/>
                <a:gd name="connsiteY4" fmla="*/ 386306 h 727179"/>
                <a:gd name="connsiteX5" fmla="*/ 767056 w 2614725"/>
                <a:gd name="connsiteY5" fmla="*/ 376578 h 727179"/>
                <a:gd name="connsiteX6" fmla="*/ 730761 w 2614725"/>
                <a:gd name="connsiteY6" fmla="*/ 412873 h 727179"/>
                <a:gd name="connsiteX7" fmla="*/ 767056 w 2614725"/>
                <a:gd name="connsiteY7" fmla="*/ 449168 h 727179"/>
                <a:gd name="connsiteX8" fmla="*/ 803351 w 2614725"/>
                <a:gd name="connsiteY8" fmla="*/ 412873 h 727179"/>
                <a:gd name="connsiteX9" fmla="*/ 767056 w 2614725"/>
                <a:gd name="connsiteY9" fmla="*/ 376578 h 727179"/>
                <a:gd name="connsiteX10" fmla="*/ 660417 w 2614725"/>
                <a:gd name="connsiteY10" fmla="*/ 366849 h 727179"/>
                <a:gd name="connsiteX11" fmla="*/ 624122 w 2614725"/>
                <a:gd name="connsiteY11" fmla="*/ 403144 h 727179"/>
                <a:gd name="connsiteX12" fmla="*/ 660417 w 2614725"/>
                <a:gd name="connsiteY12" fmla="*/ 439439 h 727179"/>
                <a:gd name="connsiteX13" fmla="*/ 696712 w 2614725"/>
                <a:gd name="connsiteY13" fmla="*/ 403144 h 727179"/>
                <a:gd name="connsiteX14" fmla="*/ 660417 w 2614725"/>
                <a:gd name="connsiteY14" fmla="*/ 366849 h 727179"/>
                <a:gd name="connsiteX15" fmla="*/ 554151 w 2614725"/>
                <a:gd name="connsiteY15" fmla="*/ 357121 h 727179"/>
                <a:gd name="connsiteX16" fmla="*/ 517856 w 2614725"/>
                <a:gd name="connsiteY16" fmla="*/ 393416 h 727179"/>
                <a:gd name="connsiteX17" fmla="*/ 554151 w 2614725"/>
                <a:gd name="connsiteY17" fmla="*/ 429711 h 727179"/>
                <a:gd name="connsiteX18" fmla="*/ 590446 w 2614725"/>
                <a:gd name="connsiteY18" fmla="*/ 393416 h 727179"/>
                <a:gd name="connsiteX19" fmla="*/ 554151 w 2614725"/>
                <a:gd name="connsiteY19" fmla="*/ 357121 h 727179"/>
                <a:gd name="connsiteX20" fmla="*/ 447886 w 2614725"/>
                <a:gd name="connsiteY20" fmla="*/ 347392 h 727179"/>
                <a:gd name="connsiteX21" fmla="*/ 411591 w 2614725"/>
                <a:gd name="connsiteY21" fmla="*/ 383687 h 727179"/>
                <a:gd name="connsiteX22" fmla="*/ 447886 w 2614725"/>
                <a:gd name="connsiteY22" fmla="*/ 419982 h 727179"/>
                <a:gd name="connsiteX23" fmla="*/ 484181 w 2614725"/>
                <a:gd name="connsiteY23" fmla="*/ 383687 h 727179"/>
                <a:gd name="connsiteX24" fmla="*/ 447886 w 2614725"/>
                <a:gd name="connsiteY24" fmla="*/ 347392 h 727179"/>
                <a:gd name="connsiteX25" fmla="*/ 341621 w 2614725"/>
                <a:gd name="connsiteY25" fmla="*/ 337664 h 727179"/>
                <a:gd name="connsiteX26" fmla="*/ 305326 w 2614725"/>
                <a:gd name="connsiteY26" fmla="*/ 373959 h 727179"/>
                <a:gd name="connsiteX27" fmla="*/ 341621 w 2614725"/>
                <a:gd name="connsiteY27" fmla="*/ 410254 h 727179"/>
                <a:gd name="connsiteX28" fmla="*/ 377916 w 2614725"/>
                <a:gd name="connsiteY28" fmla="*/ 373959 h 727179"/>
                <a:gd name="connsiteX29" fmla="*/ 341621 w 2614725"/>
                <a:gd name="connsiteY29" fmla="*/ 337664 h 727179"/>
                <a:gd name="connsiteX30" fmla="*/ 385399 w 2614725"/>
                <a:gd name="connsiteY30" fmla="*/ 165544 h 727179"/>
                <a:gd name="connsiteX31" fmla="*/ 349104 w 2614725"/>
                <a:gd name="connsiteY31" fmla="*/ 201839 h 727179"/>
                <a:gd name="connsiteX32" fmla="*/ 385399 w 2614725"/>
                <a:gd name="connsiteY32" fmla="*/ 238134 h 727179"/>
                <a:gd name="connsiteX33" fmla="*/ 421694 w 2614725"/>
                <a:gd name="connsiteY33" fmla="*/ 201839 h 727179"/>
                <a:gd name="connsiteX34" fmla="*/ 385399 w 2614725"/>
                <a:gd name="connsiteY34" fmla="*/ 165544 h 727179"/>
                <a:gd name="connsiteX35" fmla="*/ 280631 w 2614725"/>
                <a:gd name="connsiteY35" fmla="*/ 165544 h 727179"/>
                <a:gd name="connsiteX36" fmla="*/ 244336 w 2614725"/>
                <a:gd name="connsiteY36" fmla="*/ 201839 h 727179"/>
                <a:gd name="connsiteX37" fmla="*/ 280631 w 2614725"/>
                <a:gd name="connsiteY37" fmla="*/ 238134 h 727179"/>
                <a:gd name="connsiteX38" fmla="*/ 316926 w 2614725"/>
                <a:gd name="connsiteY38" fmla="*/ 201839 h 727179"/>
                <a:gd name="connsiteX39" fmla="*/ 280631 w 2614725"/>
                <a:gd name="connsiteY39" fmla="*/ 165544 h 727179"/>
                <a:gd name="connsiteX40" fmla="*/ 453873 w 2614725"/>
                <a:gd name="connsiteY40" fmla="*/ 120269 h 727179"/>
                <a:gd name="connsiteX41" fmla="*/ 453873 w 2614725"/>
                <a:gd name="connsiteY41" fmla="*/ 192485 h 727179"/>
                <a:gd name="connsiteX42" fmla="*/ 512618 w 2614725"/>
                <a:gd name="connsiteY42" fmla="*/ 192485 h 727179"/>
                <a:gd name="connsiteX43" fmla="*/ 512618 w 2614725"/>
                <a:gd name="connsiteY43" fmla="*/ 120269 h 727179"/>
                <a:gd name="connsiteX44" fmla="*/ 453873 w 2614725"/>
                <a:gd name="connsiteY44" fmla="*/ 31590 h 727179"/>
                <a:gd name="connsiteX45" fmla="*/ 453873 w 2614725"/>
                <a:gd name="connsiteY45" fmla="*/ 103806 h 727179"/>
                <a:gd name="connsiteX46" fmla="*/ 512618 w 2614725"/>
                <a:gd name="connsiteY46" fmla="*/ 103806 h 727179"/>
                <a:gd name="connsiteX47" fmla="*/ 512618 w 2614725"/>
                <a:gd name="connsiteY47" fmla="*/ 31590 h 727179"/>
                <a:gd name="connsiteX48" fmla="*/ 383902 w 2614725"/>
                <a:gd name="connsiteY48" fmla="*/ 31590 h 727179"/>
                <a:gd name="connsiteX49" fmla="*/ 383902 w 2614725"/>
                <a:gd name="connsiteY49" fmla="*/ 103806 h 727179"/>
                <a:gd name="connsiteX50" fmla="*/ 442647 w 2614725"/>
                <a:gd name="connsiteY50" fmla="*/ 103806 h 727179"/>
                <a:gd name="connsiteX51" fmla="*/ 442647 w 2614725"/>
                <a:gd name="connsiteY51" fmla="*/ 31590 h 727179"/>
                <a:gd name="connsiteX52" fmla="*/ 311313 w 2614725"/>
                <a:gd name="connsiteY52" fmla="*/ 31590 h 727179"/>
                <a:gd name="connsiteX53" fmla="*/ 311313 w 2614725"/>
                <a:gd name="connsiteY53" fmla="*/ 103806 h 727179"/>
                <a:gd name="connsiteX54" fmla="*/ 370058 w 2614725"/>
                <a:gd name="connsiteY54" fmla="*/ 103806 h 727179"/>
                <a:gd name="connsiteX55" fmla="*/ 370058 w 2614725"/>
                <a:gd name="connsiteY55" fmla="*/ 31590 h 727179"/>
                <a:gd name="connsiteX56" fmla="*/ 236478 w 2614725"/>
                <a:gd name="connsiteY56" fmla="*/ 31590 h 727179"/>
                <a:gd name="connsiteX57" fmla="*/ 236478 w 2614725"/>
                <a:gd name="connsiteY57" fmla="*/ 103806 h 727179"/>
                <a:gd name="connsiteX58" fmla="*/ 295223 w 2614725"/>
                <a:gd name="connsiteY58" fmla="*/ 103806 h 727179"/>
                <a:gd name="connsiteX59" fmla="*/ 295223 w 2614725"/>
                <a:gd name="connsiteY59" fmla="*/ 31590 h 727179"/>
                <a:gd name="connsiteX60" fmla="*/ 296843 w 2614725"/>
                <a:gd name="connsiteY60" fmla="*/ 937 h 727179"/>
                <a:gd name="connsiteX61" fmla="*/ 607658 w 2614725"/>
                <a:gd name="connsiteY61" fmla="*/ 56660 h 727179"/>
                <a:gd name="connsiteX62" fmla="*/ 735999 w 2614725"/>
                <a:gd name="connsiteY62" fmla="*/ 244495 h 727179"/>
                <a:gd name="connsiteX63" fmla="*/ 959007 w 2614725"/>
                <a:gd name="connsiteY63" fmla="*/ 268442 h 727179"/>
                <a:gd name="connsiteX64" fmla="*/ 955265 w 2614725"/>
                <a:gd name="connsiteY64" fmla="*/ 468626 h 727179"/>
                <a:gd name="connsiteX65" fmla="*/ 2592274 w 2614725"/>
                <a:gd name="connsiteY65" fmla="*/ 656835 h 727179"/>
                <a:gd name="connsiteX66" fmla="*/ 2614725 w 2614725"/>
                <a:gd name="connsiteY66" fmla="*/ 727179 h 727179"/>
                <a:gd name="connsiteX67" fmla="*/ 199060 w 2614725"/>
                <a:gd name="connsiteY67" fmla="*/ 498933 h 727179"/>
                <a:gd name="connsiteX68" fmla="*/ 0 w 2614725"/>
                <a:gd name="connsiteY68" fmla="*/ 386307 h 727179"/>
                <a:gd name="connsiteX69" fmla="*/ 117865 w 2614725"/>
                <a:gd name="connsiteY69" fmla="*/ 236638 h 727179"/>
                <a:gd name="connsiteX70" fmla="*/ 221137 w 2614725"/>
                <a:gd name="connsiteY70" fmla="*/ 5772 h 727179"/>
                <a:gd name="connsiteX71" fmla="*/ 296843 w 2614725"/>
                <a:gd name="connsiteY71" fmla="*/ 937 h 7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14725" h="727179">
                  <a:moveTo>
                    <a:pt x="873322" y="386306"/>
                  </a:moveTo>
                  <a:cubicBezTo>
                    <a:pt x="853277" y="386306"/>
                    <a:pt x="837027" y="402556"/>
                    <a:pt x="837027" y="422601"/>
                  </a:cubicBezTo>
                  <a:cubicBezTo>
                    <a:pt x="837027" y="442646"/>
                    <a:pt x="853277" y="458896"/>
                    <a:pt x="873322" y="458896"/>
                  </a:cubicBezTo>
                  <a:cubicBezTo>
                    <a:pt x="893367" y="458896"/>
                    <a:pt x="909617" y="442646"/>
                    <a:pt x="909617" y="422601"/>
                  </a:cubicBezTo>
                  <a:cubicBezTo>
                    <a:pt x="909617" y="402556"/>
                    <a:pt x="893367" y="386306"/>
                    <a:pt x="873322" y="386306"/>
                  </a:cubicBezTo>
                  <a:close/>
                  <a:moveTo>
                    <a:pt x="767056" y="376578"/>
                  </a:moveTo>
                  <a:cubicBezTo>
                    <a:pt x="747010" y="376578"/>
                    <a:pt x="730761" y="392828"/>
                    <a:pt x="730761" y="412873"/>
                  </a:cubicBezTo>
                  <a:cubicBezTo>
                    <a:pt x="730761" y="432918"/>
                    <a:pt x="747010" y="449168"/>
                    <a:pt x="767056" y="449168"/>
                  </a:cubicBezTo>
                  <a:cubicBezTo>
                    <a:pt x="787101" y="449168"/>
                    <a:pt x="803351" y="432918"/>
                    <a:pt x="803351" y="412873"/>
                  </a:cubicBezTo>
                  <a:cubicBezTo>
                    <a:pt x="803351" y="392828"/>
                    <a:pt x="787101" y="376578"/>
                    <a:pt x="767056" y="376578"/>
                  </a:cubicBezTo>
                  <a:close/>
                  <a:moveTo>
                    <a:pt x="660417" y="366849"/>
                  </a:moveTo>
                  <a:cubicBezTo>
                    <a:pt x="640371" y="366849"/>
                    <a:pt x="624122" y="383099"/>
                    <a:pt x="624122" y="403144"/>
                  </a:cubicBezTo>
                  <a:cubicBezTo>
                    <a:pt x="624122" y="423189"/>
                    <a:pt x="640371" y="439439"/>
                    <a:pt x="660417" y="439439"/>
                  </a:cubicBezTo>
                  <a:cubicBezTo>
                    <a:pt x="680462" y="439439"/>
                    <a:pt x="696712" y="423189"/>
                    <a:pt x="696712" y="403144"/>
                  </a:cubicBezTo>
                  <a:cubicBezTo>
                    <a:pt x="696712" y="383099"/>
                    <a:pt x="680462" y="366849"/>
                    <a:pt x="660417" y="366849"/>
                  </a:cubicBezTo>
                  <a:close/>
                  <a:moveTo>
                    <a:pt x="554151" y="357121"/>
                  </a:moveTo>
                  <a:cubicBezTo>
                    <a:pt x="534106" y="357121"/>
                    <a:pt x="517856" y="373371"/>
                    <a:pt x="517856" y="393416"/>
                  </a:cubicBezTo>
                  <a:cubicBezTo>
                    <a:pt x="517856" y="413461"/>
                    <a:pt x="534106" y="429711"/>
                    <a:pt x="554151" y="429711"/>
                  </a:cubicBezTo>
                  <a:cubicBezTo>
                    <a:pt x="574196" y="429711"/>
                    <a:pt x="590446" y="413461"/>
                    <a:pt x="590446" y="393416"/>
                  </a:cubicBezTo>
                  <a:cubicBezTo>
                    <a:pt x="590446" y="373371"/>
                    <a:pt x="574196" y="357121"/>
                    <a:pt x="554151" y="357121"/>
                  </a:cubicBezTo>
                  <a:close/>
                  <a:moveTo>
                    <a:pt x="447886" y="347392"/>
                  </a:moveTo>
                  <a:cubicBezTo>
                    <a:pt x="427840" y="347392"/>
                    <a:pt x="411591" y="363641"/>
                    <a:pt x="411591" y="383687"/>
                  </a:cubicBezTo>
                  <a:cubicBezTo>
                    <a:pt x="411591" y="403732"/>
                    <a:pt x="427840" y="419982"/>
                    <a:pt x="447886" y="419982"/>
                  </a:cubicBezTo>
                  <a:cubicBezTo>
                    <a:pt x="467931" y="419982"/>
                    <a:pt x="484181" y="403732"/>
                    <a:pt x="484181" y="383687"/>
                  </a:cubicBezTo>
                  <a:cubicBezTo>
                    <a:pt x="484181" y="363641"/>
                    <a:pt x="467931" y="347392"/>
                    <a:pt x="447886" y="347392"/>
                  </a:cubicBezTo>
                  <a:close/>
                  <a:moveTo>
                    <a:pt x="341621" y="337664"/>
                  </a:moveTo>
                  <a:cubicBezTo>
                    <a:pt x="321575" y="337664"/>
                    <a:pt x="305326" y="353914"/>
                    <a:pt x="305326" y="373959"/>
                  </a:cubicBezTo>
                  <a:cubicBezTo>
                    <a:pt x="305326" y="394004"/>
                    <a:pt x="321575" y="410254"/>
                    <a:pt x="341621" y="410254"/>
                  </a:cubicBezTo>
                  <a:cubicBezTo>
                    <a:pt x="361666" y="410254"/>
                    <a:pt x="377916" y="394004"/>
                    <a:pt x="377916" y="373959"/>
                  </a:cubicBezTo>
                  <a:cubicBezTo>
                    <a:pt x="377916" y="353914"/>
                    <a:pt x="361666" y="337664"/>
                    <a:pt x="341621" y="337664"/>
                  </a:cubicBezTo>
                  <a:close/>
                  <a:moveTo>
                    <a:pt x="385399" y="165544"/>
                  </a:moveTo>
                  <a:cubicBezTo>
                    <a:pt x="365353" y="165544"/>
                    <a:pt x="349104" y="181794"/>
                    <a:pt x="349104" y="201839"/>
                  </a:cubicBezTo>
                  <a:cubicBezTo>
                    <a:pt x="349104" y="221884"/>
                    <a:pt x="365353" y="238134"/>
                    <a:pt x="385399" y="238134"/>
                  </a:cubicBezTo>
                  <a:cubicBezTo>
                    <a:pt x="405444" y="238134"/>
                    <a:pt x="421694" y="221884"/>
                    <a:pt x="421694" y="201839"/>
                  </a:cubicBezTo>
                  <a:cubicBezTo>
                    <a:pt x="421694" y="181794"/>
                    <a:pt x="405444" y="165544"/>
                    <a:pt x="385399" y="165544"/>
                  </a:cubicBezTo>
                  <a:close/>
                  <a:moveTo>
                    <a:pt x="280631" y="165544"/>
                  </a:moveTo>
                  <a:cubicBezTo>
                    <a:pt x="260585" y="165544"/>
                    <a:pt x="244336" y="181794"/>
                    <a:pt x="244336" y="201839"/>
                  </a:cubicBezTo>
                  <a:cubicBezTo>
                    <a:pt x="244336" y="221884"/>
                    <a:pt x="260585" y="238134"/>
                    <a:pt x="280631" y="238134"/>
                  </a:cubicBezTo>
                  <a:cubicBezTo>
                    <a:pt x="300676" y="238134"/>
                    <a:pt x="316926" y="221884"/>
                    <a:pt x="316926" y="201839"/>
                  </a:cubicBezTo>
                  <a:cubicBezTo>
                    <a:pt x="316926" y="181794"/>
                    <a:pt x="300676" y="165544"/>
                    <a:pt x="280631" y="165544"/>
                  </a:cubicBezTo>
                  <a:close/>
                  <a:moveTo>
                    <a:pt x="453873" y="120269"/>
                  </a:moveTo>
                  <a:lnTo>
                    <a:pt x="453873" y="192485"/>
                  </a:lnTo>
                  <a:lnTo>
                    <a:pt x="512618" y="192485"/>
                  </a:lnTo>
                  <a:lnTo>
                    <a:pt x="512618" y="120269"/>
                  </a:lnTo>
                  <a:close/>
                  <a:moveTo>
                    <a:pt x="453873" y="31590"/>
                  </a:moveTo>
                  <a:lnTo>
                    <a:pt x="453873" y="103806"/>
                  </a:lnTo>
                  <a:lnTo>
                    <a:pt x="512618" y="103806"/>
                  </a:lnTo>
                  <a:lnTo>
                    <a:pt x="512618" y="31590"/>
                  </a:lnTo>
                  <a:close/>
                  <a:moveTo>
                    <a:pt x="383902" y="31590"/>
                  </a:moveTo>
                  <a:lnTo>
                    <a:pt x="383902" y="103806"/>
                  </a:lnTo>
                  <a:lnTo>
                    <a:pt x="442647" y="103806"/>
                  </a:lnTo>
                  <a:lnTo>
                    <a:pt x="442647" y="31590"/>
                  </a:lnTo>
                  <a:close/>
                  <a:moveTo>
                    <a:pt x="311313" y="31590"/>
                  </a:moveTo>
                  <a:lnTo>
                    <a:pt x="311313" y="103806"/>
                  </a:lnTo>
                  <a:lnTo>
                    <a:pt x="370058" y="103806"/>
                  </a:lnTo>
                  <a:lnTo>
                    <a:pt x="370058" y="31590"/>
                  </a:lnTo>
                  <a:close/>
                  <a:moveTo>
                    <a:pt x="236478" y="31590"/>
                  </a:moveTo>
                  <a:lnTo>
                    <a:pt x="236478" y="103806"/>
                  </a:lnTo>
                  <a:lnTo>
                    <a:pt x="295223" y="103806"/>
                  </a:lnTo>
                  <a:lnTo>
                    <a:pt x="295223" y="31590"/>
                  </a:lnTo>
                  <a:close/>
                  <a:moveTo>
                    <a:pt x="296843" y="937"/>
                  </a:moveTo>
                  <a:cubicBezTo>
                    <a:pt x="397185" y="-2693"/>
                    <a:pt x="553777" y="1937"/>
                    <a:pt x="607658" y="56660"/>
                  </a:cubicBezTo>
                  <a:cubicBezTo>
                    <a:pt x="658172" y="116902"/>
                    <a:pt x="697460" y="188744"/>
                    <a:pt x="735999" y="244495"/>
                  </a:cubicBezTo>
                  <a:cubicBezTo>
                    <a:pt x="773043" y="250482"/>
                    <a:pt x="917848" y="268068"/>
                    <a:pt x="959007" y="268442"/>
                  </a:cubicBezTo>
                  <a:cubicBezTo>
                    <a:pt x="958259" y="314840"/>
                    <a:pt x="948156" y="460768"/>
                    <a:pt x="955265" y="468626"/>
                  </a:cubicBezTo>
                  <a:cubicBezTo>
                    <a:pt x="975470" y="490702"/>
                    <a:pt x="2540264" y="650100"/>
                    <a:pt x="2592274" y="656835"/>
                  </a:cubicBezTo>
                  <a:cubicBezTo>
                    <a:pt x="2600880" y="679285"/>
                    <a:pt x="2610983" y="715580"/>
                    <a:pt x="2614725" y="727179"/>
                  </a:cubicBezTo>
                  <a:cubicBezTo>
                    <a:pt x="2336339" y="704729"/>
                    <a:pt x="341246" y="510533"/>
                    <a:pt x="199060" y="498933"/>
                  </a:cubicBezTo>
                  <a:cubicBezTo>
                    <a:pt x="139193" y="462639"/>
                    <a:pt x="105517" y="447297"/>
                    <a:pt x="0" y="386307"/>
                  </a:cubicBezTo>
                  <a:cubicBezTo>
                    <a:pt x="70719" y="346645"/>
                    <a:pt x="70719" y="300247"/>
                    <a:pt x="117865" y="236638"/>
                  </a:cubicBezTo>
                  <a:cubicBezTo>
                    <a:pt x="148173" y="194730"/>
                    <a:pt x="225253" y="120644"/>
                    <a:pt x="221137" y="5772"/>
                  </a:cubicBezTo>
                  <a:cubicBezTo>
                    <a:pt x="236197" y="4276"/>
                    <a:pt x="263395" y="2148"/>
                    <a:pt x="296843" y="93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9FB63D8-CD89-4DB3-BF4D-CC5E800CBD29}"/>
                </a:ext>
              </a:extLst>
            </p:cNvPr>
            <p:cNvSpPr/>
            <p:nvPr/>
          </p:nvSpPr>
          <p:spPr>
            <a:xfrm>
              <a:off x="9610661" y="3672252"/>
              <a:ext cx="241842" cy="391191"/>
            </a:xfrm>
            <a:custGeom>
              <a:avLst/>
              <a:gdLst>
                <a:gd name="connsiteX0" fmla="*/ 167303 w 241842"/>
                <a:gd name="connsiteY0" fmla="*/ 0 h 391191"/>
                <a:gd name="connsiteX1" fmla="*/ 189656 w 241842"/>
                <a:gd name="connsiteY1" fmla="*/ 0 h 391191"/>
                <a:gd name="connsiteX2" fmla="*/ 189656 w 241842"/>
                <a:gd name="connsiteY2" fmla="*/ 104973 h 391191"/>
                <a:gd name="connsiteX3" fmla="*/ 241842 w 241842"/>
                <a:gd name="connsiteY3" fmla="*/ 119048 h 391191"/>
                <a:gd name="connsiteX4" fmla="*/ 234275 w 241842"/>
                <a:gd name="connsiteY4" fmla="*/ 147105 h 391191"/>
                <a:gd name="connsiteX5" fmla="*/ 114401 w 241842"/>
                <a:gd name="connsiteY5" fmla="*/ 114774 h 391191"/>
                <a:gd name="connsiteX6" fmla="*/ 114401 w 241842"/>
                <a:gd name="connsiteY6" fmla="*/ 245179 h 391191"/>
                <a:gd name="connsiteX7" fmla="*/ 226988 w 241842"/>
                <a:gd name="connsiteY7" fmla="*/ 275545 h 391191"/>
                <a:gd name="connsiteX8" fmla="*/ 219421 w 241842"/>
                <a:gd name="connsiteY8" fmla="*/ 303601 h 391191"/>
                <a:gd name="connsiteX9" fmla="*/ 114401 w 241842"/>
                <a:gd name="connsiteY9" fmla="*/ 275276 h 391191"/>
                <a:gd name="connsiteX10" fmla="*/ 114401 w 241842"/>
                <a:gd name="connsiteY10" fmla="*/ 391191 h 391191"/>
                <a:gd name="connsiteX11" fmla="*/ 75654 w 241842"/>
                <a:gd name="connsiteY11" fmla="*/ 391191 h 391191"/>
                <a:gd name="connsiteX12" fmla="*/ 75654 w 241842"/>
                <a:gd name="connsiteY12" fmla="*/ 264826 h 391191"/>
                <a:gd name="connsiteX13" fmla="*/ 0 w 241842"/>
                <a:gd name="connsiteY13" fmla="*/ 244421 h 391191"/>
                <a:gd name="connsiteX14" fmla="*/ 7567 w 241842"/>
                <a:gd name="connsiteY14" fmla="*/ 216365 h 391191"/>
                <a:gd name="connsiteX15" fmla="*/ 75654 w 241842"/>
                <a:gd name="connsiteY15" fmla="*/ 234729 h 391191"/>
                <a:gd name="connsiteX16" fmla="*/ 75654 w 241842"/>
                <a:gd name="connsiteY16" fmla="*/ 104324 h 391191"/>
                <a:gd name="connsiteX17" fmla="*/ 14854 w 241842"/>
                <a:gd name="connsiteY17" fmla="*/ 87925 h 391191"/>
                <a:gd name="connsiteX18" fmla="*/ 22423 w 241842"/>
                <a:gd name="connsiteY18" fmla="*/ 59869 h 391191"/>
                <a:gd name="connsiteX19" fmla="*/ 75654 w 241842"/>
                <a:gd name="connsiteY19" fmla="*/ 74226 h 391191"/>
                <a:gd name="connsiteX20" fmla="*/ 75654 w 241842"/>
                <a:gd name="connsiteY20" fmla="*/ 8198 h 391191"/>
                <a:gd name="connsiteX21" fmla="*/ 114401 w 241842"/>
                <a:gd name="connsiteY21" fmla="*/ 8198 h 391191"/>
                <a:gd name="connsiteX22" fmla="*/ 114401 w 241842"/>
                <a:gd name="connsiteY22" fmla="*/ 84676 h 391191"/>
                <a:gd name="connsiteX23" fmla="*/ 167303 w 241842"/>
                <a:gd name="connsiteY23" fmla="*/ 98944 h 3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1842" h="391191">
                  <a:moveTo>
                    <a:pt x="167303" y="0"/>
                  </a:moveTo>
                  <a:lnTo>
                    <a:pt x="189656" y="0"/>
                  </a:lnTo>
                  <a:lnTo>
                    <a:pt x="189656" y="104973"/>
                  </a:lnTo>
                  <a:lnTo>
                    <a:pt x="241842" y="119048"/>
                  </a:lnTo>
                  <a:lnTo>
                    <a:pt x="234275" y="147105"/>
                  </a:lnTo>
                  <a:lnTo>
                    <a:pt x="114401" y="114774"/>
                  </a:lnTo>
                  <a:lnTo>
                    <a:pt x="114401" y="245179"/>
                  </a:lnTo>
                  <a:lnTo>
                    <a:pt x="226988" y="275545"/>
                  </a:lnTo>
                  <a:lnTo>
                    <a:pt x="219421" y="303601"/>
                  </a:lnTo>
                  <a:lnTo>
                    <a:pt x="114401" y="275276"/>
                  </a:lnTo>
                  <a:lnTo>
                    <a:pt x="114401" y="391191"/>
                  </a:lnTo>
                  <a:lnTo>
                    <a:pt x="75654" y="391191"/>
                  </a:lnTo>
                  <a:lnTo>
                    <a:pt x="75654" y="264826"/>
                  </a:lnTo>
                  <a:lnTo>
                    <a:pt x="0" y="244421"/>
                  </a:lnTo>
                  <a:lnTo>
                    <a:pt x="7567" y="216365"/>
                  </a:lnTo>
                  <a:lnTo>
                    <a:pt x="75654" y="234729"/>
                  </a:lnTo>
                  <a:lnTo>
                    <a:pt x="75654" y="104324"/>
                  </a:lnTo>
                  <a:lnTo>
                    <a:pt x="14854" y="87925"/>
                  </a:lnTo>
                  <a:lnTo>
                    <a:pt x="22423" y="59869"/>
                  </a:lnTo>
                  <a:lnTo>
                    <a:pt x="75654" y="74226"/>
                  </a:lnTo>
                  <a:lnTo>
                    <a:pt x="75654" y="8198"/>
                  </a:lnTo>
                  <a:lnTo>
                    <a:pt x="114401" y="8198"/>
                  </a:lnTo>
                  <a:lnTo>
                    <a:pt x="114401" y="84676"/>
                  </a:lnTo>
                  <a:lnTo>
                    <a:pt x="167303" y="98944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B4C994EE-C354-490A-AA96-A640DDA20CAA}"/>
                </a:ext>
              </a:extLst>
            </p:cNvPr>
            <p:cNvSpPr/>
            <p:nvPr/>
          </p:nvSpPr>
          <p:spPr>
            <a:xfrm>
              <a:off x="4921990" y="1541415"/>
              <a:ext cx="230987" cy="1043167"/>
            </a:xfrm>
            <a:custGeom>
              <a:avLst/>
              <a:gdLst>
                <a:gd name="connsiteX0" fmla="*/ 287700 w 295275"/>
                <a:gd name="connsiteY0" fmla="*/ 1141789 h 1333500"/>
                <a:gd name="connsiteX1" fmla="*/ 286748 w 295275"/>
                <a:gd name="connsiteY1" fmla="*/ 1303714 h 1333500"/>
                <a:gd name="connsiteX2" fmla="*/ 252458 w 295275"/>
                <a:gd name="connsiteY2" fmla="*/ 1338956 h 1333500"/>
                <a:gd name="connsiteX3" fmla="*/ 172448 w 295275"/>
                <a:gd name="connsiteY3" fmla="*/ 1259899 h 1333500"/>
                <a:gd name="connsiteX4" fmla="*/ 170543 w 295275"/>
                <a:gd name="connsiteY4" fmla="*/ 1131311 h 1333500"/>
                <a:gd name="connsiteX5" fmla="*/ 172448 w 295275"/>
                <a:gd name="connsiteY5" fmla="*/ 736024 h 1333500"/>
                <a:gd name="connsiteX6" fmla="*/ 144825 w 295275"/>
                <a:gd name="connsiteY6" fmla="*/ 709354 h 1333500"/>
                <a:gd name="connsiteX7" fmla="*/ 25763 w 295275"/>
                <a:gd name="connsiteY7" fmla="*/ 705544 h 1333500"/>
                <a:gd name="connsiteX8" fmla="*/ 45 w 295275"/>
                <a:gd name="connsiteY8" fmla="*/ 687446 h 1333500"/>
                <a:gd name="connsiteX9" fmla="*/ 27668 w 295275"/>
                <a:gd name="connsiteY9" fmla="*/ 673159 h 1333500"/>
                <a:gd name="connsiteX10" fmla="*/ 72436 w 295275"/>
                <a:gd name="connsiteY10" fmla="*/ 661729 h 1333500"/>
                <a:gd name="connsiteX11" fmla="*/ 70530 w 295275"/>
                <a:gd name="connsiteY11" fmla="*/ 581719 h 1333500"/>
                <a:gd name="connsiteX12" fmla="*/ 31478 w 295275"/>
                <a:gd name="connsiteY12" fmla="*/ 575051 h 1333500"/>
                <a:gd name="connsiteX13" fmla="*/ 10523 w 295275"/>
                <a:gd name="connsiteY13" fmla="*/ 561716 h 1333500"/>
                <a:gd name="connsiteX14" fmla="*/ 30525 w 295275"/>
                <a:gd name="connsiteY14" fmla="*/ 549334 h 1333500"/>
                <a:gd name="connsiteX15" fmla="*/ 140063 w 295275"/>
                <a:gd name="connsiteY15" fmla="*/ 549334 h 1333500"/>
                <a:gd name="connsiteX16" fmla="*/ 160066 w 295275"/>
                <a:gd name="connsiteY16" fmla="*/ 561716 h 1333500"/>
                <a:gd name="connsiteX17" fmla="*/ 139111 w 295275"/>
                <a:gd name="connsiteY17" fmla="*/ 575051 h 1333500"/>
                <a:gd name="connsiteX18" fmla="*/ 97200 w 295275"/>
                <a:gd name="connsiteY18" fmla="*/ 584576 h 1333500"/>
                <a:gd name="connsiteX19" fmla="*/ 101011 w 295275"/>
                <a:gd name="connsiteY19" fmla="*/ 668396 h 1333500"/>
                <a:gd name="connsiteX20" fmla="*/ 158161 w 295275"/>
                <a:gd name="connsiteY20" fmla="*/ 676016 h 1333500"/>
                <a:gd name="connsiteX21" fmla="*/ 170543 w 295275"/>
                <a:gd name="connsiteY21" fmla="*/ 641726 h 1333500"/>
                <a:gd name="connsiteX22" fmla="*/ 175305 w 295275"/>
                <a:gd name="connsiteY22" fmla="*/ 229294 h 1333500"/>
                <a:gd name="connsiteX23" fmla="*/ 188641 w 295275"/>
                <a:gd name="connsiteY23" fmla="*/ 201671 h 1333500"/>
                <a:gd name="connsiteX24" fmla="*/ 174353 w 295275"/>
                <a:gd name="connsiteY24" fmla="*/ 184526 h 1333500"/>
                <a:gd name="connsiteX25" fmla="*/ 191498 w 295275"/>
                <a:gd name="connsiteY25" fmla="*/ 119756 h 1333500"/>
                <a:gd name="connsiteX26" fmla="*/ 220073 w 295275"/>
                <a:gd name="connsiteY26" fmla="*/ 5456 h 1333500"/>
                <a:gd name="connsiteX27" fmla="*/ 244838 w 295275"/>
                <a:gd name="connsiteY27" fmla="*/ 10219 h 1333500"/>
                <a:gd name="connsiteX28" fmla="*/ 279128 w 295275"/>
                <a:gd name="connsiteY28" fmla="*/ 119756 h 1333500"/>
                <a:gd name="connsiteX29" fmla="*/ 288653 w 295275"/>
                <a:gd name="connsiteY29" fmla="*/ 189289 h 1333500"/>
                <a:gd name="connsiteX30" fmla="*/ 284843 w 295275"/>
                <a:gd name="connsiteY30" fmla="*/ 213101 h 1333500"/>
                <a:gd name="connsiteX31" fmla="*/ 287700 w 295275"/>
                <a:gd name="connsiteY31" fmla="*/ 1141789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95275" h="1333500">
                  <a:moveTo>
                    <a:pt x="287700" y="1141789"/>
                  </a:moveTo>
                  <a:cubicBezTo>
                    <a:pt x="286748" y="1196081"/>
                    <a:pt x="285795" y="1249421"/>
                    <a:pt x="286748" y="1303714"/>
                  </a:cubicBezTo>
                  <a:cubicBezTo>
                    <a:pt x="287700" y="1330384"/>
                    <a:pt x="279128" y="1338956"/>
                    <a:pt x="252458" y="1338956"/>
                  </a:cubicBezTo>
                  <a:cubicBezTo>
                    <a:pt x="172448" y="1339909"/>
                    <a:pt x="172448" y="1340861"/>
                    <a:pt x="172448" y="1259899"/>
                  </a:cubicBezTo>
                  <a:cubicBezTo>
                    <a:pt x="172448" y="1217036"/>
                    <a:pt x="171495" y="1174174"/>
                    <a:pt x="170543" y="1131311"/>
                  </a:cubicBezTo>
                  <a:cubicBezTo>
                    <a:pt x="171495" y="999866"/>
                    <a:pt x="171495" y="868421"/>
                    <a:pt x="172448" y="736024"/>
                  </a:cubicBezTo>
                  <a:cubicBezTo>
                    <a:pt x="172448" y="715069"/>
                    <a:pt x="165780" y="709354"/>
                    <a:pt x="144825" y="709354"/>
                  </a:cubicBezTo>
                  <a:cubicBezTo>
                    <a:pt x="104820" y="709354"/>
                    <a:pt x="65768" y="707449"/>
                    <a:pt x="25763" y="705544"/>
                  </a:cubicBezTo>
                  <a:cubicBezTo>
                    <a:pt x="13380" y="704591"/>
                    <a:pt x="-907" y="707449"/>
                    <a:pt x="45" y="687446"/>
                  </a:cubicBezTo>
                  <a:cubicBezTo>
                    <a:pt x="998" y="665539"/>
                    <a:pt x="17191" y="675064"/>
                    <a:pt x="27668" y="673159"/>
                  </a:cubicBezTo>
                  <a:cubicBezTo>
                    <a:pt x="42908" y="669349"/>
                    <a:pt x="67673" y="684589"/>
                    <a:pt x="72436" y="661729"/>
                  </a:cubicBezTo>
                  <a:cubicBezTo>
                    <a:pt x="77198" y="636011"/>
                    <a:pt x="76245" y="607436"/>
                    <a:pt x="70530" y="581719"/>
                  </a:cubicBezTo>
                  <a:cubicBezTo>
                    <a:pt x="66720" y="567431"/>
                    <a:pt x="44813" y="576956"/>
                    <a:pt x="31478" y="575051"/>
                  </a:cubicBezTo>
                  <a:cubicBezTo>
                    <a:pt x="21953" y="574099"/>
                    <a:pt x="11475" y="574099"/>
                    <a:pt x="10523" y="561716"/>
                  </a:cubicBezTo>
                  <a:cubicBezTo>
                    <a:pt x="9570" y="547429"/>
                    <a:pt x="21953" y="549334"/>
                    <a:pt x="30525" y="549334"/>
                  </a:cubicBezTo>
                  <a:cubicBezTo>
                    <a:pt x="66720" y="549334"/>
                    <a:pt x="103868" y="549334"/>
                    <a:pt x="140063" y="549334"/>
                  </a:cubicBezTo>
                  <a:cubicBezTo>
                    <a:pt x="148636" y="549334"/>
                    <a:pt x="161018" y="548381"/>
                    <a:pt x="160066" y="561716"/>
                  </a:cubicBezTo>
                  <a:cubicBezTo>
                    <a:pt x="159113" y="574099"/>
                    <a:pt x="148636" y="573146"/>
                    <a:pt x="139111" y="575051"/>
                  </a:cubicBezTo>
                  <a:cubicBezTo>
                    <a:pt x="124823" y="576956"/>
                    <a:pt x="101011" y="565526"/>
                    <a:pt x="97200" y="584576"/>
                  </a:cubicBezTo>
                  <a:cubicBezTo>
                    <a:pt x="92438" y="612199"/>
                    <a:pt x="90533" y="643631"/>
                    <a:pt x="101011" y="668396"/>
                  </a:cubicBezTo>
                  <a:cubicBezTo>
                    <a:pt x="106725" y="683636"/>
                    <a:pt x="139111" y="676969"/>
                    <a:pt x="158161" y="676016"/>
                  </a:cubicBezTo>
                  <a:cubicBezTo>
                    <a:pt x="180068" y="675064"/>
                    <a:pt x="169591" y="654109"/>
                    <a:pt x="170543" y="641726"/>
                  </a:cubicBezTo>
                  <a:cubicBezTo>
                    <a:pt x="171495" y="519806"/>
                    <a:pt x="172448" y="351214"/>
                    <a:pt x="175305" y="229294"/>
                  </a:cubicBezTo>
                  <a:cubicBezTo>
                    <a:pt x="176258" y="206434"/>
                    <a:pt x="176258" y="206434"/>
                    <a:pt x="188641" y="201671"/>
                  </a:cubicBezTo>
                  <a:cubicBezTo>
                    <a:pt x="197213" y="198814"/>
                    <a:pt x="180068" y="189289"/>
                    <a:pt x="174353" y="184526"/>
                  </a:cubicBezTo>
                  <a:cubicBezTo>
                    <a:pt x="152445" y="165476"/>
                    <a:pt x="166733" y="137854"/>
                    <a:pt x="191498" y="119756"/>
                  </a:cubicBezTo>
                  <a:cubicBezTo>
                    <a:pt x="230550" y="89276"/>
                    <a:pt x="209595" y="48319"/>
                    <a:pt x="220073" y="5456"/>
                  </a:cubicBezTo>
                  <a:cubicBezTo>
                    <a:pt x="221978" y="-4069"/>
                    <a:pt x="244838" y="-259"/>
                    <a:pt x="244838" y="10219"/>
                  </a:cubicBezTo>
                  <a:cubicBezTo>
                    <a:pt x="241028" y="69274"/>
                    <a:pt x="252458" y="99754"/>
                    <a:pt x="279128" y="119756"/>
                  </a:cubicBezTo>
                  <a:cubicBezTo>
                    <a:pt x="315323" y="146426"/>
                    <a:pt x="307703" y="177859"/>
                    <a:pt x="288653" y="189289"/>
                  </a:cubicBezTo>
                  <a:cubicBezTo>
                    <a:pt x="265793" y="202624"/>
                    <a:pt x="280080" y="202624"/>
                    <a:pt x="284843" y="213101"/>
                  </a:cubicBezTo>
                  <a:cubicBezTo>
                    <a:pt x="289605" y="225484"/>
                    <a:pt x="286748" y="844609"/>
                    <a:pt x="287700" y="1141789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C14EA99D-BA50-45B1-A511-B373B2FCDCFF}"/>
                </a:ext>
              </a:extLst>
            </p:cNvPr>
            <p:cNvGrpSpPr/>
            <p:nvPr/>
          </p:nvGrpSpPr>
          <p:grpSpPr>
            <a:xfrm>
              <a:off x="6288139" y="3256228"/>
              <a:ext cx="2633320" cy="537229"/>
              <a:chOff x="6288139" y="3256228"/>
              <a:chExt cx="2633320" cy="537229"/>
            </a:xfrm>
          </p:grpSpPr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87915659-F66E-45AC-97F7-F4B1405B484E}"/>
                  </a:ext>
                </a:extLst>
              </p:cNvPr>
              <p:cNvSpPr/>
              <p:nvPr/>
            </p:nvSpPr>
            <p:spPr>
              <a:xfrm>
                <a:off x="6288139" y="3256228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0A9E5953-9A1A-4768-BEDF-26AD1C096018}"/>
                  </a:ext>
                </a:extLst>
              </p:cNvPr>
              <p:cNvSpPr/>
              <p:nvPr/>
            </p:nvSpPr>
            <p:spPr>
              <a:xfrm>
                <a:off x="7340325" y="3375450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95F530DA-BDB9-461C-99D3-112D590EF4CB}"/>
                  </a:ext>
                </a:extLst>
              </p:cNvPr>
              <p:cNvSpPr/>
              <p:nvPr/>
            </p:nvSpPr>
            <p:spPr>
              <a:xfrm>
                <a:off x="7866332" y="343579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5 w 676275"/>
                  <a:gd name="connsiteY2" fmla="*/ 387784 h 381000"/>
                  <a:gd name="connsiteX3" fmla="*/ 1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5" y="387784"/>
                    </a:lnTo>
                    <a:lnTo>
                      <a:pt x="1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16A9D9BC-E19B-43D9-AE4E-459EF6229026}"/>
                  </a:ext>
                </a:extLst>
              </p:cNvPr>
              <p:cNvSpPr/>
              <p:nvPr/>
            </p:nvSpPr>
            <p:spPr>
              <a:xfrm>
                <a:off x="8392425" y="3495410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CDF3B9C7-DF72-4622-AF5F-A10B37255F0F}"/>
                  </a:ext>
                </a:extLst>
              </p:cNvPr>
              <p:cNvSpPr/>
              <p:nvPr/>
            </p:nvSpPr>
            <p:spPr>
              <a:xfrm>
                <a:off x="6814232" y="331583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1545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자유형: 도형 52">
            <a:extLst>
              <a:ext uri="{FF2B5EF4-FFF2-40B4-BE49-F238E27FC236}">
                <a16:creationId xmlns:a16="http://schemas.microsoft.com/office/drawing/2014/main" id="{9AA6925C-10FC-48B4-B01D-E10DA77734DF}"/>
              </a:ext>
            </a:extLst>
          </p:cNvPr>
          <p:cNvSpPr/>
          <p:nvPr/>
        </p:nvSpPr>
        <p:spPr>
          <a:xfrm>
            <a:off x="0" y="4848844"/>
            <a:ext cx="4287033" cy="1552879"/>
          </a:xfrm>
          <a:custGeom>
            <a:avLst/>
            <a:gdLst>
              <a:gd name="connsiteX0" fmla="*/ 160109 w 3195788"/>
              <a:gd name="connsiteY0" fmla="*/ 0 h 1160647"/>
              <a:gd name="connsiteX1" fmla="*/ 162135 w 3195788"/>
              <a:gd name="connsiteY1" fmla="*/ 246443 h 1160647"/>
              <a:gd name="connsiteX2" fmla="*/ 200642 w 3195788"/>
              <a:gd name="connsiteY2" fmla="*/ 326429 h 1160647"/>
              <a:gd name="connsiteX3" fmla="*/ 202669 w 3195788"/>
              <a:gd name="connsiteY3" fmla="*/ 326429 h 1160647"/>
              <a:gd name="connsiteX4" fmla="*/ 216856 w 3195788"/>
              <a:gd name="connsiteY4" fmla="*/ 326429 h 1160647"/>
              <a:gd name="connsiteX5" fmla="*/ 216856 w 3195788"/>
              <a:gd name="connsiteY5" fmla="*/ 350208 h 1160647"/>
              <a:gd name="connsiteX6" fmla="*/ 217363 w 3195788"/>
              <a:gd name="connsiteY6" fmla="*/ 351019 h 1160647"/>
              <a:gd name="connsiteX7" fmla="*/ 220909 w 3195788"/>
              <a:gd name="connsiteY7" fmla="*/ 356694 h 1160647"/>
              <a:gd name="connsiteX8" fmla="*/ 220909 w 3195788"/>
              <a:gd name="connsiteY8" fmla="*/ 471268 h 1160647"/>
              <a:gd name="connsiteX9" fmla="*/ 223189 w 3195788"/>
              <a:gd name="connsiteY9" fmla="*/ 471268 h 1160647"/>
              <a:gd name="connsiteX10" fmla="*/ 239150 w 3195788"/>
              <a:gd name="connsiteY10" fmla="*/ 471268 h 1160647"/>
              <a:gd name="connsiteX11" fmla="*/ 239150 w 3195788"/>
              <a:gd name="connsiteY11" fmla="*/ 611783 h 1160647"/>
              <a:gd name="connsiteX12" fmla="*/ 240670 w 3195788"/>
              <a:gd name="connsiteY12" fmla="*/ 611513 h 1160647"/>
              <a:gd name="connsiteX13" fmla="*/ 251310 w 3195788"/>
              <a:gd name="connsiteY13" fmla="*/ 609622 h 1160647"/>
              <a:gd name="connsiteX14" fmla="*/ 249283 w 3195788"/>
              <a:gd name="connsiteY14" fmla="*/ 698254 h 1160647"/>
              <a:gd name="connsiteX15" fmla="*/ 250803 w 3195788"/>
              <a:gd name="connsiteY15" fmla="*/ 698525 h 1160647"/>
              <a:gd name="connsiteX16" fmla="*/ 261443 w 3195788"/>
              <a:gd name="connsiteY16" fmla="*/ 700416 h 1160647"/>
              <a:gd name="connsiteX17" fmla="*/ 261696 w 3195788"/>
              <a:gd name="connsiteY17" fmla="*/ 701227 h 1160647"/>
              <a:gd name="connsiteX18" fmla="*/ 263470 w 3195788"/>
              <a:gd name="connsiteY18" fmla="*/ 706902 h 1160647"/>
              <a:gd name="connsiteX19" fmla="*/ 264230 w 3195788"/>
              <a:gd name="connsiteY19" fmla="*/ 704470 h 1160647"/>
              <a:gd name="connsiteX20" fmla="*/ 269550 w 3195788"/>
              <a:gd name="connsiteY20" fmla="*/ 687446 h 1160647"/>
              <a:gd name="connsiteX21" fmla="*/ 271323 w 3195788"/>
              <a:gd name="connsiteY21" fmla="*/ 687446 h 1160647"/>
              <a:gd name="connsiteX22" fmla="*/ 283737 w 3195788"/>
              <a:gd name="connsiteY22" fmla="*/ 687446 h 1160647"/>
              <a:gd name="connsiteX23" fmla="*/ 283737 w 3195788"/>
              <a:gd name="connsiteY23" fmla="*/ 719872 h 1160647"/>
              <a:gd name="connsiteX24" fmla="*/ 284750 w 3195788"/>
              <a:gd name="connsiteY24" fmla="*/ 720413 h 1160647"/>
              <a:gd name="connsiteX25" fmla="*/ 291844 w 3195788"/>
              <a:gd name="connsiteY25" fmla="*/ 724196 h 1160647"/>
              <a:gd name="connsiteX26" fmla="*/ 291844 w 3195788"/>
              <a:gd name="connsiteY26" fmla="*/ 725547 h 1160647"/>
              <a:gd name="connsiteX27" fmla="*/ 291844 w 3195788"/>
              <a:gd name="connsiteY27" fmla="*/ 735005 h 1160647"/>
              <a:gd name="connsiteX28" fmla="*/ 336431 w 3195788"/>
              <a:gd name="connsiteY28" fmla="*/ 735005 h 1160647"/>
              <a:gd name="connsiteX29" fmla="*/ 336431 w 3195788"/>
              <a:gd name="connsiteY29" fmla="*/ 736086 h 1160647"/>
              <a:gd name="connsiteX30" fmla="*/ 336431 w 3195788"/>
              <a:gd name="connsiteY30" fmla="*/ 743652 h 1160647"/>
              <a:gd name="connsiteX31" fmla="*/ 338457 w 3195788"/>
              <a:gd name="connsiteY31" fmla="*/ 743652 h 1160647"/>
              <a:gd name="connsiteX32" fmla="*/ 352644 w 3195788"/>
              <a:gd name="connsiteY32" fmla="*/ 743652 h 1160647"/>
              <a:gd name="connsiteX33" fmla="*/ 352644 w 3195788"/>
              <a:gd name="connsiteY33" fmla="*/ 713387 h 1160647"/>
              <a:gd name="connsiteX34" fmla="*/ 397231 w 3195788"/>
              <a:gd name="connsiteY34" fmla="*/ 713387 h 1160647"/>
              <a:gd name="connsiteX35" fmla="*/ 397231 w 3195788"/>
              <a:gd name="connsiteY35" fmla="*/ 712036 h 1160647"/>
              <a:gd name="connsiteX36" fmla="*/ 397231 w 3195788"/>
              <a:gd name="connsiteY36" fmla="*/ 702578 h 1160647"/>
              <a:gd name="connsiteX37" fmla="*/ 398245 w 3195788"/>
              <a:gd name="connsiteY37" fmla="*/ 702578 h 1160647"/>
              <a:gd name="connsiteX38" fmla="*/ 405338 w 3195788"/>
              <a:gd name="connsiteY38" fmla="*/ 702578 h 1160647"/>
              <a:gd name="connsiteX39" fmla="*/ 405338 w 3195788"/>
              <a:gd name="connsiteY39" fmla="*/ 700687 h 1160647"/>
              <a:gd name="connsiteX40" fmla="*/ 405338 w 3195788"/>
              <a:gd name="connsiteY40" fmla="*/ 687446 h 1160647"/>
              <a:gd name="connsiteX41" fmla="*/ 406098 w 3195788"/>
              <a:gd name="connsiteY41" fmla="*/ 687446 h 1160647"/>
              <a:gd name="connsiteX42" fmla="*/ 411418 w 3195788"/>
              <a:gd name="connsiteY42" fmla="*/ 687446 h 1160647"/>
              <a:gd name="connsiteX43" fmla="*/ 411418 w 3195788"/>
              <a:gd name="connsiteY43" fmla="*/ 686365 h 1160647"/>
              <a:gd name="connsiteX44" fmla="*/ 411418 w 3195788"/>
              <a:gd name="connsiteY44" fmla="*/ 678798 h 1160647"/>
              <a:gd name="connsiteX45" fmla="*/ 413445 w 3195788"/>
              <a:gd name="connsiteY45" fmla="*/ 678798 h 1160647"/>
              <a:gd name="connsiteX46" fmla="*/ 427632 w 3195788"/>
              <a:gd name="connsiteY46" fmla="*/ 678798 h 1160647"/>
              <a:gd name="connsiteX47" fmla="*/ 427632 w 3195788"/>
              <a:gd name="connsiteY47" fmla="*/ 679879 h 1160647"/>
              <a:gd name="connsiteX48" fmla="*/ 427632 w 3195788"/>
              <a:gd name="connsiteY48" fmla="*/ 687446 h 1160647"/>
              <a:gd name="connsiteX49" fmla="*/ 449925 w 3195788"/>
              <a:gd name="connsiteY49" fmla="*/ 687446 h 1160647"/>
              <a:gd name="connsiteX50" fmla="*/ 449925 w 3195788"/>
              <a:gd name="connsiteY50" fmla="*/ 685554 h 1160647"/>
              <a:gd name="connsiteX51" fmla="*/ 449925 w 3195788"/>
              <a:gd name="connsiteY51" fmla="*/ 672313 h 1160647"/>
              <a:gd name="connsiteX52" fmla="*/ 451699 w 3195788"/>
              <a:gd name="connsiteY52" fmla="*/ 672313 h 1160647"/>
              <a:gd name="connsiteX53" fmla="*/ 464112 w 3195788"/>
              <a:gd name="connsiteY53" fmla="*/ 672313 h 1160647"/>
              <a:gd name="connsiteX54" fmla="*/ 464112 w 3195788"/>
              <a:gd name="connsiteY54" fmla="*/ 696093 h 1160647"/>
              <a:gd name="connsiteX55" fmla="*/ 465126 w 3195788"/>
              <a:gd name="connsiteY55" fmla="*/ 696093 h 1160647"/>
              <a:gd name="connsiteX56" fmla="*/ 472219 w 3195788"/>
              <a:gd name="connsiteY56" fmla="*/ 696093 h 1160647"/>
              <a:gd name="connsiteX57" fmla="*/ 472219 w 3195788"/>
              <a:gd name="connsiteY57" fmla="*/ 695012 h 1160647"/>
              <a:gd name="connsiteX58" fmla="*/ 472219 w 3195788"/>
              <a:gd name="connsiteY58" fmla="*/ 687446 h 1160647"/>
              <a:gd name="connsiteX59" fmla="*/ 473992 w 3195788"/>
              <a:gd name="connsiteY59" fmla="*/ 687446 h 1160647"/>
              <a:gd name="connsiteX60" fmla="*/ 486406 w 3195788"/>
              <a:gd name="connsiteY60" fmla="*/ 687446 h 1160647"/>
              <a:gd name="connsiteX61" fmla="*/ 486406 w 3195788"/>
              <a:gd name="connsiteY61" fmla="*/ 713387 h 1160647"/>
              <a:gd name="connsiteX62" fmla="*/ 488433 w 3195788"/>
              <a:gd name="connsiteY62" fmla="*/ 713387 h 1160647"/>
              <a:gd name="connsiteX63" fmla="*/ 502619 w 3195788"/>
              <a:gd name="connsiteY63" fmla="*/ 713387 h 1160647"/>
              <a:gd name="connsiteX64" fmla="*/ 502619 w 3195788"/>
              <a:gd name="connsiteY64" fmla="*/ 715008 h 1160647"/>
              <a:gd name="connsiteX65" fmla="*/ 502619 w 3195788"/>
              <a:gd name="connsiteY65" fmla="*/ 726358 h 1160647"/>
              <a:gd name="connsiteX66" fmla="*/ 503379 w 3195788"/>
              <a:gd name="connsiteY66" fmla="*/ 726358 h 1160647"/>
              <a:gd name="connsiteX67" fmla="*/ 508700 w 3195788"/>
              <a:gd name="connsiteY67" fmla="*/ 726358 h 1160647"/>
              <a:gd name="connsiteX68" fmla="*/ 508700 w 3195788"/>
              <a:gd name="connsiteY68" fmla="*/ 725547 h 1160647"/>
              <a:gd name="connsiteX69" fmla="*/ 508700 w 3195788"/>
              <a:gd name="connsiteY69" fmla="*/ 719872 h 1160647"/>
              <a:gd name="connsiteX70" fmla="*/ 539100 w 3195788"/>
              <a:gd name="connsiteY70" fmla="*/ 719872 h 1160647"/>
              <a:gd name="connsiteX71" fmla="*/ 539100 w 3195788"/>
              <a:gd name="connsiteY71" fmla="*/ 743652 h 1160647"/>
              <a:gd name="connsiteX72" fmla="*/ 540113 w 3195788"/>
              <a:gd name="connsiteY72" fmla="*/ 743652 h 1160647"/>
              <a:gd name="connsiteX73" fmla="*/ 547207 w 3195788"/>
              <a:gd name="connsiteY73" fmla="*/ 743652 h 1160647"/>
              <a:gd name="connsiteX74" fmla="*/ 547207 w 3195788"/>
              <a:gd name="connsiteY74" fmla="*/ 744733 h 1160647"/>
              <a:gd name="connsiteX75" fmla="*/ 547207 w 3195788"/>
              <a:gd name="connsiteY75" fmla="*/ 752299 h 1160647"/>
              <a:gd name="connsiteX76" fmla="*/ 547967 w 3195788"/>
              <a:gd name="connsiteY76" fmla="*/ 752299 h 1160647"/>
              <a:gd name="connsiteX77" fmla="*/ 553287 w 3195788"/>
              <a:gd name="connsiteY77" fmla="*/ 752299 h 1160647"/>
              <a:gd name="connsiteX78" fmla="*/ 553287 w 3195788"/>
              <a:gd name="connsiteY78" fmla="*/ 750137 h 1160647"/>
              <a:gd name="connsiteX79" fmla="*/ 553287 w 3195788"/>
              <a:gd name="connsiteY79" fmla="*/ 735005 h 1160647"/>
              <a:gd name="connsiteX80" fmla="*/ 554300 w 3195788"/>
              <a:gd name="connsiteY80" fmla="*/ 735005 h 1160647"/>
              <a:gd name="connsiteX81" fmla="*/ 561394 w 3195788"/>
              <a:gd name="connsiteY81" fmla="*/ 735005 h 1160647"/>
              <a:gd name="connsiteX82" fmla="*/ 561394 w 3195788"/>
              <a:gd name="connsiteY82" fmla="*/ 736086 h 1160647"/>
              <a:gd name="connsiteX83" fmla="*/ 561394 w 3195788"/>
              <a:gd name="connsiteY83" fmla="*/ 743652 h 1160647"/>
              <a:gd name="connsiteX84" fmla="*/ 566714 w 3195788"/>
              <a:gd name="connsiteY84" fmla="*/ 741659 h 1160647"/>
              <a:gd name="connsiteX85" fmla="*/ 567474 w 3195788"/>
              <a:gd name="connsiteY85" fmla="*/ 740679 h 1160647"/>
              <a:gd name="connsiteX86" fmla="*/ 567474 w 3195788"/>
              <a:gd name="connsiteY86" fmla="*/ 735005 h 1160647"/>
              <a:gd name="connsiteX87" fmla="*/ 605981 w 3195788"/>
              <a:gd name="connsiteY87" fmla="*/ 735005 h 1160647"/>
              <a:gd name="connsiteX88" fmla="*/ 605981 w 3195788"/>
              <a:gd name="connsiteY88" fmla="*/ 758784 h 1160647"/>
              <a:gd name="connsiteX89" fmla="*/ 608007 w 3195788"/>
              <a:gd name="connsiteY89" fmla="*/ 758784 h 1160647"/>
              <a:gd name="connsiteX90" fmla="*/ 622194 w 3195788"/>
              <a:gd name="connsiteY90" fmla="*/ 758784 h 1160647"/>
              <a:gd name="connsiteX91" fmla="*/ 622194 w 3195788"/>
              <a:gd name="connsiteY91" fmla="*/ 759865 h 1160647"/>
              <a:gd name="connsiteX92" fmla="*/ 622194 w 3195788"/>
              <a:gd name="connsiteY92" fmla="*/ 767431 h 1160647"/>
              <a:gd name="connsiteX93" fmla="*/ 623968 w 3195788"/>
              <a:gd name="connsiteY93" fmla="*/ 767431 h 1160647"/>
              <a:gd name="connsiteX94" fmla="*/ 636381 w 3195788"/>
              <a:gd name="connsiteY94" fmla="*/ 767431 h 1160647"/>
              <a:gd name="connsiteX95" fmla="*/ 636381 w 3195788"/>
              <a:gd name="connsiteY95" fmla="*/ 743652 h 1160647"/>
              <a:gd name="connsiteX96" fmla="*/ 637394 w 3195788"/>
              <a:gd name="connsiteY96" fmla="*/ 743652 h 1160647"/>
              <a:gd name="connsiteX97" fmla="*/ 644488 w 3195788"/>
              <a:gd name="connsiteY97" fmla="*/ 743652 h 1160647"/>
              <a:gd name="connsiteX98" fmla="*/ 644488 w 3195788"/>
              <a:gd name="connsiteY98" fmla="*/ 711225 h 1160647"/>
              <a:gd name="connsiteX99" fmla="*/ 645501 w 3195788"/>
              <a:gd name="connsiteY99" fmla="*/ 711225 h 1160647"/>
              <a:gd name="connsiteX100" fmla="*/ 652595 w 3195788"/>
              <a:gd name="connsiteY100" fmla="*/ 711225 h 1160647"/>
              <a:gd name="connsiteX101" fmla="*/ 652595 w 3195788"/>
              <a:gd name="connsiteY101" fmla="*/ 709334 h 1160647"/>
              <a:gd name="connsiteX102" fmla="*/ 652595 w 3195788"/>
              <a:gd name="connsiteY102" fmla="*/ 696093 h 1160647"/>
              <a:gd name="connsiteX103" fmla="*/ 651328 w 3195788"/>
              <a:gd name="connsiteY103" fmla="*/ 694471 h 1160647"/>
              <a:gd name="connsiteX104" fmla="*/ 656648 w 3195788"/>
              <a:gd name="connsiteY104" fmla="*/ 683122 h 1160647"/>
              <a:gd name="connsiteX105" fmla="*/ 664755 w 3195788"/>
              <a:gd name="connsiteY105" fmla="*/ 711225 h 1160647"/>
              <a:gd name="connsiteX106" fmla="*/ 665515 w 3195788"/>
              <a:gd name="connsiteY106" fmla="*/ 711225 h 1160647"/>
              <a:gd name="connsiteX107" fmla="*/ 670835 w 3195788"/>
              <a:gd name="connsiteY107" fmla="*/ 711225 h 1160647"/>
              <a:gd name="connsiteX108" fmla="*/ 670835 w 3195788"/>
              <a:gd name="connsiteY108" fmla="*/ 605298 h 1160647"/>
              <a:gd name="connsiteX109" fmla="*/ 672355 w 3195788"/>
              <a:gd name="connsiteY109" fmla="*/ 605298 h 1160647"/>
              <a:gd name="connsiteX110" fmla="*/ 682995 w 3195788"/>
              <a:gd name="connsiteY110" fmla="*/ 605298 h 1160647"/>
              <a:gd name="connsiteX111" fmla="*/ 682995 w 3195788"/>
              <a:gd name="connsiteY111" fmla="*/ 557739 h 1160647"/>
              <a:gd name="connsiteX112" fmla="*/ 709342 w 3195788"/>
              <a:gd name="connsiteY112" fmla="*/ 557739 h 1160647"/>
              <a:gd name="connsiteX113" fmla="*/ 709342 w 3195788"/>
              <a:gd name="connsiteY113" fmla="*/ 536121 h 1160647"/>
              <a:gd name="connsiteX114" fmla="*/ 743796 w 3195788"/>
              <a:gd name="connsiteY114" fmla="*/ 536121 h 1160647"/>
              <a:gd name="connsiteX115" fmla="*/ 743796 w 3195788"/>
              <a:gd name="connsiteY115" fmla="*/ 538553 h 1160647"/>
              <a:gd name="connsiteX116" fmla="*/ 743796 w 3195788"/>
              <a:gd name="connsiteY116" fmla="*/ 555577 h 1160647"/>
              <a:gd name="connsiteX117" fmla="*/ 746076 w 3195788"/>
              <a:gd name="connsiteY117" fmla="*/ 555577 h 1160647"/>
              <a:gd name="connsiteX118" fmla="*/ 762036 w 3195788"/>
              <a:gd name="connsiteY118" fmla="*/ 555577 h 1160647"/>
              <a:gd name="connsiteX119" fmla="*/ 762036 w 3195788"/>
              <a:gd name="connsiteY119" fmla="*/ 603136 h 1160647"/>
              <a:gd name="connsiteX120" fmla="*/ 763049 w 3195788"/>
              <a:gd name="connsiteY120" fmla="*/ 603136 h 1160647"/>
              <a:gd name="connsiteX121" fmla="*/ 770143 w 3195788"/>
              <a:gd name="connsiteY121" fmla="*/ 603136 h 1160647"/>
              <a:gd name="connsiteX122" fmla="*/ 784330 w 3195788"/>
              <a:gd name="connsiteY122" fmla="*/ 607460 h 1160647"/>
              <a:gd name="connsiteX123" fmla="*/ 784330 w 3195788"/>
              <a:gd name="connsiteY123" fmla="*/ 646372 h 1160647"/>
              <a:gd name="connsiteX124" fmla="*/ 785343 w 3195788"/>
              <a:gd name="connsiteY124" fmla="*/ 646372 h 1160647"/>
              <a:gd name="connsiteX125" fmla="*/ 792436 w 3195788"/>
              <a:gd name="connsiteY125" fmla="*/ 646372 h 1160647"/>
              <a:gd name="connsiteX126" fmla="*/ 792436 w 3195788"/>
              <a:gd name="connsiteY126" fmla="*/ 647993 h 1160647"/>
              <a:gd name="connsiteX127" fmla="*/ 792436 w 3195788"/>
              <a:gd name="connsiteY127" fmla="*/ 659342 h 1160647"/>
              <a:gd name="connsiteX128" fmla="*/ 794463 w 3195788"/>
              <a:gd name="connsiteY128" fmla="*/ 659342 h 1160647"/>
              <a:gd name="connsiteX129" fmla="*/ 808650 w 3195788"/>
              <a:gd name="connsiteY129" fmla="*/ 659342 h 1160647"/>
              <a:gd name="connsiteX130" fmla="*/ 814730 w 3195788"/>
              <a:gd name="connsiteY130" fmla="*/ 665828 h 1160647"/>
              <a:gd name="connsiteX131" fmla="*/ 814730 w 3195788"/>
              <a:gd name="connsiteY131" fmla="*/ 687446 h 1160647"/>
              <a:gd name="connsiteX132" fmla="*/ 817010 w 3195788"/>
              <a:gd name="connsiteY132" fmla="*/ 687446 h 1160647"/>
              <a:gd name="connsiteX133" fmla="*/ 832970 w 3195788"/>
              <a:gd name="connsiteY133" fmla="*/ 687446 h 1160647"/>
              <a:gd name="connsiteX134" fmla="*/ 832970 w 3195788"/>
              <a:gd name="connsiteY134" fmla="*/ 688526 h 1160647"/>
              <a:gd name="connsiteX135" fmla="*/ 832970 w 3195788"/>
              <a:gd name="connsiteY135" fmla="*/ 696093 h 1160647"/>
              <a:gd name="connsiteX136" fmla="*/ 834237 w 3195788"/>
              <a:gd name="connsiteY136" fmla="*/ 696093 h 1160647"/>
              <a:gd name="connsiteX137" fmla="*/ 843104 w 3195788"/>
              <a:gd name="connsiteY137" fmla="*/ 696093 h 1160647"/>
              <a:gd name="connsiteX138" fmla="*/ 843104 w 3195788"/>
              <a:gd name="connsiteY138" fmla="*/ 698254 h 1160647"/>
              <a:gd name="connsiteX139" fmla="*/ 843104 w 3195788"/>
              <a:gd name="connsiteY139" fmla="*/ 713387 h 1160647"/>
              <a:gd name="connsiteX140" fmla="*/ 847157 w 3195788"/>
              <a:gd name="connsiteY140" fmla="*/ 711495 h 1160647"/>
              <a:gd name="connsiteX141" fmla="*/ 847157 w 3195788"/>
              <a:gd name="connsiteY141" fmla="*/ 698254 h 1160647"/>
              <a:gd name="connsiteX142" fmla="*/ 848170 w 3195788"/>
              <a:gd name="connsiteY142" fmla="*/ 698254 h 1160647"/>
              <a:gd name="connsiteX143" fmla="*/ 855264 w 3195788"/>
              <a:gd name="connsiteY143" fmla="*/ 698254 h 1160647"/>
              <a:gd name="connsiteX144" fmla="*/ 855264 w 3195788"/>
              <a:gd name="connsiteY144" fmla="*/ 699876 h 1160647"/>
              <a:gd name="connsiteX145" fmla="*/ 855264 w 3195788"/>
              <a:gd name="connsiteY145" fmla="*/ 711225 h 1160647"/>
              <a:gd name="connsiteX146" fmla="*/ 856024 w 3195788"/>
              <a:gd name="connsiteY146" fmla="*/ 711225 h 1160647"/>
              <a:gd name="connsiteX147" fmla="*/ 861344 w 3195788"/>
              <a:gd name="connsiteY147" fmla="*/ 711225 h 1160647"/>
              <a:gd name="connsiteX148" fmla="*/ 909984 w 3195788"/>
              <a:gd name="connsiteY148" fmla="*/ 706902 h 1160647"/>
              <a:gd name="connsiteX149" fmla="*/ 909984 w 3195788"/>
              <a:gd name="connsiteY149" fmla="*/ 708253 h 1160647"/>
              <a:gd name="connsiteX150" fmla="*/ 909984 w 3195788"/>
              <a:gd name="connsiteY150" fmla="*/ 717710 h 1160647"/>
              <a:gd name="connsiteX151" fmla="*/ 910744 w 3195788"/>
              <a:gd name="connsiteY151" fmla="*/ 717710 h 1160647"/>
              <a:gd name="connsiteX152" fmla="*/ 916065 w 3195788"/>
              <a:gd name="connsiteY152" fmla="*/ 717710 h 1160647"/>
              <a:gd name="connsiteX153" fmla="*/ 916065 w 3195788"/>
              <a:gd name="connsiteY153" fmla="*/ 719872 h 1160647"/>
              <a:gd name="connsiteX154" fmla="*/ 916065 w 3195788"/>
              <a:gd name="connsiteY154" fmla="*/ 735005 h 1160647"/>
              <a:gd name="connsiteX155" fmla="*/ 918091 w 3195788"/>
              <a:gd name="connsiteY155" fmla="*/ 733654 h 1160647"/>
              <a:gd name="connsiteX156" fmla="*/ 932278 w 3195788"/>
              <a:gd name="connsiteY156" fmla="*/ 724196 h 1160647"/>
              <a:gd name="connsiteX157" fmla="*/ 938358 w 3195788"/>
              <a:gd name="connsiteY157" fmla="*/ 683122 h 1160647"/>
              <a:gd name="connsiteX158" fmla="*/ 939118 w 3195788"/>
              <a:gd name="connsiteY158" fmla="*/ 682852 h 1160647"/>
              <a:gd name="connsiteX159" fmla="*/ 944438 w 3195788"/>
              <a:gd name="connsiteY159" fmla="*/ 680960 h 1160647"/>
              <a:gd name="connsiteX160" fmla="*/ 946465 w 3195788"/>
              <a:gd name="connsiteY160" fmla="*/ 611783 h 1160647"/>
              <a:gd name="connsiteX161" fmla="*/ 948492 w 3195788"/>
              <a:gd name="connsiteY161" fmla="*/ 680960 h 1160647"/>
              <a:gd name="connsiteX162" fmla="*/ 949252 w 3195788"/>
              <a:gd name="connsiteY162" fmla="*/ 681230 h 1160647"/>
              <a:gd name="connsiteX163" fmla="*/ 954572 w 3195788"/>
              <a:gd name="connsiteY163" fmla="*/ 683122 h 1160647"/>
              <a:gd name="connsiteX164" fmla="*/ 954572 w 3195788"/>
              <a:gd name="connsiteY164" fmla="*/ 596651 h 1160647"/>
              <a:gd name="connsiteX165" fmla="*/ 958625 w 3195788"/>
              <a:gd name="connsiteY165" fmla="*/ 564224 h 1160647"/>
              <a:gd name="connsiteX166" fmla="*/ 997132 w 3195788"/>
              <a:gd name="connsiteY166" fmla="*/ 564224 h 1160647"/>
              <a:gd name="connsiteX167" fmla="*/ 997132 w 3195788"/>
              <a:gd name="connsiteY167" fmla="*/ 596651 h 1160647"/>
              <a:gd name="connsiteX168" fmla="*/ 997892 w 3195788"/>
              <a:gd name="connsiteY168" fmla="*/ 596651 h 1160647"/>
              <a:gd name="connsiteX169" fmla="*/ 1003212 w 3195788"/>
              <a:gd name="connsiteY169" fmla="*/ 596651 h 1160647"/>
              <a:gd name="connsiteX170" fmla="*/ 1003212 w 3195788"/>
              <a:gd name="connsiteY170" fmla="*/ 514503 h 1160647"/>
              <a:gd name="connsiteX171" fmla="*/ 1004986 w 3195788"/>
              <a:gd name="connsiteY171" fmla="*/ 514503 h 1160647"/>
              <a:gd name="connsiteX172" fmla="*/ 1017399 w 3195788"/>
              <a:gd name="connsiteY172" fmla="*/ 514503 h 1160647"/>
              <a:gd name="connsiteX173" fmla="*/ 1017399 w 3195788"/>
              <a:gd name="connsiteY173" fmla="*/ 512612 h 1160647"/>
              <a:gd name="connsiteX174" fmla="*/ 1017399 w 3195788"/>
              <a:gd name="connsiteY174" fmla="*/ 499371 h 1160647"/>
              <a:gd name="connsiteX175" fmla="*/ 1039693 w 3195788"/>
              <a:gd name="connsiteY175" fmla="*/ 499371 h 1160647"/>
              <a:gd name="connsiteX176" fmla="*/ 1039693 w 3195788"/>
              <a:gd name="connsiteY176" fmla="*/ 498290 h 1160647"/>
              <a:gd name="connsiteX177" fmla="*/ 1039693 w 3195788"/>
              <a:gd name="connsiteY177" fmla="*/ 490724 h 1160647"/>
              <a:gd name="connsiteX178" fmla="*/ 1041466 w 3195788"/>
              <a:gd name="connsiteY178" fmla="*/ 490724 h 1160647"/>
              <a:gd name="connsiteX179" fmla="*/ 1053880 w 3195788"/>
              <a:gd name="connsiteY179" fmla="*/ 490724 h 1160647"/>
              <a:gd name="connsiteX180" fmla="*/ 1053880 w 3195788"/>
              <a:gd name="connsiteY180" fmla="*/ 491805 h 1160647"/>
              <a:gd name="connsiteX181" fmla="*/ 1053880 w 3195788"/>
              <a:gd name="connsiteY181" fmla="*/ 499371 h 1160647"/>
              <a:gd name="connsiteX182" fmla="*/ 1054640 w 3195788"/>
              <a:gd name="connsiteY182" fmla="*/ 499371 h 1160647"/>
              <a:gd name="connsiteX183" fmla="*/ 1059960 w 3195788"/>
              <a:gd name="connsiteY183" fmla="*/ 499371 h 1160647"/>
              <a:gd name="connsiteX184" fmla="*/ 1070093 w 3195788"/>
              <a:gd name="connsiteY184" fmla="*/ 495047 h 1160647"/>
              <a:gd name="connsiteX185" fmla="*/ 1074146 w 3195788"/>
              <a:gd name="connsiteY185" fmla="*/ 498290 h 1160647"/>
              <a:gd name="connsiteX186" fmla="*/ 1074146 w 3195788"/>
              <a:gd name="connsiteY186" fmla="*/ 490724 h 1160647"/>
              <a:gd name="connsiteX187" fmla="*/ 1076426 w 3195788"/>
              <a:gd name="connsiteY187" fmla="*/ 490724 h 1160647"/>
              <a:gd name="connsiteX188" fmla="*/ 1092387 w 3195788"/>
              <a:gd name="connsiteY188" fmla="*/ 490724 h 1160647"/>
              <a:gd name="connsiteX189" fmla="*/ 1092387 w 3195788"/>
              <a:gd name="connsiteY189" fmla="*/ 491805 h 1160647"/>
              <a:gd name="connsiteX190" fmla="*/ 1092387 w 3195788"/>
              <a:gd name="connsiteY190" fmla="*/ 499371 h 1160647"/>
              <a:gd name="connsiteX191" fmla="*/ 1122787 w 3195788"/>
              <a:gd name="connsiteY191" fmla="*/ 499371 h 1160647"/>
              <a:gd name="connsiteX192" fmla="*/ 1122787 w 3195788"/>
              <a:gd name="connsiteY192" fmla="*/ 500992 h 1160647"/>
              <a:gd name="connsiteX193" fmla="*/ 1122787 w 3195788"/>
              <a:gd name="connsiteY193" fmla="*/ 512342 h 1160647"/>
              <a:gd name="connsiteX194" fmla="*/ 1149134 w 3195788"/>
              <a:gd name="connsiteY194" fmla="*/ 512342 h 1160647"/>
              <a:gd name="connsiteX195" fmla="*/ 1149134 w 3195788"/>
              <a:gd name="connsiteY195" fmla="*/ 542606 h 1160647"/>
              <a:gd name="connsiteX196" fmla="*/ 1149894 w 3195788"/>
              <a:gd name="connsiteY196" fmla="*/ 542606 h 1160647"/>
              <a:gd name="connsiteX197" fmla="*/ 1155214 w 3195788"/>
              <a:gd name="connsiteY197" fmla="*/ 542606 h 1160647"/>
              <a:gd name="connsiteX198" fmla="*/ 1155214 w 3195788"/>
              <a:gd name="connsiteY198" fmla="*/ 543687 h 1160647"/>
              <a:gd name="connsiteX199" fmla="*/ 1155214 w 3195788"/>
              <a:gd name="connsiteY199" fmla="*/ 551254 h 1160647"/>
              <a:gd name="connsiteX200" fmla="*/ 1159268 w 3195788"/>
              <a:gd name="connsiteY200" fmla="*/ 581518 h 1160647"/>
              <a:gd name="connsiteX201" fmla="*/ 1160028 w 3195788"/>
              <a:gd name="connsiteY201" fmla="*/ 581518 h 1160647"/>
              <a:gd name="connsiteX202" fmla="*/ 1165348 w 3195788"/>
              <a:gd name="connsiteY202" fmla="*/ 581518 h 1160647"/>
              <a:gd name="connsiteX203" fmla="*/ 1165348 w 3195788"/>
              <a:gd name="connsiteY203" fmla="*/ 582329 h 1160647"/>
              <a:gd name="connsiteX204" fmla="*/ 1165348 w 3195788"/>
              <a:gd name="connsiteY204" fmla="*/ 588004 h 1160647"/>
              <a:gd name="connsiteX205" fmla="*/ 1166361 w 3195788"/>
              <a:gd name="connsiteY205" fmla="*/ 588004 h 1160647"/>
              <a:gd name="connsiteX206" fmla="*/ 1173454 w 3195788"/>
              <a:gd name="connsiteY206" fmla="*/ 588004 h 1160647"/>
              <a:gd name="connsiteX207" fmla="*/ 1173454 w 3195788"/>
              <a:gd name="connsiteY207" fmla="*/ 618269 h 1160647"/>
              <a:gd name="connsiteX208" fmla="*/ 1175481 w 3195788"/>
              <a:gd name="connsiteY208" fmla="*/ 618269 h 1160647"/>
              <a:gd name="connsiteX209" fmla="*/ 1189668 w 3195788"/>
              <a:gd name="connsiteY209" fmla="*/ 618269 h 1160647"/>
              <a:gd name="connsiteX210" fmla="*/ 1189668 w 3195788"/>
              <a:gd name="connsiteY210" fmla="*/ 642048 h 1160647"/>
              <a:gd name="connsiteX211" fmla="*/ 1191695 w 3195788"/>
              <a:gd name="connsiteY211" fmla="*/ 643669 h 1160647"/>
              <a:gd name="connsiteX212" fmla="*/ 1191695 w 3195788"/>
              <a:gd name="connsiteY212" fmla="*/ 655019 h 1160647"/>
              <a:gd name="connsiteX213" fmla="*/ 1192455 w 3195788"/>
              <a:gd name="connsiteY213" fmla="*/ 655019 h 1160647"/>
              <a:gd name="connsiteX214" fmla="*/ 1197775 w 3195788"/>
              <a:gd name="connsiteY214" fmla="*/ 655019 h 1160647"/>
              <a:gd name="connsiteX215" fmla="*/ 1197775 w 3195788"/>
              <a:gd name="connsiteY215" fmla="*/ 678798 h 1160647"/>
              <a:gd name="connsiteX216" fmla="*/ 1199041 w 3195788"/>
              <a:gd name="connsiteY216" fmla="*/ 678798 h 1160647"/>
              <a:gd name="connsiteX217" fmla="*/ 1207908 w 3195788"/>
              <a:gd name="connsiteY217" fmla="*/ 678798 h 1160647"/>
              <a:gd name="connsiteX218" fmla="*/ 1209935 w 3195788"/>
              <a:gd name="connsiteY218" fmla="*/ 682852 h 1160647"/>
              <a:gd name="connsiteX219" fmla="*/ 1209935 w 3195788"/>
              <a:gd name="connsiteY219" fmla="*/ 696093 h 1160647"/>
              <a:gd name="connsiteX220" fmla="*/ 1211455 w 3195788"/>
              <a:gd name="connsiteY220" fmla="*/ 694201 h 1160647"/>
              <a:gd name="connsiteX221" fmla="*/ 1222095 w 3195788"/>
              <a:gd name="connsiteY221" fmla="*/ 680960 h 1160647"/>
              <a:gd name="connsiteX222" fmla="*/ 1250469 w 3195788"/>
              <a:gd name="connsiteY222" fmla="*/ 680960 h 1160647"/>
              <a:gd name="connsiteX223" fmla="*/ 1250469 w 3195788"/>
              <a:gd name="connsiteY223" fmla="*/ 767431 h 1160647"/>
              <a:gd name="connsiteX224" fmla="*/ 1251229 w 3195788"/>
              <a:gd name="connsiteY224" fmla="*/ 767431 h 1160647"/>
              <a:gd name="connsiteX225" fmla="*/ 1256549 w 3195788"/>
              <a:gd name="connsiteY225" fmla="*/ 767431 h 1160647"/>
              <a:gd name="connsiteX226" fmla="*/ 1257309 w 3195788"/>
              <a:gd name="connsiteY226" fmla="*/ 766080 h 1160647"/>
              <a:gd name="connsiteX227" fmla="*/ 1262629 w 3195788"/>
              <a:gd name="connsiteY227" fmla="*/ 756622 h 1160647"/>
              <a:gd name="connsiteX228" fmla="*/ 1262629 w 3195788"/>
              <a:gd name="connsiteY228" fmla="*/ 758514 h 1160647"/>
              <a:gd name="connsiteX229" fmla="*/ 1262629 w 3195788"/>
              <a:gd name="connsiteY229" fmla="*/ 771755 h 1160647"/>
              <a:gd name="connsiteX230" fmla="*/ 1266682 w 3195788"/>
              <a:gd name="connsiteY230" fmla="*/ 726358 h 1160647"/>
              <a:gd name="connsiteX231" fmla="*/ 1267442 w 3195788"/>
              <a:gd name="connsiteY231" fmla="*/ 726358 h 1160647"/>
              <a:gd name="connsiteX232" fmla="*/ 1272762 w 3195788"/>
              <a:gd name="connsiteY232" fmla="*/ 726358 h 1160647"/>
              <a:gd name="connsiteX233" fmla="*/ 1272762 w 3195788"/>
              <a:gd name="connsiteY233" fmla="*/ 661504 h 1160647"/>
              <a:gd name="connsiteX234" fmla="*/ 1273776 w 3195788"/>
              <a:gd name="connsiteY234" fmla="*/ 661504 h 1160647"/>
              <a:gd name="connsiteX235" fmla="*/ 1280869 w 3195788"/>
              <a:gd name="connsiteY235" fmla="*/ 661504 h 1160647"/>
              <a:gd name="connsiteX236" fmla="*/ 1293029 w 3195788"/>
              <a:gd name="connsiteY236" fmla="*/ 618269 h 1160647"/>
              <a:gd name="connsiteX237" fmla="*/ 1294296 w 3195788"/>
              <a:gd name="connsiteY237" fmla="*/ 618269 h 1160647"/>
              <a:gd name="connsiteX238" fmla="*/ 1303163 w 3195788"/>
              <a:gd name="connsiteY238" fmla="*/ 618269 h 1160647"/>
              <a:gd name="connsiteX239" fmla="*/ 1313296 w 3195788"/>
              <a:gd name="connsiteY239" fmla="*/ 661504 h 1160647"/>
              <a:gd name="connsiteX240" fmla="*/ 1314309 w 3195788"/>
              <a:gd name="connsiteY240" fmla="*/ 661504 h 1160647"/>
              <a:gd name="connsiteX241" fmla="*/ 1321403 w 3195788"/>
              <a:gd name="connsiteY241" fmla="*/ 661504 h 1160647"/>
              <a:gd name="connsiteX242" fmla="*/ 1321403 w 3195788"/>
              <a:gd name="connsiteY242" fmla="*/ 700416 h 1160647"/>
              <a:gd name="connsiteX243" fmla="*/ 1323176 w 3195788"/>
              <a:gd name="connsiteY243" fmla="*/ 700416 h 1160647"/>
              <a:gd name="connsiteX244" fmla="*/ 1335590 w 3195788"/>
              <a:gd name="connsiteY244" fmla="*/ 700416 h 1160647"/>
              <a:gd name="connsiteX245" fmla="*/ 1335590 w 3195788"/>
              <a:gd name="connsiteY245" fmla="*/ 702578 h 1160647"/>
              <a:gd name="connsiteX246" fmla="*/ 1335590 w 3195788"/>
              <a:gd name="connsiteY246" fmla="*/ 717710 h 1160647"/>
              <a:gd name="connsiteX247" fmla="*/ 1339643 w 3195788"/>
              <a:gd name="connsiteY247" fmla="*/ 715549 h 1160647"/>
              <a:gd name="connsiteX248" fmla="*/ 1339643 w 3195788"/>
              <a:gd name="connsiteY248" fmla="*/ 700416 h 1160647"/>
              <a:gd name="connsiteX249" fmla="*/ 1341163 w 3195788"/>
              <a:gd name="connsiteY249" fmla="*/ 700416 h 1160647"/>
              <a:gd name="connsiteX250" fmla="*/ 1351803 w 3195788"/>
              <a:gd name="connsiteY250" fmla="*/ 700416 h 1160647"/>
              <a:gd name="connsiteX251" fmla="*/ 1351803 w 3195788"/>
              <a:gd name="connsiteY251" fmla="*/ 702037 h 1160647"/>
              <a:gd name="connsiteX252" fmla="*/ 1351803 w 3195788"/>
              <a:gd name="connsiteY252" fmla="*/ 713387 h 1160647"/>
              <a:gd name="connsiteX253" fmla="*/ 1382204 w 3195788"/>
              <a:gd name="connsiteY253" fmla="*/ 713387 h 1160647"/>
              <a:gd name="connsiteX254" fmla="*/ 1382204 w 3195788"/>
              <a:gd name="connsiteY254" fmla="*/ 676637 h 1160647"/>
              <a:gd name="connsiteX255" fmla="*/ 1383470 w 3195788"/>
              <a:gd name="connsiteY255" fmla="*/ 676637 h 1160647"/>
              <a:gd name="connsiteX256" fmla="*/ 1392337 w 3195788"/>
              <a:gd name="connsiteY256" fmla="*/ 676637 h 1160647"/>
              <a:gd name="connsiteX257" fmla="*/ 1392337 w 3195788"/>
              <a:gd name="connsiteY257" fmla="*/ 698254 h 1160647"/>
              <a:gd name="connsiteX258" fmla="*/ 1394364 w 3195788"/>
              <a:gd name="connsiteY258" fmla="*/ 665828 h 1160647"/>
              <a:gd name="connsiteX259" fmla="*/ 1416657 w 3195788"/>
              <a:gd name="connsiteY259" fmla="*/ 665828 h 1160647"/>
              <a:gd name="connsiteX260" fmla="*/ 1416657 w 3195788"/>
              <a:gd name="connsiteY260" fmla="*/ 664206 h 1160647"/>
              <a:gd name="connsiteX261" fmla="*/ 1416657 w 3195788"/>
              <a:gd name="connsiteY261" fmla="*/ 652857 h 1160647"/>
              <a:gd name="connsiteX262" fmla="*/ 1417417 w 3195788"/>
              <a:gd name="connsiteY262" fmla="*/ 652857 h 1160647"/>
              <a:gd name="connsiteX263" fmla="*/ 1422737 w 3195788"/>
              <a:gd name="connsiteY263" fmla="*/ 652857 h 1160647"/>
              <a:gd name="connsiteX264" fmla="*/ 1422737 w 3195788"/>
              <a:gd name="connsiteY264" fmla="*/ 650966 h 1160647"/>
              <a:gd name="connsiteX265" fmla="*/ 1422737 w 3195788"/>
              <a:gd name="connsiteY265" fmla="*/ 637725 h 1160647"/>
              <a:gd name="connsiteX266" fmla="*/ 1426791 w 3195788"/>
              <a:gd name="connsiteY266" fmla="*/ 644210 h 1160647"/>
              <a:gd name="connsiteX267" fmla="*/ 1429071 w 3195788"/>
              <a:gd name="connsiteY267" fmla="*/ 644210 h 1160647"/>
              <a:gd name="connsiteX268" fmla="*/ 1445031 w 3195788"/>
              <a:gd name="connsiteY268" fmla="*/ 644210 h 1160647"/>
              <a:gd name="connsiteX269" fmla="*/ 1445031 w 3195788"/>
              <a:gd name="connsiteY269" fmla="*/ 643399 h 1160647"/>
              <a:gd name="connsiteX270" fmla="*/ 1445031 w 3195788"/>
              <a:gd name="connsiteY270" fmla="*/ 637725 h 1160647"/>
              <a:gd name="connsiteX271" fmla="*/ 1445791 w 3195788"/>
              <a:gd name="connsiteY271" fmla="*/ 637725 h 1160647"/>
              <a:gd name="connsiteX272" fmla="*/ 1451111 w 3195788"/>
              <a:gd name="connsiteY272" fmla="*/ 637725 h 1160647"/>
              <a:gd name="connsiteX273" fmla="*/ 1451111 w 3195788"/>
              <a:gd name="connsiteY273" fmla="*/ 639076 h 1160647"/>
              <a:gd name="connsiteX274" fmla="*/ 1451111 w 3195788"/>
              <a:gd name="connsiteY274" fmla="*/ 648534 h 1160647"/>
              <a:gd name="connsiteX275" fmla="*/ 1489618 w 3195788"/>
              <a:gd name="connsiteY275" fmla="*/ 648534 h 1160647"/>
              <a:gd name="connsiteX276" fmla="*/ 1489618 w 3195788"/>
              <a:gd name="connsiteY276" fmla="*/ 786887 h 1160647"/>
              <a:gd name="connsiteX277" fmla="*/ 1491138 w 3195788"/>
              <a:gd name="connsiteY277" fmla="*/ 786887 h 1160647"/>
              <a:gd name="connsiteX278" fmla="*/ 1501778 w 3195788"/>
              <a:gd name="connsiteY278" fmla="*/ 786887 h 1160647"/>
              <a:gd name="connsiteX279" fmla="*/ 1501778 w 3195788"/>
              <a:gd name="connsiteY279" fmla="*/ 773917 h 1160647"/>
              <a:gd name="connsiteX280" fmla="*/ 1505832 w 3195788"/>
              <a:gd name="connsiteY280" fmla="*/ 773917 h 1160647"/>
              <a:gd name="connsiteX281" fmla="*/ 1505832 w 3195788"/>
              <a:gd name="connsiteY281" fmla="*/ 786887 h 1160647"/>
              <a:gd name="connsiteX282" fmla="*/ 1536232 w 3195788"/>
              <a:gd name="connsiteY282" fmla="*/ 786887 h 1160647"/>
              <a:gd name="connsiteX283" fmla="*/ 1536232 w 3195788"/>
              <a:gd name="connsiteY283" fmla="*/ 756622 h 1160647"/>
              <a:gd name="connsiteX284" fmla="*/ 1548392 w 3195788"/>
              <a:gd name="connsiteY284" fmla="*/ 756622 h 1160647"/>
              <a:gd name="connsiteX285" fmla="*/ 1560552 w 3195788"/>
              <a:gd name="connsiteY285" fmla="*/ 754461 h 1160647"/>
              <a:gd name="connsiteX286" fmla="*/ 1564606 w 3195788"/>
              <a:gd name="connsiteY286" fmla="*/ 756622 h 1160647"/>
              <a:gd name="connsiteX287" fmla="*/ 1574739 w 3195788"/>
              <a:gd name="connsiteY287" fmla="*/ 756622 h 1160647"/>
              <a:gd name="connsiteX288" fmla="*/ 1574739 w 3195788"/>
              <a:gd name="connsiteY288" fmla="*/ 786887 h 1160647"/>
              <a:gd name="connsiteX289" fmla="*/ 1582846 w 3195788"/>
              <a:gd name="connsiteY289" fmla="*/ 786887 h 1160647"/>
              <a:gd name="connsiteX290" fmla="*/ 1582846 w 3195788"/>
              <a:gd name="connsiteY290" fmla="*/ 804182 h 1160647"/>
              <a:gd name="connsiteX291" fmla="*/ 1592182 w 3195788"/>
              <a:gd name="connsiteY291" fmla="*/ 805087 h 1160647"/>
              <a:gd name="connsiteX292" fmla="*/ 1605140 w 3195788"/>
              <a:gd name="connsiteY292" fmla="*/ 805087 h 1160647"/>
              <a:gd name="connsiteX293" fmla="*/ 1605140 w 3195788"/>
              <a:gd name="connsiteY293" fmla="*/ 789049 h 1160647"/>
              <a:gd name="connsiteX294" fmla="*/ 1673096 w 3195788"/>
              <a:gd name="connsiteY294" fmla="*/ 789049 h 1160647"/>
              <a:gd name="connsiteX295" fmla="*/ 1673096 w 3195788"/>
              <a:gd name="connsiteY295" fmla="*/ 703796 h 1160647"/>
              <a:gd name="connsiteX296" fmla="*/ 1745104 w 3195788"/>
              <a:gd name="connsiteY296" fmla="*/ 703796 h 1160647"/>
              <a:gd name="connsiteX297" fmla="*/ 1745104 w 3195788"/>
              <a:gd name="connsiteY297" fmla="*/ 782564 h 1160647"/>
              <a:gd name="connsiteX298" fmla="*/ 1747008 w 3195788"/>
              <a:gd name="connsiteY298" fmla="*/ 782564 h 1160647"/>
              <a:gd name="connsiteX299" fmla="*/ 1748250 w 3195788"/>
              <a:gd name="connsiteY299" fmla="*/ 805087 h 1160647"/>
              <a:gd name="connsiteX300" fmla="*/ 1757926 w 3195788"/>
              <a:gd name="connsiteY300" fmla="*/ 805087 h 1160647"/>
              <a:gd name="connsiteX301" fmla="*/ 1759168 w 3195788"/>
              <a:gd name="connsiteY301" fmla="*/ 782564 h 1160647"/>
              <a:gd name="connsiteX302" fmla="*/ 1765248 w 3195788"/>
              <a:gd name="connsiteY302" fmla="*/ 782564 h 1160647"/>
              <a:gd name="connsiteX303" fmla="*/ 1766490 w 3195788"/>
              <a:gd name="connsiteY303" fmla="*/ 805087 h 1160647"/>
              <a:gd name="connsiteX304" fmla="*/ 1817112 w 3195788"/>
              <a:gd name="connsiteY304" fmla="*/ 805087 h 1160647"/>
              <a:gd name="connsiteX305" fmla="*/ 1817112 w 3195788"/>
              <a:gd name="connsiteY305" fmla="*/ 642059 h 1160647"/>
              <a:gd name="connsiteX306" fmla="*/ 2014439 w 3195788"/>
              <a:gd name="connsiteY306" fmla="*/ 642059 h 1160647"/>
              <a:gd name="connsiteX307" fmla="*/ 2014439 w 3195788"/>
              <a:gd name="connsiteY307" fmla="*/ 805087 h 1160647"/>
              <a:gd name="connsiteX308" fmla="*/ 2033136 w 3195788"/>
              <a:gd name="connsiteY308" fmla="*/ 805087 h 1160647"/>
              <a:gd name="connsiteX309" fmla="*/ 2033136 w 3195788"/>
              <a:gd name="connsiteY309" fmla="*/ 722394 h 1160647"/>
              <a:gd name="connsiteX310" fmla="*/ 2128256 w 3195788"/>
              <a:gd name="connsiteY310" fmla="*/ 722394 h 1160647"/>
              <a:gd name="connsiteX311" fmla="*/ 2140186 w 3195788"/>
              <a:gd name="connsiteY311" fmla="*/ 404253 h 1160647"/>
              <a:gd name="connsiteX312" fmla="*/ 2128026 w 3195788"/>
              <a:gd name="connsiteY312" fmla="*/ 382635 h 1160647"/>
              <a:gd name="connsiteX313" fmla="*/ 2121946 w 3195788"/>
              <a:gd name="connsiteY313" fmla="*/ 378311 h 1160647"/>
              <a:gd name="connsiteX314" fmla="*/ 2130053 w 3195788"/>
              <a:gd name="connsiteY314" fmla="*/ 354532 h 1160647"/>
              <a:gd name="connsiteX315" fmla="*/ 2130053 w 3195788"/>
              <a:gd name="connsiteY315" fmla="*/ 337238 h 1160647"/>
              <a:gd name="connsiteX316" fmla="*/ 2144240 w 3195788"/>
              <a:gd name="connsiteY316" fmla="*/ 337238 h 1160647"/>
              <a:gd name="connsiteX317" fmla="*/ 2144240 w 3195788"/>
              <a:gd name="connsiteY317" fmla="*/ 315620 h 1160647"/>
              <a:gd name="connsiteX318" fmla="*/ 2146266 w 3195788"/>
              <a:gd name="connsiteY318" fmla="*/ 311296 h 1160647"/>
              <a:gd name="connsiteX319" fmla="*/ 2146266 w 3195788"/>
              <a:gd name="connsiteY319" fmla="*/ 233472 h 1160647"/>
              <a:gd name="connsiteX320" fmla="*/ 2144240 w 3195788"/>
              <a:gd name="connsiteY320" fmla="*/ 226987 h 1160647"/>
              <a:gd name="connsiteX321" fmla="*/ 2150320 w 3195788"/>
              <a:gd name="connsiteY321" fmla="*/ 220501 h 1160647"/>
              <a:gd name="connsiteX322" fmla="*/ 2150320 w 3195788"/>
              <a:gd name="connsiteY322" fmla="*/ 162133 h 1160647"/>
              <a:gd name="connsiteX323" fmla="*/ 2152346 w 3195788"/>
              <a:gd name="connsiteY323" fmla="*/ 157810 h 1160647"/>
              <a:gd name="connsiteX324" fmla="*/ 2152346 w 3195788"/>
              <a:gd name="connsiteY324" fmla="*/ 101604 h 1160647"/>
              <a:gd name="connsiteX325" fmla="*/ 2154373 w 3195788"/>
              <a:gd name="connsiteY325" fmla="*/ 82148 h 1160647"/>
              <a:gd name="connsiteX326" fmla="*/ 2158427 w 3195788"/>
              <a:gd name="connsiteY326" fmla="*/ 99442 h 1160647"/>
              <a:gd name="connsiteX327" fmla="*/ 2160453 w 3195788"/>
              <a:gd name="connsiteY327" fmla="*/ 157810 h 1160647"/>
              <a:gd name="connsiteX328" fmla="*/ 2162480 w 3195788"/>
              <a:gd name="connsiteY328" fmla="*/ 220501 h 1160647"/>
              <a:gd name="connsiteX329" fmla="*/ 2168560 w 3195788"/>
              <a:gd name="connsiteY329" fmla="*/ 226987 h 1160647"/>
              <a:gd name="connsiteX330" fmla="*/ 2166533 w 3195788"/>
              <a:gd name="connsiteY330" fmla="*/ 233472 h 1160647"/>
              <a:gd name="connsiteX331" fmla="*/ 2166533 w 3195788"/>
              <a:gd name="connsiteY331" fmla="*/ 311296 h 1160647"/>
              <a:gd name="connsiteX332" fmla="*/ 2168560 w 3195788"/>
              <a:gd name="connsiteY332" fmla="*/ 315620 h 1160647"/>
              <a:gd name="connsiteX333" fmla="*/ 2168560 w 3195788"/>
              <a:gd name="connsiteY333" fmla="*/ 337238 h 1160647"/>
              <a:gd name="connsiteX334" fmla="*/ 2182747 w 3195788"/>
              <a:gd name="connsiteY334" fmla="*/ 337238 h 1160647"/>
              <a:gd name="connsiteX335" fmla="*/ 2182747 w 3195788"/>
              <a:gd name="connsiteY335" fmla="*/ 354532 h 1160647"/>
              <a:gd name="connsiteX336" fmla="*/ 2190854 w 3195788"/>
              <a:gd name="connsiteY336" fmla="*/ 378311 h 1160647"/>
              <a:gd name="connsiteX337" fmla="*/ 2184774 w 3195788"/>
              <a:gd name="connsiteY337" fmla="*/ 382635 h 1160647"/>
              <a:gd name="connsiteX338" fmla="*/ 2172613 w 3195788"/>
              <a:gd name="connsiteY338" fmla="*/ 404253 h 1160647"/>
              <a:gd name="connsiteX339" fmla="*/ 2180720 w 3195788"/>
              <a:gd name="connsiteY339" fmla="*/ 657181 h 1160647"/>
              <a:gd name="connsiteX340" fmla="*/ 2245574 w 3195788"/>
              <a:gd name="connsiteY340" fmla="*/ 657181 h 1160647"/>
              <a:gd name="connsiteX341" fmla="*/ 2245574 w 3195788"/>
              <a:gd name="connsiteY341" fmla="*/ 732843 h 1160647"/>
              <a:gd name="connsiteX342" fmla="*/ 2253681 w 3195788"/>
              <a:gd name="connsiteY342" fmla="*/ 732843 h 1160647"/>
              <a:gd name="connsiteX343" fmla="*/ 2255708 w 3195788"/>
              <a:gd name="connsiteY343" fmla="*/ 726358 h 1160647"/>
              <a:gd name="connsiteX344" fmla="*/ 2261788 w 3195788"/>
              <a:gd name="connsiteY344" fmla="*/ 726358 h 1160647"/>
              <a:gd name="connsiteX345" fmla="*/ 2263815 w 3195788"/>
              <a:gd name="connsiteY345" fmla="*/ 735005 h 1160647"/>
              <a:gd name="connsiteX346" fmla="*/ 2275975 w 3195788"/>
              <a:gd name="connsiteY346" fmla="*/ 735005 h 1160647"/>
              <a:gd name="connsiteX347" fmla="*/ 2275975 w 3195788"/>
              <a:gd name="connsiteY347" fmla="*/ 728519 h 1160647"/>
              <a:gd name="connsiteX348" fmla="*/ 2298268 w 3195788"/>
              <a:gd name="connsiteY348" fmla="*/ 728519 h 1160647"/>
              <a:gd name="connsiteX349" fmla="*/ 2298268 w 3195788"/>
              <a:gd name="connsiteY349" fmla="*/ 735005 h 1160647"/>
              <a:gd name="connsiteX350" fmla="*/ 2318535 w 3195788"/>
              <a:gd name="connsiteY350" fmla="*/ 735005 h 1160647"/>
              <a:gd name="connsiteX351" fmla="*/ 2318535 w 3195788"/>
              <a:gd name="connsiteY351" fmla="*/ 780402 h 1160647"/>
              <a:gd name="connsiteX352" fmla="*/ 2332722 w 3195788"/>
              <a:gd name="connsiteY352" fmla="*/ 780402 h 1160647"/>
              <a:gd name="connsiteX353" fmla="*/ 2332722 w 3195788"/>
              <a:gd name="connsiteY353" fmla="*/ 767431 h 1160647"/>
              <a:gd name="connsiteX354" fmla="*/ 2348936 w 3195788"/>
              <a:gd name="connsiteY354" fmla="*/ 767431 h 1160647"/>
              <a:gd name="connsiteX355" fmla="*/ 2348936 w 3195788"/>
              <a:gd name="connsiteY355" fmla="*/ 588004 h 1160647"/>
              <a:gd name="connsiteX356" fmla="*/ 2355016 w 3195788"/>
              <a:gd name="connsiteY356" fmla="*/ 581518 h 1160647"/>
              <a:gd name="connsiteX357" fmla="*/ 2427977 w 3195788"/>
              <a:gd name="connsiteY357" fmla="*/ 581518 h 1160647"/>
              <a:gd name="connsiteX358" fmla="*/ 2427977 w 3195788"/>
              <a:gd name="connsiteY358" fmla="*/ 590166 h 1160647"/>
              <a:gd name="connsiteX359" fmla="*/ 2438110 w 3195788"/>
              <a:gd name="connsiteY359" fmla="*/ 590166 h 1160647"/>
              <a:gd name="connsiteX360" fmla="*/ 2438110 w 3195788"/>
              <a:gd name="connsiteY360" fmla="*/ 704740 h 1160647"/>
              <a:gd name="connsiteX361" fmla="*/ 2460404 w 3195788"/>
              <a:gd name="connsiteY361" fmla="*/ 704740 h 1160647"/>
              <a:gd name="connsiteX362" fmla="*/ 2460404 w 3195788"/>
              <a:gd name="connsiteY362" fmla="*/ 637725 h 1160647"/>
              <a:gd name="connsiteX363" fmla="*/ 2486751 w 3195788"/>
              <a:gd name="connsiteY363" fmla="*/ 637725 h 1160647"/>
              <a:gd name="connsiteX364" fmla="*/ 2490804 w 3195788"/>
              <a:gd name="connsiteY364" fmla="*/ 633401 h 1160647"/>
              <a:gd name="connsiteX365" fmla="*/ 2498911 w 3195788"/>
              <a:gd name="connsiteY365" fmla="*/ 633401 h 1160647"/>
              <a:gd name="connsiteX366" fmla="*/ 2502964 w 3195788"/>
              <a:gd name="connsiteY366" fmla="*/ 637725 h 1160647"/>
              <a:gd name="connsiteX367" fmla="*/ 2525258 w 3195788"/>
              <a:gd name="connsiteY367" fmla="*/ 637725 h 1160647"/>
              <a:gd name="connsiteX368" fmla="*/ 2525258 w 3195788"/>
              <a:gd name="connsiteY368" fmla="*/ 520989 h 1160647"/>
              <a:gd name="connsiteX369" fmla="*/ 2582005 w 3195788"/>
              <a:gd name="connsiteY369" fmla="*/ 510180 h 1160647"/>
              <a:gd name="connsiteX370" fmla="*/ 2582005 w 3195788"/>
              <a:gd name="connsiteY370" fmla="*/ 511261 h 1160647"/>
              <a:gd name="connsiteX371" fmla="*/ 2582005 w 3195788"/>
              <a:gd name="connsiteY371" fmla="*/ 518827 h 1160647"/>
              <a:gd name="connsiteX372" fmla="*/ 2608352 w 3195788"/>
              <a:gd name="connsiteY372" fmla="*/ 518827 h 1160647"/>
              <a:gd name="connsiteX373" fmla="*/ 2608352 w 3195788"/>
              <a:gd name="connsiteY373" fmla="*/ 773917 h 1160647"/>
              <a:gd name="connsiteX374" fmla="*/ 2630646 w 3195788"/>
              <a:gd name="connsiteY374" fmla="*/ 773917 h 1160647"/>
              <a:gd name="connsiteX375" fmla="*/ 2630646 w 3195788"/>
              <a:gd name="connsiteY375" fmla="*/ 769593 h 1160647"/>
              <a:gd name="connsiteX376" fmla="*/ 2642806 w 3195788"/>
              <a:gd name="connsiteY376" fmla="*/ 769593 h 1160647"/>
              <a:gd name="connsiteX377" fmla="*/ 2642806 w 3195788"/>
              <a:gd name="connsiteY377" fmla="*/ 773917 h 1160647"/>
              <a:gd name="connsiteX378" fmla="*/ 2667126 w 3195788"/>
              <a:gd name="connsiteY378" fmla="*/ 773917 h 1160647"/>
              <a:gd name="connsiteX379" fmla="*/ 2667126 w 3195788"/>
              <a:gd name="connsiteY379" fmla="*/ 760946 h 1160647"/>
              <a:gd name="connsiteX380" fmla="*/ 2695500 w 3195788"/>
              <a:gd name="connsiteY380" fmla="*/ 760946 h 1160647"/>
              <a:gd name="connsiteX381" fmla="*/ 2707660 w 3195788"/>
              <a:gd name="connsiteY381" fmla="*/ 756622 h 1160647"/>
              <a:gd name="connsiteX382" fmla="*/ 2727927 w 3195788"/>
              <a:gd name="connsiteY382" fmla="*/ 760946 h 1160647"/>
              <a:gd name="connsiteX383" fmla="*/ 2727927 w 3195788"/>
              <a:gd name="connsiteY383" fmla="*/ 743652 h 1160647"/>
              <a:gd name="connsiteX384" fmla="*/ 2736034 w 3195788"/>
              <a:gd name="connsiteY384" fmla="*/ 743652 h 1160647"/>
              <a:gd name="connsiteX385" fmla="*/ 2736034 w 3195788"/>
              <a:gd name="connsiteY385" fmla="*/ 730681 h 1160647"/>
              <a:gd name="connsiteX386" fmla="*/ 2792781 w 3195788"/>
              <a:gd name="connsiteY386" fmla="*/ 730681 h 1160647"/>
              <a:gd name="connsiteX387" fmla="*/ 2792781 w 3195788"/>
              <a:gd name="connsiteY387" fmla="*/ 700416 h 1160647"/>
              <a:gd name="connsiteX388" fmla="*/ 2811021 w 3195788"/>
              <a:gd name="connsiteY388" fmla="*/ 700416 h 1160647"/>
              <a:gd name="connsiteX389" fmla="*/ 2811021 w 3195788"/>
              <a:gd name="connsiteY389" fmla="*/ 693931 h 1160647"/>
              <a:gd name="connsiteX390" fmla="*/ 2823181 w 3195788"/>
              <a:gd name="connsiteY390" fmla="*/ 693931 h 1160647"/>
              <a:gd name="connsiteX391" fmla="*/ 2823181 w 3195788"/>
              <a:gd name="connsiteY391" fmla="*/ 700416 h 1160647"/>
              <a:gd name="connsiteX392" fmla="*/ 2839395 w 3195788"/>
              <a:gd name="connsiteY392" fmla="*/ 700416 h 1160647"/>
              <a:gd name="connsiteX393" fmla="*/ 2839395 w 3195788"/>
              <a:gd name="connsiteY393" fmla="*/ 750137 h 1160647"/>
              <a:gd name="connsiteX394" fmla="*/ 2871822 w 3195788"/>
              <a:gd name="connsiteY394" fmla="*/ 750137 h 1160647"/>
              <a:gd name="connsiteX395" fmla="*/ 2871822 w 3195788"/>
              <a:gd name="connsiteY395" fmla="*/ 724196 h 1160647"/>
              <a:gd name="connsiteX396" fmla="*/ 2910329 w 3195788"/>
              <a:gd name="connsiteY396" fmla="*/ 724196 h 1160647"/>
              <a:gd name="connsiteX397" fmla="*/ 2910329 w 3195788"/>
              <a:gd name="connsiteY397" fmla="*/ 693931 h 1160647"/>
              <a:gd name="connsiteX398" fmla="*/ 2958970 w 3195788"/>
              <a:gd name="connsiteY398" fmla="*/ 693931 h 1160647"/>
              <a:gd name="connsiteX399" fmla="*/ 2958970 w 3195788"/>
              <a:gd name="connsiteY399" fmla="*/ 805087 h 1160647"/>
              <a:gd name="connsiteX400" fmla="*/ 2958970 w 3195788"/>
              <a:gd name="connsiteY400" fmla="*/ 818866 h 1160647"/>
              <a:gd name="connsiteX401" fmla="*/ 2968113 w 3195788"/>
              <a:gd name="connsiteY401" fmla="*/ 818866 h 1160647"/>
              <a:gd name="connsiteX402" fmla="*/ 2968113 w 3195788"/>
              <a:gd name="connsiteY402" fmla="*/ 762555 h 1160647"/>
              <a:gd name="connsiteX403" fmla="*/ 2971450 w 3195788"/>
              <a:gd name="connsiteY403" fmla="*/ 756622 h 1160647"/>
              <a:gd name="connsiteX404" fmla="*/ 2971450 w 3195788"/>
              <a:gd name="connsiteY404" fmla="*/ 758514 h 1160647"/>
              <a:gd name="connsiteX405" fmla="*/ 2971450 w 3195788"/>
              <a:gd name="connsiteY405" fmla="*/ 771755 h 1160647"/>
              <a:gd name="connsiteX406" fmla="*/ 2975503 w 3195788"/>
              <a:gd name="connsiteY406" fmla="*/ 726358 h 1160647"/>
              <a:gd name="connsiteX407" fmla="*/ 2976263 w 3195788"/>
              <a:gd name="connsiteY407" fmla="*/ 726358 h 1160647"/>
              <a:gd name="connsiteX408" fmla="*/ 2981583 w 3195788"/>
              <a:gd name="connsiteY408" fmla="*/ 726358 h 1160647"/>
              <a:gd name="connsiteX409" fmla="*/ 2981583 w 3195788"/>
              <a:gd name="connsiteY409" fmla="*/ 661504 h 1160647"/>
              <a:gd name="connsiteX410" fmla="*/ 2982597 w 3195788"/>
              <a:gd name="connsiteY410" fmla="*/ 661504 h 1160647"/>
              <a:gd name="connsiteX411" fmla="*/ 2989690 w 3195788"/>
              <a:gd name="connsiteY411" fmla="*/ 661504 h 1160647"/>
              <a:gd name="connsiteX412" fmla="*/ 3001850 w 3195788"/>
              <a:gd name="connsiteY412" fmla="*/ 618269 h 1160647"/>
              <a:gd name="connsiteX413" fmla="*/ 3003117 w 3195788"/>
              <a:gd name="connsiteY413" fmla="*/ 618269 h 1160647"/>
              <a:gd name="connsiteX414" fmla="*/ 3011984 w 3195788"/>
              <a:gd name="connsiteY414" fmla="*/ 618269 h 1160647"/>
              <a:gd name="connsiteX415" fmla="*/ 3022117 w 3195788"/>
              <a:gd name="connsiteY415" fmla="*/ 661504 h 1160647"/>
              <a:gd name="connsiteX416" fmla="*/ 3023130 w 3195788"/>
              <a:gd name="connsiteY416" fmla="*/ 661504 h 1160647"/>
              <a:gd name="connsiteX417" fmla="*/ 3030224 w 3195788"/>
              <a:gd name="connsiteY417" fmla="*/ 661504 h 1160647"/>
              <a:gd name="connsiteX418" fmla="*/ 3030224 w 3195788"/>
              <a:gd name="connsiteY418" fmla="*/ 700416 h 1160647"/>
              <a:gd name="connsiteX419" fmla="*/ 3031997 w 3195788"/>
              <a:gd name="connsiteY419" fmla="*/ 700416 h 1160647"/>
              <a:gd name="connsiteX420" fmla="*/ 3044411 w 3195788"/>
              <a:gd name="connsiteY420" fmla="*/ 700416 h 1160647"/>
              <a:gd name="connsiteX421" fmla="*/ 3044411 w 3195788"/>
              <a:gd name="connsiteY421" fmla="*/ 702578 h 1160647"/>
              <a:gd name="connsiteX422" fmla="*/ 3044411 w 3195788"/>
              <a:gd name="connsiteY422" fmla="*/ 717710 h 1160647"/>
              <a:gd name="connsiteX423" fmla="*/ 3048464 w 3195788"/>
              <a:gd name="connsiteY423" fmla="*/ 715549 h 1160647"/>
              <a:gd name="connsiteX424" fmla="*/ 3048464 w 3195788"/>
              <a:gd name="connsiteY424" fmla="*/ 700416 h 1160647"/>
              <a:gd name="connsiteX425" fmla="*/ 3049984 w 3195788"/>
              <a:gd name="connsiteY425" fmla="*/ 700416 h 1160647"/>
              <a:gd name="connsiteX426" fmla="*/ 3060624 w 3195788"/>
              <a:gd name="connsiteY426" fmla="*/ 700416 h 1160647"/>
              <a:gd name="connsiteX427" fmla="*/ 3060624 w 3195788"/>
              <a:gd name="connsiteY427" fmla="*/ 702037 h 1160647"/>
              <a:gd name="connsiteX428" fmla="*/ 3060624 w 3195788"/>
              <a:gd name="connsiteY428" fmla="*/ 713387 h 1160647"/>
              <a:gd name="connsiteX429" fmla="*/ 3091025 w 3195788"/>
              <a:gd name="connsiteY429" fmla="*/ 713387 h 1160647"/>
              <a:gd name="connsiteX430" fmla="*/ 3091025 w 3195788"/>
              <a:gd name="connsiteY430" fmla="*/ 676637 h 1160647"/>
              <a:gd name="connsiteX431" fmla="*/ 3092291 w 3195788"/>
              <a:gd name="connsiteY431" fmla="*/ 676637 h 1160647"/>
              <a:gd name="connsiteX432" fmla="*/ 3101158 w 3195788"/>
              <a:gd name="connsiteY432" fmla="*/ 676637 h 1160647"/>
              <a:gd name="connsiteX433" fmla="*/ 3101158 w 3195788"/>
              <a:gd name="connsiteY433" fmla="*/ 698254 h 1160647"/>
              <a:gd name="connsiteX434" fmla="*/ 3103185 w 3195788"/>
              <a:gd name="connsiteY434" fmla="*/ 665828 h 1160647"/>
              <a:gd name="connsiteX435" fmla="*/ 3125478 w 3195788"/>
              <a:gd name="connsiteY435" fmla="*/ 665828 h 1160647"/>
              <a:gd name="connsiteX436" fmla="*/ 3125478 w 3195788"/>
              <a:gd name="connsiteY436" fmla="*/ 664206 h 1160647"/>
              <a:gd name="connsiteX437" fmla="*/ 3125478 w 3195788"/>
              <a:gd name="connsiteY437" fmla="*/ 652857 h 1160647"/>
              <a:gd name="connsiteX438" fmla="*/ 3126238 w 3195788"/>
              <a:gd name="connsiteY438" fmla="*/ 652857 h 1160647"/>
              <a:gd name="connsiteX439" fmla="*/ 3131558 w 3195788"/>
              <a:gd name="connsiteY439" fmla="*/ 652857 h 1160647"/>
              <a:gd name="connsiteX440" fmla="*/ 3131558 w 3195788"/>
              <a:gd name="connsiteY440" fmla="*/ 650966 h 1160647"/>
              <a:gd name="connsiteX441" fmla="*/ 3131558 w 3195788"/>
              <a:gd name="connsiteY441" fmla="*/ 637725 h 1160647"/>
              <a:gd name="connsiteX442" fmla="*/ 3135612 w 3195788"/>
              <a:gd name="connsiteY442" fmla="*/ 644210 h 1160647"/>
              <a:gd name="connsiteX443" fmla="*/ 3137892 w 3195788"/>
              <a:gd name="connsiteY443" fmla="*/ 644210 h 1160647"/>
              <a:gd name="connsiteX444" fmla="*/ 3153852 w 3195788"/>
              <a:gd name="connsiteY444" fmla="*/ 644210 h 1160647"/>
              <a:gd name="connsiteX445" fmla="*/ 3153852 w 3195788"/>
              <a:gd name="connsiteY445" fmla="*/ 643399 h 1160647"/>
              <a:gd name="connsiteX446" fmla="*/ 3153852 w 3195788"/>
              <a:gd name="connsiteY446" fmla="*/ 637725 h 1160647"/>
              <a:gd name="connsiteX447" fmla="*/ 3154612 w 3195788"/>
              <a:gd name="connsiteY447" fmla="*/ 637725 h 1160647"/>
              <a:gd name="connsiteX448" fmla="*/ 3159932 w 3195788"/>
              <a:gd name="connsiteY448" fmla="*/ 637725 h 1160647"/>
              <a:gd name="connsiteX449" fmla="*/ 3159932 w 3195788"/>
              <a:gd name="connsiteY449" fmla="*/ 639076 h 1160647"/>
              <a:gd name="connsiteX450" fmla="*/ 3159932 w 3195788"/>
              <a:gd name="connsiteY450" fmla="*/ 648534 h 1160647"/>
              <a:gd name="connsiteX451" fmla="*/ 3195788 w 3195788"/>
              <a:gd name="connsiteY451" fmla="*/ 648534 h 1160647"/>
              <a:gd name="connsiteX452" fmla="*/ 3195788 w 3195788"/>
              <a:gd name="connsiteY452" fmla="*/ 1159457 h 1160647"/>
              <a:gd name="connsiteX453" fmla="*/ 3031533 w 3195788"/>
              <a:gd name="connsiteY453" fmla="*/ 1159331 h 1160647"/>
              <a:gd name="connsiteX454" fmla="*/ 3031520 w 3195788"/>
              <a:gd name="connsiteY454" fmla="*/ 1160647 h 1160647"/>
              <a:gd name="connsiteX455" fmla="*/ 2054 w 3195788"/>
              <a:gd name="connsiteY455" fmla="*/ 1158314 h 1160647"/>
              <a:gd name="connsiteX456" fmla="*/ 0 w 3195788"/>
              <a:gd name="connsiteY456" fmla="*/ 724196 h 1160647"/>
              <a:gd name="connsiteX457" fmla="*/ 20267 w 3195788"/>
              <a:gd name="connsiteY457" fmla="*/ 724196 h 1160647"/>
              <a:gd name="connsiteX458" fmla="*/ 20774 w 3195788"/>
              <a:gd name="connsiteY458" fmla="*/ 723115 h 1160647"/>
              <a:gd name="connsiteX459" fmla="*/ 24320 w 3195788"/>
              <a:gd name="connsiteY459" fmla="*/ 715549 h 1160647"/>
              <a:gd name="connsiteX460" fmla="*/ 26094 w 3195788"/>
              <a:gd name="connsiteY460" fmla="*/ 715819 h 1160647"/>
              <a:gd name="connsiteX461" fmla="*/ 38507 w 3195788"/>
              <a:gd name="connsiteY461" fmla="*/ 717710 h 1160647"/>
              <a:gd name="connsiteX462" fmla="*/ 39014 w 3195788"/>
              <a:gd name="connsiteY462" fmla="*/ 719062 h 1160647"/>
              <a:gd name="connsiteX463" fmla="*/ 42560 w 3195788"/>
              <a:gd name="connsiteY463" fmla="*/ 728519 h 1160647"/>
              <a:gd name="connsiteX464" fmla="*/ 68907 w 3195788"/>
              <a:gd name="connsiteY464" fmla="*/ 730681 h 1160647"/>
              <a:gd name="connsiteX465" fmla="*/ 68907 w 3195788"/>
              <a:gd name="connsiteY465" fmla="*/ 607460 h 1160647"/>
              <a:gd name="connsiteX466" fmla="*/ 70934 w 3195788"/>
              <a:gd name="connsiteY466" fmla="*/ 607460 h 1160647"/>
              <a:gd name="connsiteX467" fmla="*/ 85121 w 3195788"/>
              <a:gd name="connsiteY467" fmla="*/ 607460 h 1160647"/>
              <a:gd name="connsiteX468" fmla="*/ 85121 w 3195788"/>
              <a:gd name="connsiteY468" fmla="*/ 471268 h 1160647"/>
              <a:gd name="connsiteX469" fmla="*/ 86894 w 3195788"/>
              <a:gd name="connsiteY469" fmla="*/ 471268 h 1160647"/>
              <a:gd name="connsiteX470" fmla="*/ 99308 w 3195788"/>
              <a:gd name="connsiteY470" fmla="*/ 471268 h 1160647"/>
              <a:gd name="connsiteX471" fmla="*/ 99308 w 3195788"/>
              <a:gd name="connsiteY471" fmla="*/ 356694 h 1160647"/>
              <a:gd name="connsiteX472" fmla="*/ 103361 w 3195788"/>
              <a:gd name="connsiteY472" fmla="*/ 328590 h 1160647"/>
              <a:gd name="connsiteX473" fmla="*/ 105388 w 3195788"/>
              <a:gd name="connsiteY473" fmla="*/ 328590 h 1160647"/>
              <a:gd name="connsiteX474" fmla="*/ 119575 w 3195788"/>
              <a:gd name="connsiteY474" fmla="*/ 328590 h 1160647"/>
              <a:gd name="connsiteX475" fmla="*/ 156055 w 3195788"/>
              <a:gd name="connsiteY475" fmla="*/ 246443 h 1160647"/>
              <a:gd name="connsiteX476" fmla="*/ 160109 w 3195788"/>
              <a:gd name="connsiteY476" fmla="*/ 0 h 116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</a:cxnLst>
            <a:rect l="l" t="t" r="r" b="b"/>
            <a:pathLst>
              <a:path w="3195788" h="1160647">
                <a:moveTo>
                  <a:pt x="160109" y="0"/>
                </a:moveTo>
                <a:cubicBezTo>
                  <a:pt x="160109" y="18"/>
                  <a:pt x="160125" y="2040"/>
                  <a:pt x="162135" y="246443"/>
                </a:cubicBezTo>
                <a:cubicBezTo>
                  <a:pt x="162147" y="246467"/>
                  <a:pt x="162792" y="247808"/>
                  <a:pt x="200642" y="326429"/>
                </a:cubicBezTo>
                <a:lnTo>
                  <a:pt x="202669" y="326429"/>
                </a:lnTo>
                <a:lnTo>
                  <a:pt x="216856" y="326429"/>
                </a:lnTo>
                <a:lnTo>
                  <a:pt x="216856" y="350208"/>
                </a:lnTo>
                <a:cubicBezTo>
                  <a:pt x="216858" y="350214"/>
                  <a:pt x="216896" y="350272"/>
                  <a:pt x="217363" y="351019"/>
                </a:cubicBezTo>
                <a:lnTo>
                  <a:pt x="220909" y="356694"/>
                </a:lnTo>
                <a:lnTo>
                  <a:pt x="220909" y="471268"/>
                </a:lnTo>
                <a:lnTo>
                  <a:pt x="223189" y="471268"/>
                </a:lnTo>
                <a:lnTo>
                  <a:pt x="239150" y="471268"/>
                </a:lnTo>
                <a:lnTo>
                  <a:pt x="239150" y="611783"/>
                </a:lnTo>
                <a:cubicBezTo>
                  <a:pt x="239160" y="611782"/>
                  <a:pt x="239272" y="611761"/>
                  <a:pt x="240670" y="611513"/>
                </a:cubicBezTo>
                <a:lnTo>
                  <a:pt x="251310" y="609622"/>
                </a:lnTo>
                <a:cubicBezTo>
                  <a:pt x="251310" y="609644"/>
                  <a:pt x="251280" y="610978"/>
                  <a:pt x="249283" y="698254"/>
                </a:cubicBezTo>
                <a:cubicBezTo>
                  <a:pt x="249293" y="698256"/>
                  <a:pt x="249404" y="698276"/>
                  <a:pt x="250803" y="698525"/>
                </a:cubicBezTo>
                <a:lnTo>
                  <a:pt x="261443" y="700416"/>
                </a:lnTo>
                <a:cubicBezTo>
                  <a:pt x="261445" y="700423"/>
                  <a:pt x="261465" y="700487"/>
                  <a:pt x="261696" y="701227"/>
                </a:cubicBezTo>
                <a:lnTo>
                  <a:pt x="263470" y="706902"/>
                </a:lnTo>
                <a:cubicBezTo>
                  <a:pt x="263472" y="706893"/>
                  <a:pt x="263517" y="706750"/>
                  <a:pt x="264230" y="704470"/>
                </a:cubicBezTo>
                <a:lnTo>
                  <a:pt x="269550" y="687446"/>
                </a:lnTo>
                <a:lnTo>
                  <a:pt x="271323" y="687446"/>
                </a:lnTo>
                <a:lnTo>
                  <a:pt x="283737" y="687446"/>
                </a:lnTo>
                <a:lnTo>
                  <a:pt x="283737" y="719872"/>
                </a:lnTo>
                <a:cubicBezTo>
                  <a:pt x="283743" y="719877"/>
                  <a:pt x="283820" y="719917"/>
                  <a:pt x="284750" y="720413"/>
                </a:cubicBezTo>
                <a:lnTo>
                  <a:pt x="291844" y="724196"/>
                </a:lnTo>
                <a:lnTo>
                  <a:pt x="291844" y="725547"/>
                </a:lnTo>
                <a:lnTo>
                  <a:pt x="291844" y="735005"/>
                </a:lnTo>
                <a:lnTo>
                  <a:pt x="336431" y="735005"/>
                </a:lnTo>
                <a:lnTo>
                  <a:pt x="336431" y="736086"/>
                </a:lnTo>
                <a:lnTo>
                  <a:pt x="336431" y="743652"/>
                </a:lnTo>
                <a:lnTo>
                  <a:pt x="338457" y="743652"/>
                </a:lnTo>
                <a:lnTo>
                  <a:pt x="352644" y="743652"/>
                </a:lnTo>
                <a:lnTo>
                  <a:pt x="352644" y="713387"/>
                </a:lnTo>
                <a:lnTo>
                  <a:pt x="397231" y="713387"/>
                </a:lnTo>
                <a:lnTo>
                  <a:pt x="397231" y="712036"/>
                </a:lnTo>
                <a:lnTo>
                  <a:pt x="397231" y="702578"/>
                </a:lnTo>
                <a:lnTo>
                  <a:pt x="398245" y="702578"/>
                </a:lnTo>
                <a:lnTo>
                  <a:pt x="405338" y="702578"/>
                </a:lnTo>
                <a:lnTo>
                  <a:pt x="405338" y="700687"/>
                </a:lnTo>
                <a:lnTo>
                  <a:pt x="405338" y="687446"/>
                </a:lnTo>
                <a:lnTo>
                  <a:pt x="406098" y="687446"/>
                </a:lnTo>
                <a:lnTo>
                  <a:pt x="411418" y="687446"/>
                </a:lnTo>
                <a:lnTo>
                  <a:pt x="411418" y="686365"/>
                </a:lnTo>
                <a:lnTo>
                  <a:pt x="411418" y="678798"/>
                </a:lnTo>
                <a:lnTo>
                  <a:pt x="413445" y="678798"/>
                </a:lnTo>
                <a:lnTo>
                  <a:pt x="427632" y="678798"/>
                </a:lnTo>
                <a:lnTo>
                  <a:pt x="427632" y="679879"/>
                </a:lnTo>
                <a:lnTo>
                  <a:pt x="427632" y="687446"/>
                </a:lnTo>
                <a:lnTo>
                  <a:pt x="449925" y="687446"/>
                </a:lnTo>
                <a:lnTo>
                  <a:pt x="449925" y="685554"/>
                </a:lnTo>
                <a:lnTo>
                  <a:pt x="449925" y="672313"/>
                </a:lnTo>
                <a:lnTo>
                  <a:pt x="451699" y="672313"/>
                </a:lnTo>
                <a:lnTo>
                  <a:pt x="464112" y="672313"/>
                </a:lnTo>
                <a:lnTo>
                  <a:pt x="464112" y="696093"/>
                </a:lnTo>
                <a:lnTo>
                  <a:pt x="465126" y="696093"/>
                </a:lnTo>
                <a:lnTo>
                  <a:pt x="472219" y="696093"/>
                </a:lnTo>
                <a:lnTo>
                  <a:pt x="472219" y="695012"/>
                </a:lnTo>
                <a:lnTo>
                  <a:pt x="472219" y="687446"/>
                </a:lnTo>
                <a:lnTo>
                  <a:pt x="473992" y="687446"/>
                </a:lnTo>
                <a:lnTo>
                  <a:pt x="486406" y="687446"/>
                </a:lnTo>
                <a:lnTo>
                  <a:pt x="486406" y="713387"/>
                </a:lnTo>
                <a:lnTo>
                  <a:pt x="488433" y="713387"/>
                </a:lnTo>
                <a:lnTo>
                  <a:pt x="502619" y="713387"/>
                </a:lnTo>
                <a:lnTo>
                  <a:pt x="502619" y="715008"/>
                </a:lnTo>
                <a:lnTo>
                  <a:pt x="502619" y="726358"/>
                </a:lnTo>
                <a:lnTo>
                  <a:pt x="503379" y="726358"/>
                </a:lnTo>
                <a:lnTo>
                  <a:pt x="508700" y="726358"/>
                </a:lnTo>
                <a:lnTo>
                  <a:pt x="508700" y="725547"/>
                </a:lnTo>
                <a:lnTo>
                  <a:pt x="508700" y="719872"/>
                </a:lnTo>
                <a:lnTo>
                  <a:pt x="539100" y="719872"/>
                </a:lnTo>
                <a:lnTo>
                  <a:pt x="539100" y="743652"/>
                </a:lnTo>
                <a:lnTo>
                  <a:pt x="540113" y="743652"/>
                </a:lnTo>
                <a:lnTo>
                  <a:pt x="547207" y="743652"/>
                </a:lnTo>
                <a:lnTo>
                  <a:pt x="547207" y="744733"/>
                </a:lnTo>
                <a:lnTo>
                  <a:pt x="547207" y="752299"/>
                </a:lnTo>
                <a:lnTo>
                  <a:pt x="547967" y="752299"/>
                </a:lnTo>
                <a:lnTo>
                  <a:pt x="553287" y="752299"/>
                </a:lnTo>
                <a:lnTo>
                  <a:pt x="553287" y="750137"/>
                </a:lnTo>
                <a:lnTo>
                  <a:pt x="553287" y="735005"/>
                </a:lnTo>
                <a:lnTo>
                  <a:pt x="554300" y="735005"/>
                </a:lnTo>
                <a:lnTo>
                  <a:pt x="561394" y="735005"/>
                </a:lnTo>
                <a:lnTo>
                  <a:pt x="561394" y="736086"/>
                </a:lnTo>
                <a:lnTo>
                  <a:pt x="561394" y="743652"/>
                </a:lnTo>
                <a:lnTo>
                  <a:pt x="566714" y="741659"/>
                </a:lnTo>
                <a:cubicBezTo>
                  <a:pt x="567474" y="741287"/>
                  <a:pt x="567474" y="741085"/>
                  <a:pt x="567474" y="740679"/>
                </a:cubicBezTo>
                <a:lnTo>
                  <a:pt x="567474" y="735005"/>
                </a:lnTo>
                <a:lnTo>
                  <a:pt x="605981" y="735005"/>
                </a:lnTo>
                <a:lnTo>
                  <a:pt x="605981" y="758784"/>
                </a:lnTo>
                <a:lnTo>
                  <a:pt x="608007" y="758784"/>
                </a:lnTo>
                <a:lnTo>
                  <a:pt x="622194" y="758784"/>
                </a:lnTo>
                <a:lnTo>
                  <a:pt x="622194" y="759865"/>
                </a:lnTo>
                <a:lnTo>
                  <a:pt x="622194" y="767431"/>
                </a:lnTo>
                <a:lnTo>
                  <a:pt x="623968" y="767431"/>
                </a:lnTo>
                <a:lnTo>
                  <a:pt x="636381" y="767431"/>
                </a:lnTo>
                <a:lnTo>
                  <a:pt x="636381" y="743652"/>
                </a:lnTo>
                <a:lnTo>
                  <a:pt x="637394" y="743652"/>
                </a:lnTo>
                <a:lnTo>
                  <a:pt x="644488" y="743652"/>
                </a:lnTo>
                <a:lnTo>
                  <a:pt x="644488" y="711225"/>
                </a:lnTo>
                <a:lnTo>
                  <a:pt x="645501" y="711225"/>
                </a:lnTo>
                <a:lnTo>
                  <a:pt x="652595" y="711225"/>
                </a:lnTo>
                <a:lnTo>
                  <a:pt x="652595" y="709334"/>
                </a:lnTo>
                <a:lnTo>
                  <a:pt x="652595" y="696093"/>
                </a:lnTo>
                <a:cubicBezTo>
                  <a:pt x="650568" y="696093"/>
                  <a:pt x="650568" y="696093"/>
                  <a:pt x="651328" y="694471"/>
                </a:cubicBezTo>
                <a:lnTo>
                  <a:pt x="656648" y="683122"/>
                </a:lnTo>
                <a:cubicBezTo>
                  <a:pt x="656653" y="683139"/>
                  <a:pt x="656848" y="683813"/>
                  <a:pt x="664755" y="711225"/>
                </a:cubicBezTo>
                <a:lnTo>
                  <a:pt x="665515" y="711225"/>
                </a:lnTo>
                <a:lnTo>
                  <a:pt x="670835" y="711225"/>
                </a:lnTo>
                <a:lnTo>
                  <a:pt x="670835" y="605298"/>
                </a:lnTo>
                <a:lnTo>
                  <a:pt x="672355" y="605298"/>
                </a:lnTo>
                <a:lnTo>
                  <a:pt x="682995" y="605298"/>
                </a:lnTo>
                <a:lnTo>
                  <a:pt x="682995" y="557739"/>
                </a:lnTo>
                <a:lnTo>
                  <a:pt x="709342" y="557739"/>
                </a:lnTo>
                <a:lnTo>
                  <a:pt x="709342" y="536121"/>
                </a:lnTo>
                <a:lnTo>
                  <a:pt x="743796" y="536121"/>
                </a:lnTo>
                <a:lnTo>
                  <a:pt x="743796" y="538553"/>
                </a:lnTo>
                <a:lnTo>
                  <a:pt x="743796" y="555577"/>
                </a:lnTo>
                <a:lnTo>
                  <a:pt x="746076" y="555577"/>
                </a:lnTo>
                <a:lnTo>
                  <a:pt x="762036" y="555577"/>
                </a:lnTo>
                <a:lnTo>
                  <a:pt x="762036" y="603136"/>
                </a:lnTo>
                <a:lnTo>
                  <a:pt x="763049" y="603136"/>
                </a:lnTo>
                <a:lnTo>
                  <a:pt x="770143" y="603136"/>
                </a:lnTo>
                <a:lnTo>
                  <a:pt x="784330" y="607460"/>
                </a:lnTo>
                <a:lnTo>
                  <a:pt x="784330" y="646372"/>
                </a:lnTo>
                <a:lnTo>
                  <a:pt x="785343" y="646372"/>
                </a:lnTo>
                <a:lnTo>
                  <a:pt x="792436" y="646372"/>
                </a:lnTo>
                <a:lnTo>
                  <a:pt x="792436" y="647993"/>
                </a:lnTo>
                <a:lnTo>
                  <a:pt x="792436" y="659342"/>
                </a:lnTo>
                <a:lnTo>
                  <a:pt x="794463" y="659342"/>
                </a:lnTo>
                <a:lnTo>
                  <a:pt x="808650" y="659342"/>
                </a:lnTo>
                <a:lnTo>
                  <a:pt x="814730" y="665828"/>
                </a:lnTo>
                <a:lnTo>
                  <a:pt x="814730" y="687446"/>
                </a:lnTo>
                <a:lnTo>
                  <a:pt x="817010" y="687446"/>
                </a:lnTo>
                <a:lnTo>
                  <a:pt x="832970" y="687446"/>
                </a:lnTo>
                <a:lnTo>
                  <a:pt x="832970" y="688526"/>
                </a:lnTo>
                <a:lnTo>
                  <a:pt x="832970" y="696093"/>
                </a:lnTo>
                <a:lnTo>
                  <a:pt x="834237" y="696093"/>
                </a:lnTo>
                <a:lnTo>
                  <a:pt x="843104" y="696093"/>
                </a:lnTo>
                <a:lnTo>
                  <a:pt x="843104" y="698254"/>
                </a:lnTo>
                <a:lnTo>
                  <a:pt x="843104" y="713387"/>
                </a:lnTo>
                <a:cubicBezTo>
                  <a:pt x="847157" y="713387"/>
                  <a:pt x="847157" y="713387"/>
                  <a:pt x="847157" y="711495"/>
                </a:cubicBezTo>
                <a:lnTo>
                  <a:pt x="847157" y="698254"/>
                </a:lnTo>
                <a:lnTo>
                  <a:pt x="848170" y="698254"/>
                </a:lnTo>
                <a:lnTo>
                  <a:pt x="855264" y="698254"/>
                </a:lnTo>
                <a:lnTo>
                  <a:pt x="855264" y="699876"/>
                </a:lnTo>
                <a:lnTo>
                  <a:pt x="855264" y="711225"/>
                </a:lnTo>
                <a:lnTo>
                  <a:pt x="856024" y="711225"/>
                </a:lnTo>
                <a:lnTo>
                  <a:pt x="861344" y="711225"/>
                </a:lnTo>
                <a:cubicBezTo>
                  <a:pt x="861344" y="706902"/>
                  <a:pt x="861344" y="706902"/>
                  <a:pt x="909984" y="706902"/>
                </a:cubicBezTo>
                <a:lnTo>
                  <a:pt x="909984" y="708253"/>
                </a:lnTo>
                <a:lnTo>
                  <a:pt x="909984" y="717710"/>
                </a:lnTo>
                <a:lnTo>
                  <a:pt x="910744" y="717710"/>
                </a:lnTo>
                <a:lnTo>
                  <a:pt x="916065" y="717710"/>
                </a:lnTo>
                <a:lnTo>
                  <a:pt x="916065" y="719872"/>
                </a:lnTo>
                <a:lnTo>
                  <a:pt x="916065" y="735005"/>
                </a:lnTo>
                <a:cubicBezTo>
                  <a:pt x="916073" y="735001"/>
                  <a:pt x="916189" y="734923"/>
                  <a:pt x="918091" y="733654"/>
                </a:cubicBezTo>
                <a:lnTo>
                  <a:pt x="932278" y="724196"/>
                </a:lnTo>
                <a:cubicBezTo>
                  <a:pt x="932280" y="724177"/>
                  <a:pt x="932411" y="723302"/>
                  <a:pt x="938358" y="683122"/>
                </a:cubicBezTo>
                <a:cubicBezTo>
                  <a:pt x="938367" y="683120"/>
                  <a:pt x="938436" y="683094"/>
                  <a:pt x="939118" y="682852"/>
                </a:cubicBezTo>
                <a:lnTo>
                  <a:pt x="944438" y="680960"/>
                </a:lnTo>
                <a:cubicBezTo>
                  <a:pt x="944438" y="680944"/>
                  <a:pt x="944471" y="679883"/>
                  <a:pt x="946465" y="611783"/>
                </a:cubicBezTo>
                <a:cubicBezTo>
                  <a:pt x="946465" y="611801"/>
                  <a:pt x="946498" y="612892"/>
                  <a:pt x="948492" y="680960"/>
                </a:cubicBezTo>
                <a:cubicBezTo>
                  <a:pt x="948501" y="680963"/>
                  <a:pt x="948572" y="680988"/>
                  <a:pt x="949252" y="681230"/>
                </a:cubicBezTo>
                <a:lnTo>
                  <a:pt x="954572" y="683122"/>
                </a:lnTo>
                <a:lnTo>
                  <a:pt x="954572" y="596651"/>
                </a:lnTo>
                <a:cubicBezTo>
                  <a:pt x="958625" y="596651"/>
                  <a:pt x="958625" y="596651"/>
                  <a:pt x="958625" y="564224"/>
                </a:cubicBezTo>
                <a:lnTo>
                  <a:pt x="997132" y="564224"/>
                </a:lnTo>
                <a:lnTo>
                  <a:pt x="997132" y="596651"/>
                </a:lnTo>
                <a:lnTo>
                  <a:pt x="997892" y="596651"/>
                </a:lnTo>
                <a:lnTo>
                  <a:pt x="1003212" y="596651"/>
                </a:lnTo>
                <a:lnTo>
                  <a:pt x="1003212" y="514503"/>
                </a:lnTo>
                <a:lnTo>
                  <a:pt x="1004986" y="514503"/>
                </a:lnTo>
                <a:lnTo>
                  <a:pt x="1017399" y="514503"/>
                </a:lnTo>
                <a:lnTo>
                  <a:pt x="1017399" y="512612"/>
                </a:lnTo>
                <a:lnTo>
                  <a:pt x="1017399" y="499371"/>
                </a:lnTo>
                <a:lnTo>
                  <a:pt x="1039693" y="499371"/>
                </a:lnTo>
                <a:lnTo>
                  <a:pt x="1039693" y="498290"/>
                </a:lnTo>
                <a:lnTo>
                  <a:pt x="1039693" y="490724"/>
                </a:lnTo>
                <a:lnTo>
                  <a:pt x="1041466" y="490724"/>
                </a:lnTo>
                <a:lnTo>
                  <a:pt x="1053880" y="490724"/>
                </a:lnTo>
                <a:lnTo>
                  <a:pt x="1053880" y="491805"/>
                </a:lnTo>
                <a:lnTo>
                  <a:pt x="1053880" y="499371"/>
                </a:lnTo>
                <a:lnTo>
                  <a:pt x="1054640" y="499371"/>
                </a:lnTo>
                <a:lnTo>
                  <a:pt x="1059960" y="499371"/>
                </a:lnTo>
                <a:lnTo>
                  <a:pt x="1070093" y="495047"/>
                </a:lnTo>
                <a:lnTo>
                  <a:pt x="1074146" y="498290"/>
                </a:lnTo>
                <a:lnTo>
                  <a:pt x="1074146" y="490724"/>
                </a:lnTo>
                <a:lnTo>
                  <a:pt x="1076426" y="490724"/>
                </a:lnTo>
                <a:lnTo>
                  <a:pt x="1092387" y="490724"/>
                </a:lnTo>
                <a:lnTo>
                  <a:pt x="1092387" y="491805"/>
                </a:lnTo>
                <a:lnTo>
                  <a:pt x="1092387" y="499371"/>
                </a:lnTo>
                <a:lnTo>
                  <a:pt x="1122787" y="499371"/>
                </a:lnTo>
                <a:lnTo>
                  <a:pt x="1122787" y="500992"/>
                </a:lnTo>
                <a:lnTo>
                  <a:pt x="1122787" y="512342"/>
                </a:lnTo>
                <a:lnTo>
                  <a:pt x="1149134" y="512342"/>
                </a:lnTo>
                <a:lnTo>
                  <a:pt x="1149134" y="542606"/>
                </a:lnTo>
                <a:lnTo>
                  <a:pt x="1149894" y="542606"/>
                </a:lnTo>
                <a:lnTo>
                  <a:pt x="1155214" y="542606"/>
                </a:lnTo>
                <a:lnTo>
                  <a:pt x="1155214" y="543687"/>
                </a:lnTo>
                <a:lnTo>
                  <a:pt x="1155214" y="551254"/>
                </a:lnTo>
                <a:cubicBezTo>
                  <a:pt x="1159268" y="551254"/>
                  <a:pt x="1159268" y="551254"/>
                  <a:pt x="1159268" y="581518"/>
                </a:cubicBezTo>
                <a:lnTo>
                  <a:pt x="1160028" y="581518"/>
                </a:lnTo>
                <a:lnTo>
                  <a:pt x="1165348" y="581518"/>
                </a:lnTo>
                <a:lnTo>
                  <a:pt x="1165348" y="582329"/>
                </a:lnTo>
                <a:lnTo>
                  <a:pt x="1165348" y="588004"/>
                </a:lnTo>
                <a:lnTo>
                  <a:pt x="1166361" y="588004"/>
                </a:lnTo>
                <a:lnTo>
                  <a:pt x="1173454" y="588004"/>
                </a:lnTo>
                <a:lnTo>
                  <a:pt x="1173454" y="618269"/>
                </a:lnTo>
                <a:lnTo>
                  <a:pt x="1175481" y="618269"/>
                </a:lnTo>
                <a:lnTo>
                  <a:pt x="1189668" y="618269"/>
                </a:lnTo>
                <a:lnTo>
                  <a:pt x="1189668" y="642048"/>
                </a:lnTo>
                <a:cubicBezTo>
                  <a:pt x="1191695" y="642048"/>
                  <a:pt x="1191695" y="642048"/>
                  <a:pt x="1191695" y="643669"/>
                </a:cubicBezTo>
                <a:lnTo>
                  <a:pt x="1191695" y="655019"/>
                </a:lnTo>
                <a:lnTo>
                  <a:pt x="1192455" y="655019"/>
                </a:lnTo>
                <a:lnTo>
                  <a:pt x="1197775" y="655019"/>
                </a:lnTo>
                <a:lnTo>
                  <a:pt x="1197775" y="678798"/>
                </a:lnTo>
                <a:lnTo>
                  <a:pt x="1199041" y="678798"/>
                </a:lnTo>
                <a:lnTo>
                  <a:pt x="1207908" y="678798"/>
                </a:lnTo>
                <a:cubicBezTo>
                  <a:pt x="1209935" y="680960"/>
                  <a:pt x="1209935" y="680960"/>
                  <a:pt x="1209935" y="682852"/>
                </a:cubicBezTo>
                <a:lnTo>
                  <a:pt x="1209935" y="696093"/>
                </a:lnTo>
                <a:cubicBezTo>
                  <a:pt x="1209940" y="696086"/>
                  <a:pt x="1210027" y="695979"/>
                  <a:pt x="1211455" y="694201"/>
                </a:cubicBezTo>
                <a:lnTo>
                  <a:pt x="1222095" y="680960"/>
                </a:lnTo>
                <a:lnTo>
                  <a:pt x="1250469" y="680960"/>
                </a:lnTo>
                <a:lnTo>
                  <a:pt x="1250469" y="767431"/>
                </a:lnTo>
                <a:lnTo>
                  <a:pt x="1251229" y="767431"/>
                </a:lnTo>
                <a:lnTo>
                  <a:pt x="1256549" y="767431"/>
                </a:lnTo>
                <a:cubicBezTo>
                  <a:pt x="1256553" y="767423"/>
                  <a:pt x="1256612" y="767323"/>
                  <a:pt x="1257309" y="766080"/>
                </a:cubicBezTo>
                <a:lnTo>
                  <a:pt x="1262629" y="756622"/>
                </a:lnTo>
                <a:lnTo>
                  <a:pt x="1262629" y="758514"/>
                </a:lnTo>
                <a:lnTo>
                  <a:pt x="1262629" y="771755"/>
                </a:lnTo>
                <a:cubicBezTo>
                  <a:pt x="1266682" y="771755"/>
                  <a:pt x="1266682" y="771755"/>
                  <a:pt x="1266682" y="726358"/>
                </a:cubicBezTo>
                <a:lnTo>
                  <a:pt x="1267442" y="726358"/>
                </a:lnTo>
                <a:lnTo>
                  <a:pt x="1272762" y="726358"/>
                </a:lnTo>
                <a:lnTo>
                  <a:pt x="1272762" y="661504"/>
                </a:lnTo>
                <a:lnTo>
                  <a:pt x="1273776" y="661504"/>
                </a:lnTo>
                <a:lnTo>
                  <a:pt x="1280869" y="661504"/>
                </a:lnTo>
                <a:cubicBezTo>
                  <a:pt x="1280875" y="661483"/>
                  <a:pt x="1281139" y="660543"/>
                  <a:pt x="1293029" y="618269"/>
                </a:cubicBezTo>
                <a:lnTo>
                  <a:pt x="1294296" y="618269"/>
                </a:lnTo>
                <a:lnTo>
                  <a:pt x="1303163" y="618269"/>
                </a:lnTo>
                <a:cubicBezTo>
                  <a:pt x="1303168" y="618292"/>
                  <a:pt x="1303394" y="619258"/>
                  <a:pt x="1313296" y="661504"/>
                </a:cubicBezTo>
                <a:lnTo>
                  <a:pt x="1314309" y="661504"/>
                </a:lnTo>
                <a:lnTo>
                  <a:pt x="1321403" y="661504"/>
                </a:lnTo>
                <a:lnTo>
                  <a:pt x="1321403" y="700416"/>
                </a:lnTo>
                <a:lnTo>
                  <a:pt x="1323176" y="700416"/>
                </a:lnTo>
                <a:lnTo>
                  <a:pt x="1335590" y="700416"/>
                </a:lnTo>
                <a:lnTo>
                  <a:pt x="1335590" y="702578"/>
                </a:lnTo>
                <a:lnTo>
                  <a:pt x="1335590" y="717710"/>
                </a:lnTo>
                <a:cubicBezTo>
                  <a:pt x="1339643" y="717710"/>
                  <a:pt x="1339643" y="717710"/>
                  <a:pt x="1339643" y="715549"/>
                </a:cubicBezTo>
                <a:lnTo>
                  <a:pt x="1339643" y="700416"/>
                </a:lnTo>
                <a:lnTo>
                  <a:pt x="1341163" y="700416"/>
                </a:lnTo>
                <a:lnTo>
                  <a:pt x="1351803" y="700416"/>
                </a:lnTo>
                <a:lnTo>
                  <a:pt x="1351803" y="702037"/>
                </a:lnTo>
                <a:lnTo>
                  <a:pt x="1351803" y="713387"/>
                </a:lnTo>
                <a:lnTo>
                  <a:pt x="1382204" y="713387"/>
                </a:lnTo>
                <a:lnTo>
                  <a:pt x="1382204" y="676637"/>
                </a:lnTo>
                <a:lnTo>
                  <a:pt x="1383470" y="676637"/>
                </a:lnTo>
                <a:lnTo>
                  <a:pt x="1392337" y="676637"/>
                </a:lnTo>
                <a:lnTo>
                  <a:pt x="1392337" y="698254"/>
                </a:lnTo>
                <a:cubicBezTo>
                  <a:pt x="1394364" y="698254"/>
                  <a:pt x="1394364" y="698254"/>
                  <a:pt x="1394364" y="665828"/>
                </a:cubicBezTo>
                <a:lnTo>
                  <a:pt x="1416657" y="665828"/>
                </a:lnTo>
                <a:lnTo>
                  <a:pt x="1416657" y="664206"/>
                </a:lnTo>
                <a:lnTo>
                  <a:pt x="1416657" y="652857"/>
                </a:lnTo>
                <a:lnTo>
                  <a:pt x="1417417" y="652857"/>
                </a:lnTo>
                <a:lnTo>
                  <a:pt x="1422737" y="652857"/>
                </a:lnTo>
                <a:lnTo>
                  <a:pt x="1422737" y="650966"/>
                </a:lnTo>
                <a:lnTo>
                  <a:pt x="1422737" y="637725"/>
                </a:lnTo>
                <a:lnTo>
                  <a:pt x="1426791" y="644210"/>
                </a:lnTo>
                <a:lnTo>
                  <a:pt x="1429071" y="644210"/>
                </a:lnTo>
                <a:lnTo>
                  <a:pt x="1445031" y="644210"/>
                </a:lnTo>
                <a:lnTo>
                  <a:pt x="1445031" y="643399"/>
                </a:lnTo>
                <a:lnTo>
                  <a:pt x="1445031" y="637725"/>
                </a:lnTo>
                <a:lnTo>
                  <a:pt x="1445791" y="637725"/>
                </a:lnTo>
                <a:lnTo>
                  <a:pt x="1451111" y="637725"/>
                </a:lnTo>
                <a:lnTo>
                  <a:pt x="1451111" y="639076"/>
                </a:lnTo>
                <a:lnTo>
                  <a:pt x="1451111" y="648534"/>
                </a:lnTo>
                <a:lnTo>
                  <a:pt x="1489618" y="648534"/>
                </a:lnTo>
                <a:lnTo>
                  <a:pt x="1489618" y="786887"/>
                </a:lnTo>
                <a:lnTo>
                  <a:pt x="1491138" y="786887"/>
                </a:lnTo>
                <a:lnTo>
                  <a:pt x="1501778" y="786887"/>
                </a:lnTo>
                <a:lnTo>
                  <a:pt x="1501778" y="773917"/>
                </a:lnTo>
                <a:lnTo>
                  <a:pt x="1505832" y="773917"/>
                </a:lnTo>
                <a:lnTo>
                  <a:pt x="1505832" y="786887"/>
                </a:lnTo>
                <a:lnTo>
                  <a:pt x="1536232" y="786887"/>
                </a:lnTo>
                <a:lnTo>
                  <a:pt x="1536232" y="756622"/>
                </a:lnTo>
                <a:lnTo>
                  <a:pt x="1548392" y="756622"/>
                </a:lnTo>
                <a:lnTo>
                  <a:pt x="1560552" y="754461"/>
                </a:lnTo>
                <a:cubicBezTo>
                  <a:pt x="1562579" y="754461"/>
                  <a:pt x="1562579" y="756622"/>
                  <a:pt x="1564606" y="756622"/>
                </a:cubicBezTo>
                <a:lnTo>
                  <a:pt x="1574739" y="756622"/>
                </a:lnTo>
                <a:lnTo>
                  <a:pt x="1574739" y="786887"/>
                </a:lnTo>
                <a:lnTo>
                  <a:pt x="1582846" y="786887"/>
                </a:lnTo>
                <a:lnTo>
                  <a:pt x="1582846" y="804182"/>
                </a:lnTo>
                <a:lnTo>
                  <a:pt x="1592182" y="805087"/>
                </a:lnTo>
                <a:lnTo>
                  <a:pt x="1605140" y="805087"/>
                </a:lnTo>
                <a:lnTo>
                  <a:pt x="1605140" y="789049"/>
                </a:lnTo>
                <a:lnTo>
                  <a:pt x="1673096" y="789049"/>
                </a:lnTo>
                <a:lnTo>
                  <a:pt x="1673096" y="703796"/>
                </a:lnTo>
                <a:lnTo>
                  <a:pt x="1745104" y="703796"/>
                </a:lnTo>
                <a:lnTo>
                  <a:pt x="1745104" y="782564"/>
                </a:lnTo>
                <a:lnTo>
                  <a:pt x="1747008" y="782564"/>
                </a:lnTo>
                <a:lnTo>
                  <a:pt x="1748250" y="805087"/>
                </a:lnTo>
                <a:lnTo>
                  <a:pt x="1757926" y="805087"/>
                </a:lnTo>
                <a:cubicBezTo>
                  <a:pt x="1758462" y="797873"/>
                  <a:pt x="1759168" y="790219"/>
                  <a:pt x="1759168" y="782564"/>
                </a:cubicBezTo>
                <a:lnTo>
                  <a:pt x="1765248" y="782564"/>
                </a:lnTo>
                <a:lnTo>
                  <a:pt x="1766490" y="805087"/>
                </a:lnTo>
                <a:lnTo>
                  <a:pt x="1817112" y="805087"/>
                </a:lnTo>
                <a:lnTo>
                  <a:pt x="1817112" y="642059"/>
                </a:lnTo>
                <a:lnTo>
                  <a:pt x="2014439" y="642059"/>
                </a:lnTo>
                <a:lnTo>
                  <a:pt x="2014439" y="805087"/>
                </a:lnTo>
                <a:lnTo>
                  <a:pt x="2033136" y="805087"/>
                </a:lnTo>
                <a:lnTo>
                  <a:pt x="2033136" y="722394"/>
                </a:lnTo>
                <a:lnTo>
                  <a:pt x="2128256" y="722394"/>
                </a:lnTo>
                <a:cubicBezTo>
                  <a:pt x="2132331" y="616373"/>
                  <a:pt x="2135709" y="510899"/>
                  <a:pt x="2140186" y="404253"/>
                </a:cubicBezTo>
                <a:cubicBezTo>
                  <a:pt x="2130053" y="404253"/>
                  <a:pt x="2105733" y="391282"/>
                  <a:pt x="2128026" y="382635"/>
                </a:cubicBezTo>
                <a:cubicBezTo>
                  <a:pt x="2125999" y="380473"/>
                  <a:pt x="2123973" y="378311"/>
                  <a:pt x="2121946" y="378311"/>
                </a:cubicBezTo>
                <a:cubicBezTo>
                  <a:pt x="2121946" y="365341"/>
                  <a:pt x="2119919" y="363179"/>
                  <a:pt x="2130053" y="354532"/>
                </a:cubicBezTo>
                <a:lnTo>
                  <a:pt x="2130053" y="337238"/>
                </a:lnTo>
                <a:lnTo>
                  <a:pt x="2144240" y="337238"/>
                </a:lnTo>
                <a:lnTo>
                  <a:pt x="2144240" y="315620"/>
                </a:lnTo>
                <a:cubicBezTo>
                  <a:pt x="2144240" y="313458"/>
                  <a:pt x="2146266" y="313458"/>
                  <a:pt x="2146266" y="311296"/>
                </a:cubicBezTo>
                <a:lnTo>
                  <a:pt x="2146266" y="233472"/>
                </a:lnTo>
                <a:cubicBezTo>
                  <a:pt x="2146266" y="231310"/>
                  <a:pt x="2144240" y="229149"/>
                  <a:pt x="2144240" y="226987"/>
                </a:cubicBezTo>
                <a:lnTo>
                  <a:pt x="2150320" y="220501"/>
                </a:lnTo>
                <a:lnTo>
                  <a:pt x="2150320" y="162133"/>
                </a:lnTo>
                <a:cubicBezTo>
                  <a:pt x="2150320" y="159972"/>
                  <a:pt x="2150320" y="159972"/>
                  <a:pt x="2152346" y="157810"/>
                </a:cubicBezTo>
                <a:lnTo>
                  <a:pt x="2152346" y="101604"/>
                </a:lnTo>
                <a:cubicBezTo>
                  <a:pt x="2154373" y="92957"/>
                  <a:pt x="2154373" y="88633"/>
                  <a:pt x="2154373" y="82148"/>
                </a:cubicBezTo>
                <a:cubicBezTo>
                  <a:pt x="2158427" y="88633"/>
                  <a:pt x="2158427" y="92957"/>
                  <a:pt x="2158427" y="99442"/>
                </a:cubicBezTo>
                <a:cubicBezTo>
                  <a:pt x="2160453" y="121060"/>
                  <a:pt x="2160453" y="140516"/>
                  <a:pt x="2160453" y="157810"/>
                </a:cubicBezTo>
                <a:cubicBezTo>
                  <a:pt x="2162480" y="181589"/>
                  <a:pt x="2162480" y="201045"/>
                  <a:pt x="2162480" y="220501"/>
                </a:cubicBezTo>
                <a:lnTo>
                  <a:pt x="2168560" y="226987"/>
                </a:lnTo>
                <a:cubicBezTo>
                  <a:pt x="2168560" y="229149"/>
                  <a:pt x="2166533" y="231310"/>
                  <a:pt x="2166533" y="233472"/>
                </a:cubicBezTo>
                <a:lnTo>
                  <a:pt x="2166533" y="311296"/>
                </a:lnTo>
                <a:cubicBezTo>
                  <a:pt x="2166533" y="313458"/>
                  <a:pt x="2168560" y="313458"/>
                  <a:pt x="2168560" y="315620"/>
                </a:cubicBezTo>
                <a:lnTo>
                  <a:pt x="2168560" y="337238"/>
                </a:lnTo>
                <a:lnTo>
                  <a:pt x="2182747" y="337238"/>
                </a:lnTo>
                <a:lnTo>
                  <a:pt x="2182747" y="354532"/>
                </a:lnTo>
                <a:cubicBezTo>
                  <a:pt x="2190854" y="363179"/>
                  <a:pt x="2190854" y="363179"/>
                  <a:pt x="2190854" y="378311"/>
                </a:cubicBezTo>
                <a:cubicBezTo>
                  <a:pt x="2188827" y="378311"/>
                  <a:pt x="2186800" y="380473"/>
                  <a:pt x="2184774" y="382635"/>
                </a:cubicBezTo>
                <a:cubicBezTo>
                  <a:pt x="2205040" y="393444"/>
                  <a:pt x="2180720" y="402091"/>
                  <a:pt x="2172613" y="404253"/>
                </a:cubicBezTo>
                <a:cubicBezTo>
                  <a:pt x="2174640" y="488562"/>
                  <a:pt x="2178693" y="572871"/>
                  <a:pt x="2180720" y="657181"/>
                </a:cubicBezTo>
                <a:lnTo>
                  <a:pt x="2245574" y="657181"/>
                </a:lnTo>
                <a:lnTo>
                  <a:pt x="2245574" y="732843"/>
                </a:lnTo>
                <a:lnTo>
                  <a:pt x="2253681" y="732843"/>
                </a:lnTo>
                <a:cubicBezTo>
                  <a:pt x="2253681" y="730681"/>
                  <a:pt x="2255708" y="728519"/>
                  <a:pt x="2255708" y="726358"/>
                </a:cubicBezTo>
                <a:lnTo>
                  <a:pt x="2261788" y="726358"/>
                </a:lnTo>
                <a:cubicBezTo>
                  <a:pt x="2261788" y="728519"/>
                  <a:pt x="2261788" y="730681"/>
                  <a:pt x="2263815" y="735005"/>
                </a:cubicBezTo>
                <a:lnTo>
                  <a:pt x="2275975" y="735005"/>
                </a:lnTo>
                <a:lnTo>
                  <a:pt x="2275975" y="728519"/>
                </a:lnTo>
                <a:lnTo>
                  <a:pt x="2298268" y="728519"/>
                </a:lnTo>
                <a:lnTo>
                  <a:pt x="2298268" y="735005"/>
                </a:lnTo>
                <a:lnTo>
                  <a:pt x="2318535" y="735005"/>
                </a:lnTo>
                <a:lnTo>
                  <a:pt x="2318535" y="780402"/>
                </a:lnTo>
                <a:lnTo>
                  <a:pt x="2332722" y="780402"/>
                </a:lnTo>
                <a:lnTo>
                  <a:pt x="2332722" y="767431"/>
                </a:lnTo>
                <a:lnTo>
                  <a:pt x="2348936" y="767431"/>
                </a:lnTo>
                <a:lnTo>
                  <a:pt x="2348936" y="588004"/>
                </a:lnTo>
                <a:lnTo>
                  <a:pt x="2355016" y="581518"/>
                </a:lnTo>
                <a:lnTo>
                  <a:pt x="2427977" y="581518"/>
                </a:lnTo>
                <a:lnTo>
                  <a:pt x="2427977" y="590166"/>
                </a:lnTo>
                <a:lnTo>
                  <a:pt x="2438110" y="590166"/>
                </a:lnTo>
                <a:lnTo>
                  <a:pt x="2438110" y="704740"/>
                </a:lnTo>
                <a:lnTo>
                  <a:pt x="2460404" y="704740"/>
                </a:lnTo>
                <a:lnTo>
                  <a:pt x="2460404" y="637725"/>
                </a:lnTo>
                <a:lnTo>
                  <a:pt x="2486751" y="637725"/>
                </a:lnTo>
                <a:cubicBezTo>
                  <a:pt x="2488777" y="637725"/>
                  <a:pt x="2488777" y="635563"/>
                  <a:pt x="2490804" y="633401"/>
                </a:cubicBezTo>
                <a:lnTo>
                  <a:pt x="2498911" y="633401"/>
                </a:lnTo>
                <a:cubicBezTo>
                  <a:pt x="2500937" y="635563"/>
                  <a:pt x="2500937" y="637725"/>
                  <a:pt x="2502964" y="637725"/>
                </a:cubicBezTo>
                <a:lnTo>
                  <a:pt x="2525258" y="637725"/>
                </a:lnTo>
                <a:lnTo>
                  <a:pt x="2525258" y="520989"/>
                </a:lnTo>
                <a:cubicBezTo>
                  <a:pt x="2525272" y="520986"/>
                  <a:pt x="2526139" y="520822"/>
                  <a:pt x="2582005" y="510180"/>
                </a:cubicBezTo>
                <a:lnTo>
                  <a:pt x="2582005" y="511261"/>
                </a:lnTo>
                <a:lnTo>
                  <a:pt x="2582005" y="518827"/>
                </a:lnTo>
                <a:lnTo>
                  <a:pt x="2608352" y="518827"/>
                </a:lnTo>
                <a:lnTo>
                  <a:pt x="2608352" y="773917"/>
                </a:lnTo>
                <a:lnTo>
                  <a:pt x="2630646" y="773917"/>
                </a:lnTo>
                <a:lnTo>
                  <a:pt x="2630646" y="769593"/>
                </a:lnTo>
                <a:lnTo>
                  <a:pt x="2642806" y="769593"/>
                </a:lnTo>
                <a:lnTo>
                  <a:pt x="2642806" y="773917"/>
                </a:lnTo>
                <a:lnTo>
                  <a:pt x="2667126" y="773917"/>
                </a:lnTo>
                <a:lnTo>
                  <a:pt x="2667126" y="760946"/>
                </a:lnTo>
                <a:lnTo>
                  <a:pt x="2695500" y="760946"/>
                </a:lnTo>
                <a:cubicBezTo>
                  <a:pt x="2699553" y="756622"/>
                  <a:pt x="2703607" y="756622"/>
                  <a:pt x="2707660" y="756622"/>
                </a:cubicBezTo>
                <a:cubicBezTo>
                  <a:pt x="2713740" y="760946"/>
                  <a:pt x="2721847" y="760946"/>
                  <a:pt x="2727927" y="760946"/>
                </a:cubicBezTo>
                <a:lnTo>
                  <a:pt x="2727927" y="743652"/>
                </a:lnTo>
                <a:lnTo>
                  <a:pt x="2736034" y="743652"/>
                </a:lnTo>
                <a:lnTo>
                  <a:pt x="2736034" y="730681"/>
                </a:lnTo>
                <a:lnTo>
                  <a:pt x="2792781" y="730681"/>
                </a:lnTo>
                <a:lnTo>
                  <a:pt x="2792781" y="700416"/>
                </a:lnTo>
                <a:lnTo>
                  <a:pt x="2811021" y="700416"/>
                </a:lnTo>
                <a:lnTo>
                  <a:pt x="2811021" y="693931"/>
                </a:lnTo>
                <a:lnTo>
                  <a:pt x="2823181" y="693931"/>
                </a:lnTo>
                <a:lnTo>
                  <a:pt x="2823181" y="700416"/>
                </a:lnTo>
                <a:lnTo>
                  <a:pt x="2839395" y="700416"/>
                </a:lnTo>
                <a:lnTo>
                  <a:pt x="2839395" y="750137"/>
                </a:lnTo>
                <a:lnTo>
                  <a:pt x="2871822" y="750137"/>
                </a:lnTo>
                <a:lnTo>
                  <a:pt x="2871822" y="724196"/>
                </a:lnTo>
                <a:lnTo>
                  <a:pt x="2910329" y="724196"/>
                </a:lnTo>
                <a:lnTo>
                  <a:pt x="2910329" y="693931"/>
                </a:lnTo>
                <a:lnTo>
                  <a:pt x="2958970" y="693931"/>
                </a:lnTo>
                <a:lnTo>
                  <a:pt x="2958970" y="805087"/>
                </a:lnTo>
                <a:lnTo>
                  <a:pt x="2958970" y="818866"/>
                </a:lnTo>
                <a:lnTo>
                  <a:pt x="2968113" y="818866"/>
                </a:lnTo>
                <a:lnTo>
                  <a:pt x="2968113" y="762555"/>
                </a:lnTo>
                <a:lnTo>
                  <a:pt x="2971450" y="756622"/>
                </a:lnTo>
                <a:lnTo>
                  <a:pt x="2971450" y="758514"/>
                </a:lnTo>
                <a:lnTo>
                  <a:pt x="2971450" y="771755"/>
                </a:lnTo>
                <a:cubicBezTo>
                  <a:pt x="2975503" y="771755"/>
                  <a:pt x="2975503" y="771755"/>
                  <a:pt x="2975503" y="726358"/>
                </a:cubicBezTo>
                <a:lnTo>
                  <a:pt x="2976263" y="726358"/>
                </a:lnTo>
                <a:lnTo>
                  <a:pt x="2981583" y="726358"/>
                </a:lnTo>
                <a:lnTo>
                  <a:pt x="2981583" y="661504"/>
                </a:lnTo>
                <a:lnTo>
                  <a:pt x="2982597" y="661504"/>
                </a:lnTo>
                <a:lnTo>
                  <a:pt x="2989690" y="661504"/>
                </a:lnTo>
                <a:cubicBezTo>
                  <a:pt x="2989696" y="661483"/>
                  <a:pt x="2989960" y="660543"/>
                  <a:pt x="3001850" y="618269"/>
                </a:cubicBezTo>
                <a:lnTo>
                  <a:pt x="3003117" y="618269"/>
                </a:lnTo>
                <a:lnTo>
                  <a:pt x="3011984" y="618269"/>
                </a:lnTo>
                <a:cubicBezTo>
                  <a:pt x="3011989" y="618292"/>
                  <a:pt x="3012215" y="619258"/>
                  <a:pt x="3022117" y="661504"/>
                </a:cubicBezTo>
                <a:lnTo>
                  <a:pt x="3023130" y="661504"/>
                </a:lnTo>
                <a:lnTo>
                  <a:pt x="3030224" y="661504"/>
                </a:lnTo>
                <a:lnTo>
                  <a:pt x="3030224" y="700416"/>
                </a:lnTo>
                <a:lnTo>
                  <a:pt x="3031997" y="700416"/>
                </a:lnTo>
                <a:lnTo>
                  <a:pt x="3044411" y="700416"/>
                </a:lnTo>
                <a:lnTo>
                  <a:pt x="3044411" y="702578"/>
                </a:lnTo>
                <a:lnTo>
                  <a:pt x="3044411" y="717710"/>
                </a:lnTo>
                <a:cubicBezTo>
                  <a:pt x="3048464" y="717710"/>
                  <a:pt x="3048464" y="717710"/>
                  <a:pt x="3048464" y="715549"/>
                </a:cubicBezTo>
                <a:lnTo>
                  <a:pt x="3048464" y="700416"/>
                </a:lnTo>
                <a:lnTo>
                  <a:pt x="3049984" y="700416"/>
                </a:lnTo>
                <a:lnTo>
                  <a:pt x="3060624" y="700416"/>
                </a:lnTo>
                <a:lnTo>
                  <a:pt x="3060624" y="702037"/>
                </a:lnTo>
                <a:lnTo>
                  <a:pt x="3060624" y="713387"/>
                </a:lnTo>
                <a:lnTo>
                  <a:pt x="3091025" y="713387"/>
                </a:lnTo>
                <a:lnTo>
                  <a:pt x="3091025" y="676637"/>
                </a:lnTo>
                <a:lnTo>
                  <a:pt x="3092291" y="676637"/>
                </a:lnTo>
                <a:lnTo>
                  <a:pt x="3101158" y="676637"/>
                </a:lnTo>
                <a:lnTo>
                  <a:pt x="3101158" y="698254"/>
                </a:lnTo>
                <a:cubicBezTo>
                  <a:pt x="3103185" y="698254"/>
                  <a:pt x="3103185" y="698254"/>
                  <a:pt x="3103185" y="665828"/>
                </a:cubicBezTo>
                <a:lnTo>
                  <a:pt x="3125478" y="665828"/>
                </a:lnTo>
                <a:lnTo>
                  <a:pt x="3125478" y="664206"/>
                </a:lnTo>
                <a:lnTo>
                  <a:pt x="3125478" y="652857"/>
                </a:lnTo>
                <a:lnTo>
                  <a:pt x="3126238" y="652857"/>
                </a:lnTo>
                <a:lnTo>
                  <a:pt x="3131558" y="652857"/>
                </a:lnTo>
                <a:lnTo>
                  <a:pt x="3131558" y="650966"/>
                </a:lnTo>
                <a:lnTo>
                  <a:pt x="3131558" y="637725"/>
                </a:lnTo>
                <a:lnTo>
                  <a:pt x="3135612" y="644210"/>
                </a:lnTo>
                <a:lnTo>
                  <a:pt x="3137892" y="644210"/>
                </a:lnTo>
                <a:lnTo>
                  <a:pt x="3153852" y="644210"/>
                </a:lnTo>
                <a:lnTo>
                  <a:pt x="3153852" y="643399"/>
                </a:lnTo>
                <a:lnTo>
                  <a:pt x="3153852" y="637725"/>
                </a:lnTo>
                <a:lnTo>
                  <a:pt x="3154612" y="637725"/>
                </a:lnTo>
                <a:lnTo>
                  <a:pt x="3159932" y="637725"/>
                </a:lnTo>
                <a:lnTo>
                  <a:pt x="3159932" y="639076"/>
                </a:lnTo>
                <a:lnTo>
                  <a:pt x="3159932" y="648534"/>
                </a:lnTo>
                <a:lnTo>
                  <a:pt x="3195788" y="648534"/>
                </a:lnTo>
                <a:lnTo>
                  <a:pt x="3195788" y="1159457"/>
                </a:lnTo>
                <a:lnTo>
                  <a:pt x="3031533" y="1159331"/>
                </a:lnTo>
                <a:lnTo>
                  <a:pt x="3031520" y="1160647"/>
                </a:lnTo>
                <a:lnTo>
                  <a:pt x="2054" y="1158314"/>
                </a:lnTo>
                <a:cubicBezTo>
                  <a:pt x="1369" y="1010750"/>
                  <a:pt x="685" y="871760"/>
                  <a:pt x="0" y="724196"/>
                </a:cubicBezTo>
                <a:lnTo>
                  <a:pt x="20267" y="724196"/>
                </a:lnTo>
                <a:cubicBezTo>
                  <a:pt x="20271" y="724190"/>
                  <a:pt x="20308" y="724108"/>
                  <a:pt x="20774" y="723115"/>
                </a:cubicBezTo>
                <a:lnTo>
                  <a:pt x="24320" y="715549"/>
                </a:lnTo>
                <a:cubicBezTo>
                  <a:pt x="24329" y="715550"/>
                  <a:pt x="24442" y="715568"/>
                  <a:pt x="26094" y="715819"/>
                </a:cubicBezTo>
                <a:lnTo>
                  <a:pt x="38507" y="717710"/>
                </a:lnTo>
                <a:cubicBezTo>
                  <a:pt x="38510" y="717720"/>
                  <a:pt x="38548" y="717821"/>
                  <a:pt x="39014" y="719062"/>
                </a:cubicBezTo>
                <a:lnTo>
                  <a:pt x="42560" y="728519"/>
                </a:lnTo>
                <a:cubicBezTo>
                  <a:pt x="42574" y="728520"/>
                  <a:pt x="43170" y="728570"/>
                  <a:pt x="68907" y="730681"/>
                </a:cubicBezTo>
                <a:lnTo>
                  <a:pt x="68907" y="607460"/>
                </a:lnTo>
                <a:lnTo>
                  <a:pt x="70934" y="607460"/>
                </a:lnTo>
                <a:lnTo>
                  <a:pt x="85121" y="607460"/>
                </a:lnTo>
                <a:lnTo>
                  <a:pt x="85121" y="471268"/>
                </a:lnTo>
                <a:lnTo>
                  <a:pt x="86894" y="471268"/>
                </a:lnTo>
                <a:lnTo>
                  <a:pt x="99308" y="471268"/>
                </a:lnTo>
                <a:lnTo>
                  <a:pt x="99308" y="356694"/>
                </a:lnTo>
                <a:cubicBezTo>
                  <a:pt x="103361" y="354532"/>
                  <a:pt x="103361" y="354532"/>
                  <a:pt x="103361" y="328590"/>
                </a:cubicBezTo>
                <a:lnTo>
                  <a:pt x="105388" y="328590"/>
                </a:lnTo>
                <a:lnTo>
                  <a:pt x="119575" y="328590"/>
                </a:lnTo>
                <a:cubicBezTo>
                  <a:pt x="119586" y="328567"/>
                  <a:pt x="120192" y="327200"/>
                  <a:pt x="156055" y="246443"/>
                </a:cubicBezTo>
                <a:cubicBezTo>
                  <a:pt x="156055" y="246429"/>
                  <a:pt x="156089" y="244478"/>
                  <a:pt x="160109" y="0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70DBBBBA-E6C4-4E4B-9603-91CDDF8FF1C1}"/>
              </a:ext>
            </a:extLst>
          </p:cNvPr>
          <p:cNvSpPr/>
          <p:nvPr/>
        </p:nvSpPr>
        <p:spPr>
          <a:xfrm>
            <a:off x="224615" y="4295186"/>
            <a:ext cx="1578987" cy="2196540"/>
          </a:xfrm>
          <a:custGeom>
            <a:avLst/>
            <a:gdLst>
              <a:gd name="connsiteX0" fmla="*/ 1022274 w 4159710"/>
              <a:gd name="connsiteY0" fmla="*/ 5419078 h 5786598"/>
              <a:gd name="connsiteX1" fmla="*/ 976163 w 4159710"/>
              <a:gd name="connsiteY1" fmla="*/ 5507455 h 5786598"/>
              <a:gd name="connsiteX2" fmla="*/ 1068385 w 4159710"/>
              <a:gd name="connsiteY2" fmla="*/ 5507455 h 5786598"/>
              <a:gd name="connsiteX3" fmla="*/ 1318025 w 4159710"/>
              <a:gd name="connsiteY3" fmla="*/ 5289802 h 5786598"/>
              <a:gd name="connsiteX4" fmla="*/ 1204463 w 4159710"/>
              <a:gd name="connsiteY4" fmla="*/ 5507455 h 5786598"/>
              <a:gd name="connsiteX5" fmla="*/ 1431587 w 4159710"/>
              <a:gd name="connsiteY5" fmla="*/ 5507455 h 5786598"/>
              <a:gd name="connsiteX6" fmla="*/ 708685 w 4159710"/>
              <a:gd name="connsiteY6" fmla="*/ 5255614 h 5786598"/>
              <a:gd name="connsiteX7" fmla="*/ 577286 w 4159710"/>
              <a:gd name="connsiteY7" fmla="*/ 5507455 h 5786598"/>
              <a:gd name="connsiteX8" fmla="*/ 840085 w 4159710"/>
              <a:gd name="connsiteY8" fmla="*/ 5507455 h 5786598"/>
              <a:gd name="connsiteX9" fmla="*/ 1203875 w 4159710"/>
              <a:gd name="connsiteY9" fmla="*/ 5071022 h 5786598"/>
              <a:gd name="connsiteX10" fmla="*/ 1053938 w 4159710"/>
              <a:gd name="connsiteY10" fmla="*/ 5358390 h 5786598"/>
              <a:gd name="connsiteX11" fmla="*/ 1131714 w 4159710"/>
              <a:gd name="connsiteY11" fmla="*/ 5507455 h 5786598"/>
              <a:gd name="connsiteX12" fmla="*/ 1141134 w 4159710"/>
              <a:gd name="connsiteY12" fmla="*/ 5507455 h 5786598"/>
              <a:gd name="connsiteX13" fmla="*/ 1286361 w 4159710"/>
              <a:gd name="connsiteY13" fmla="*/ 5229113 h 5786598"/>
              <a:gd name="connsiteX14" fmla="*/ 822835 w 4159710"/>
              <a:gd name="connsiteY14" fmla="*/ 5036834 h 5786598"/>
              <a:gd name="connsiteX15" fmla="*/ 740350 w 4159710"/>
              <a:gd name="connsiteY15" fmla="*/ 5194926 h 5786598"/>
              <a:gd name="connsiteX16" fmla="*/ 903414 w 4159710"/>
              <a:gd name="connsiteY16" fmla="*/ 5507455 h 5786598"/>
              <a:gd name="connsiteX17" fmla="*/ 912834 w 4159710"/>
              <a:gd name="connsiteY17" fmla="*/ 5507455 h 5786598"/>
              <a:gd name="connsiteX18" fmla="*/ 990609 w 4159710"/>
              <a:gd name="connsiteY18" fmla="*/ 5358390 h 5786598"/>
              <a:gd name="connsiteX19" fmla="*/ 1451724 w 4159710"/>
              <a:gd name="connsiteY19" fmla="*/ 5033553 h 5786598"/>
              <a:gd name="connsiteX20" fmla="*/ 1355112 w 4159710"/>
              <a:gd name="connsiteY20" fmla="*/ 5218720 h 5786598"/>
              <a:gd name="connsiteX21" fmla="*/ 1505762 w 4159710"/>
              <a:gd name="connsiteY21" fmla="*/ 5507455 h 5786598"/>
              <a:gd name="connsiteX22" fmla="*/ 1698986 w 4159710"/>
              <a:gd name="connsiteY22" fmla="*/ 5507455 h 5786598"/>
              <a:gd name="connsiteX23" fmla="*/ 574986 w 4159710"/>
              <a:gd name="connsiteY23" fmla="*/ 4999366 h 5786598"/>
              <a:gd name="connsiteX24" fmla="*/ 309887 w 4159710"/>
              <a:gd name="connsiteY24" fmla="*/ 5507455 h 5786598"/>
              <a:gd name="connsiteX25" fmla="*/ 503111 w 4159710"/>
              <a:gd name="connsiteY25" fmla="*/ 5507455 h 5786598"/>
              <a:gd name="connsiteX26" fmla="*/ 671598 w 4159710"/>
              <a:gd name="connsiteY26" fmla="*/ 5184533 h 5786598"/>
              <a:gd name="connsiteX27" fmla="*/ 1290352 w 4159710"/>
              <a:gd name="connsiteY27" fmla="*/ 4905281 h 5786598"/>
              <a:gd name="connsiteX28" fmla="*/ 1240962 w 4159710"/>
              <a:gd name="connsiteY28" fmla="*/ 4999940 h 5786598"/>
              <a:gd name="connsiteX29" fmla="*/ 1323448 w 4159710"/>
              <a:gd name="connsiteY29" fmla="*/ 5158032 h 5786598"/>
              <a:gd name="connsiteX30" fmla="*/ 1420060 w 4159710"/>
              <a:gd name="connsiteY30" fmla="*/ 4972866 h 5786598"/>
              <a:gd name="connsiteX31" fmla="*/ 1384797 w 4159710"/>
              <a:gd name="connsiteY31" fmla="*/ 4905281 h 5786598"/>
              <a:gd name="connsiteX32" fmla="*/ 1191573 w 4159710"/>
              <a:gd name="connsiteY32" fmla="*/ 4905281 h 5786598"/>
              <a:gd name="connsiteX33" fmla="*/ 1209298 w 4159710"/>
              <a:gd name="connsiteY33" fmla="*/ 4939252 h 5786598"/>
              <a:gd name="connsiteX34" fmla="*/ 1227023 w 4159710"/>
              <a:gd name="connsiteY34" fmla="*/ 4905281 h 5786598"/>
              <a:gd name="connsiteX35" fmla="*/ 891474 w 4159710"/>
              <a:gd name="connsiteY35" fmla="*/ 4905281 h 5786598"/>
              <a:gd name="connsiteX36" fmla="*/ 854499 w 4159710"/>
              <a:gd name="connsiteY36" fmla="*/ 4976146 h 5786598"/>
              <a:gd name="connsiteX37" fmla="*/ 1022274 w 4159710"/>
              <a:gd name="connsiteY37" fmla="*/ 5297702 h 5786598"/>
              <a:gd name="connsiteX38" fmla="*/ 1172210 w 4159710"/>
              <a:gd name="connsiteY38" fmla="*/ 5010334 h 5786598"/>
              <a:gd name="connsiteX39" fmla="*/ 1117398 w 4159710"/>
              <a:gd name="connsiteY39" fmla="*/ 4905281 h 5786598"/>
              <a:gd name="connsiteX40" fmla="*/ 624075 w 4159710"/>
              <a:gd name="connsiteY40" fmla="*/ 4905281 h 5786598"/>
              <a:gd name="connsiteX41" fmla="*/ 606650 w 4159710"/>
              <a:gd name="connsiteY41" fmla="*/ 4938678 h 5786598"/>
              <a:gd name="connsiteX42" fmla="*/ 703262 w 4159710"/>
              <a:gd name="connsiteY42" fmla="*/ 5123845 h 5786598"/>
              <a:gd name="connsiteX43" fmla="*/ 785748 w 4159710"/>
              <a:gd name="connsiteY43" fmla="*/ 4965752 h 5786598"/>
              <a:gd name="connsiteX44" fmla="*/ 754196 w 4159710"/>
              <a:gd name="connsiteY44" fmla="*/ 4905281 h 5786598"/>
              <a:gd name="connsiteX45" fmla="*/ 1286363 w 4159710"/>
              <a:gd name="connsiteY45" fmla="*/ 4716622 h 5786598"/>
              <a:gd name="connsiteX46" fmla="*/ 1286363 w 4159710"/>
              <a:gd name="connsiteY46" fmla="*/ 4742928 h 5786598"/>
              <a:gd name="connsiteX47" fmla="*/ 1280308 w 4159710"/>
              <a:gd name="connsiteY47" fmla="*/ 4772921 h 5786598"/>
              <a:gd name="connsiteX48" fmla="*/ 1315738 w 4159710"/>
              <a:gd name="connsiteY48" fmla="*/ 4772921 h 5786598"/>
              <a:gd name="connsiteX49" fmla="*/ 760478 w 4159710"/>
              <a:gd name="connsiteY49" fmla="*/ 4643851 h 5786598"/>
              <a:gd name="connsiteX50" fmla="*/ 693135 w 4159710"/>
              <a:gd name="connsiteY50" fmla="*/ 4772921 h 5786598"/>
              <a:gd name="connsiteX51" fmla="*/ 766533 w 4159710"/>
              <a:gd name="connsiteY51" fmla="*/ 4772921 h 5786598"/>
              <a:gd name="connsiteX52" fmla="*/ 760478 w 4159710"/>
              <a:gd name="connsiteY52" fmla="*/ 4742928 h 5786598"/>
              <a:gd name="connsiteX53" fmla="*/ 1286363 w 4159710"/>
              <a:gd name="connsiteY53" fmla="*/ 4116690 h 5786598"/>
              <a:gd name="connsiteX54" fmla="*/ 1286363 w 4159710"/>
              <a:gd name="connsiteY54" fmla="*/ 4574458 h 5786598"/>
              <a:gd name="connsiteX55" fmla="*/ 1389913 w 4159710"/>
              <a:gd name="connsiteY55" fmla="*/ 4772921 h 5786598"/>
              <a:gd name="connsiteX56" fmla="*/ 1441619 w 4159710"/>
              <a:gd name="connsiteY56" fmla="*/ 4772921 h 5786598"/>
              <a:gd name="connsiteX57" fmla="*/ 1441619 w 4159710"/>
              <a:gd name="connsiteY57" fmla="*/ 4116690 h 5786598"/>
              <a:gd name="connsiteX58" fmla="*/ 582362 w 4159710"/>
              <a:gd name="connsiteY58" fmla="*/ 4116689 h 5786598"/>
              <a:gd name="connsiteX59" fmla="*/ 582362 w 4159710"/>
              <a:gd name="connsiteY59" fmla="*/ 4772921 h 5786598"/>
              <a:gd name="connsiteX60" fmla="*/ 618960 w 4159710"/>
              <a:gd name="connsiteY60" fmla="*/ 4772921 h 5786598"/>
              <a:gd name="connsiteX61" fmla="*/ 760478 w 4159710"/>
              <a:gd name="connsiteY61" fmla="*/ 4501687 h 5786598"/>
              <a:gd name="connsiteX62" fmla="*/ 760478 w 4159710"/>
              <a:gd name="connsiteY62" fmla="*/ 4116689 h 5786598"/>
              <a:gd name="connsiteX63" fmla="*/ 1286363 w 4159710"/>
              <a:gd name="connsiteY63" fmla="*/ 3949802 h 5786598"/>
              <a:gd name="connsiteX64" fmla="*/ 1286363 w 4159710"/>
              <a:gd name="connsiteY64" fmla="*/ 4070970 h 5786598"/>
              <a:gd name="connsiteX65" fmla="*/ 1441619 w 4159710"/>
              <a:gd name="connsiteY65" fmla="*/ 4070970 h 5786598"/>
              <a:gd name="connsiteX66" fmla="*/ 1441619 w 4159710"/>
              <a:gd name="connsiteY66" fmla="*/ 3949802 h 5786598"/>
              <a:gd name="connsiteX67" fmla="*/ 582362 w 4159710"/>
              <a:gd name="connsiteY67" fmla="*/ 3949801 h 5786598"/>
              <a:gd name="connsiteX68" fmla="*/ 582362 w 4159710"/>
              <a:gd name="connsiteY68" fmla="*/ 4070970 h 5786598"/>
              <a:gd name="connsiteX69" fmla="*/ 760478 w 4159710"/>
              <a:gd name="connsiteY69" fmla="*/ 4070970 h 5786598"/>
              <a:gd name="connsiteX70" fmla="*/ 760478 w 4159710"/>
              <a:gd name="connsiteY70" fmla="*/ 3949801 h 5786598"/>
              <a:gd name="connsiteX71" fmla="*/ 1286363 w 4159710"/>
              <a:gd name="connsiteY71" fmla="*/ 3781025 h 5786598"/>
              <a:gd name="connsiteX72" fmla="*/ 1286363 w 4159710"/>
              <a:gd name="connsiteY72" fmla="*/ 3904082 h 5786598"/>
              <a:gd name="connsiteX73" fmla="*/ 1441619 w 4159710"/>
              <a:gd name="connsiteY73" fmla="*/ 3904082 h 5786598"/>
              <a:gd name="connsiteX74" fmla="*/ 1441619 w 4159710"/>
              <a:gd name="connsiteY74" fmla="*/ 3781025 h 5786598"/>
              <a:gd name="connsiteX75" fmla="*/ 582362 w 4159710"/>
              <a:gd name="connsiteY75" fmla="*/ 3781025 h 5786598"/>
              <a:gd name="connsiteX76" fmla="*/ 582362 w 4159710"/>
              <a:gd name="connsiteY76" fmla="*/ 3904082 h 5786598"/>
              <a:gd name="connsiteX77" fmla="*/ 760478 w 4159710"/>
              <a:gd name="connsiteY77" fmla="*/ 3904082 h 5786598"/>
              <a:gd name="connsiteX78" fmla="*/ 760478 w 4159710"/>
              <a:gd name="connsiteY78" fmla="*/ 3781025 h 5786598"/>
              <a:gd name="connsiteX79" fmla="*/ 1174823 w 4159710"/>
              <a:gd name="connsiteY79" fmla="*/ 2986866 h 5786598"/>
              <a:gd name="connsiteX80" fmla="*/ 1154863 w 4159710"/>
              <a:gd name="connsiteY80" fmla="*/ 3006826 h 5786598"/>
              <a:gd name="connsiteX81" fmla="*/ 1154863 w 4159710"/>
              <a:gd name="connsiteY81" fmla="*/ 3388285 h 5786598"/>
              <a:gd name="connsiteX82" fmla="*/ 1174823 w 4159710"/>
              <a:gd name="connsiteY82" fmla="*/ 3408245 h 5786598"/>
              <a:gd name="connsiteX83" fmla="*/ 1254662 w 4159710"/>
              <a:gd name="connsiteY83" fmla="*/ 3408245 h 5786598"/>
              <a:gd name="connsiteX84" fmla="*/ 1274622 w 4159710"/>
              <a:gd name="connsiteY84" fmla="*/ 3388285 h 5786598"/>
              <a:gd name="connsiteX85" fmla="*/ 1274622 w 4159710"/>
              <a:gd name="connsiteY85" fmla="*/ 3006826 h 5786598"/>
              <a:gd name="connsiteX86" fmla="*/ 1254662 w 4159710"/>
              <a:gd name="connsiteY86" fmla="*/ 2986866 h 5786598"/>
              <a:gd name="connsiteX87" fmla="*/ 694919 w 4159710"/>
              <a:gd name="connsiteY87" fmla="*/ 2986866 h 5786598"/>
              <a:gd name="connsiteX88" fmla="*/ 678402 w 4159710"/>
              <a:gd name="connsiteY88" fmla="*/ 3003383 h 5786598"/>
              <a:gd name="connsiteX89" fmla="*/ 678402 w 4159710"/>
              <a:gd name="connsiteY89" fmla="*/ 3391728 h 5786598"/>
              <a:gd name="connsiteX90" fmla="*/ 694919 w 4159710"/>
              <a:gd name="connsiteY90" fmla="*/ 3408245 h 5786598"/>
              <a:gd name="connsiteX91" fmla="*/ 760984 w 4159710"/>
              <a:gd name="connsiteY91" fmla="*/ 3408245 h 5786598"/>
              <a:gd name="connsiteX92" fmla="*/ 777501 w 4159710"/>
              <a:gd name="connsiteY92" fmla="*/ 3391728 h 5786598"/>
              <a:gd name="connsiteX93" fmla="*/ 777501 w 4159710"/>
              <a:gd name="connsiteY93" fmla="*/ 3003383 h 5786598"/>
              <a:gd name="connsiteX94" fmla="*/ 760984 w 4159710"/>
              <a:gd name="connsiteY94" fmla="*/ 2986866 h 5786598"/>
              <a:gd name="connsiteX95" fmla="*/ 502584 w 4159710"/>
              <a:gd name="connsiteY95" fmla="*/ 2986866 h 5786598"/>
              <a:gd name="connsiteX96" fmla="*/ 486067 w 4159710"/>
              <a:gd name="connsiteY96" fmla="*/ 3003383 h 5786598"/>
              <a:gd name="connsiteX97" fmla="*/ 486067 w 4159710"/>
              <a:gd name="connsiteY97" fmla="*/ 3391728 h 5786598"/>
              <a:gd name="connsiteX98" fmla="*/ 502584 w 4159710"/>
              <a:gd name="connsiteY98" fmla="*/ 3408245 h 5786598"/>
              <a:gd name="connsiteX99" fmla="*/ 568649 w 4159710"/>
              <a:gd name="connsiteY99" fmla="*/ 3408245 h 5786598"/>
              <a:gd name="connsiteX100" fmla="*/ 585166 w 4159710"/>
              <a:gd name="connsiteY100" fmla="*/ 3391728 h 5786598"/>
              <a:gd name="connsiteX101" fmla="*/ 585166 w 4159710"/>
              <a:gd name="connsiteY101" fmla="*/ 3003383 h 5786598"/>
              <a:gd name="connsiteX102" fmla="*/ 568649 w 4159710"/>
              <a:gd name="connsiteY102" fmla="*/ 2986866 h 5786598"/>
              <a:gd name="connsiteX103" fmla="*/ 310249 w 4159710"/>
              <a:gd name="connsiteY103" fmla="*/ 2986866 h 5786598"/>
              <a:gd name="connsiteX104" fmla="*/ 293732 w 4159710"/>
              <a:gd name="connsiteY104" fmla="*/ 3003383 h 5786598"/>
              <a:gd name="connsiteX105" fmla="*/ 293732 w 4159710"/>
              <a:gd name="connsiteY105" fmla="*/ 3391728 h 5786598"/>
              <a:gd name="connsiteX106" fmla="*/ 310249 w 4159710"/>
              <a:gd name="connsiteY106" fmla="*/ 3408245 h 5786598"/>
              <a:gd name="connsiteX107" fmla="*/ 376314 w 4159710"/>
              <a:gd name="connsiteY107" fmla="*/ 3408245 h 5786598"/>
              <a:gd name="connsiteX108" fmla="*/ 392831 w 4159710"/>
              <a:gd name="connsiteY108" fmla="*/ 3391728 h 5786598"/>
              <a:gd name="connsiteX109" fmla="*/ 392831 w 4159710"/>
              <a:gd name="connsiteY109" fmla="*/ 3003383 h 5786598"/>
              <a:gd name="connsiteX110" fmla="*/ 376314 w 4159710"/>
              <a:gd name="connsiteY110" fmla="*/ 2986866 h 5786598"/>
              <a:gd name="connsiteX111" fmla="*/ 871284 w 4159710"/>
              <a:gd name="connsiteY111" fmla="*/ 2156869 h 5786598"/>
              <a:gd name="connsiteX112" fmla="*/ 249133 w 4159710"/>
              <a:gd name="connsiteY112" fmla="*/ 2819733 h 5786598"/>
              <a:gd name="connsiteX113" fmla="*/ 830389 w 4159710"/>
              <a:gd name="connsiteY113" fmla="*/ 2819733 h 5786598"/>
              <a:gd name="connsiteX114" fmla="*/ 1322149 w 4159710"/>
              <a:gd name="connsiteY114" fmla="*/ 1457297 h 5786598"/>
              <a:gd name="connsiteX115" fmla="*/ 1134233 w 4159710"/>
              <a:gd name="connsiteY115" fmla="*/ 1473712 h 5786598"/>
              <a:gd name="connsiteX116" fmla="*/ 1155963 w 4159710"/>
              <a:gd name="connsiteY116" fmla="*/ 1825935 h 5786598"/>
              <a:gd name="connsiteX117" fmla="*/ 1248284 w 4159710"/>
              <a:gd name="connsiteY117" fmla="*/ 1825935 h 5786598"/>
              <a:gd name="connsiteX118" fmla="*/ 1257606 w 4159710"/>
              <a:gd name="connsiteY118" fmla="*/ 1835257 h 5786598"/>
              <a:gd name="connsiteX119" fmla="*/ 1257606 w 4159710"/>
              <a:gd name="connsiteY119" fmla="*/ 1872543 h 5786598"/>
              <a:gd name="connsiteX120" fmla="*/ 1248284 w 4159710"/>
              <a:gd name="connsiteY120" fmla="*/ 1881866 h 5786598"/>
              <a:gd name="connsiteX121" fmla="*/ 1159414 w 4159710"/>
              <a:gd name="connsiteY121" fmla="*/ 1881866 h 5786598"/>
              <a:gd name="connsiteX122" fmla="*/ 1170086 w 4159710"/>
              <a:gd name="connsiteY122" fmla="*/ 2054855 h 5786598"/>
              <a:gd name="connsiteX123" fmla="*/ 1233364 w 4159710"/>
              <a:gd name="connsiteY123" fmla="*/ 2054855 h 5786598"/>
              <a:gd name="connsiteX124" fmla="*/ 1247840 w 4159710"/>
              <a:gd name="connsiteY124" fmla="*/ 2069332 h 5786598"/>
              <a:gd name="connsiteX125" fmla="*/ 1247840 w 4159710"/>
              <a:gd name="connsiteY125" fmla="*/ 2127235 h 5786598"/>
              <a:gd name="connsiteX126" fmla="*/ 1233364 w 4159710"/>
              <a:gd name="connsiteY126" fmla="*/ 2141711 h 5786598"/>
              <a:gd name="connsiteX127" fmla="*/ 1175445 w 4159710"/>
              <a:gd name="connsiteY127" fmla="*/ 2141711 h 5786598"/>
              <a:gd name="connsiteX128" fmla="*/ 1217275 w 4159710"/>
              <a:gd name="connsiteY128" fmla="*/ 2819733 h 5786598"/>
              <a:gd name="connsiteX129" fmla="*/ 1538655 w 4159710"/>
              <a:gd name="connsiteY129" fmla="*/ 2819733 h 5786598"/>
              <a:gd name="connsiteX130" fmla="*/ 1538655 w 4159710"/>
              <a:gd name="connsiteY130" fmla="*/ 2916015 h 5786598"/>
              <a:gd name="connsiteX131" fmla="*/ 1834975 w 4159710"/>
              <a:gd name="connsiteY131" fmla="*/ 2426775 h 5786598"/>
              <a:gd name="connsiteX132" fmla="*/ 2470117 w 4159710"/>
              <a:gd name="connsiteY132" fmla="*/ 140636 h 5786598"/>
              <a:gd name="connsiteX133" fmla="*/ 2450688 w 4159710"/>
              <a:gd name="connsiteY133" fmla="*/ 169453 h 5786598"/>
              <a:gd name="connsiteX134" fmla="*/ 2380499 w 4159710"/>
              <a:gd name="connsiteY134" fmla="*/ 198526 h 5786598"/>
              <a:gd name="connsiteX135" fmla="*/ 2341862 w 4159710"/>
              <a:gd name="connsiteY135" fmla="*/ 190726 h 5786598"/>
              <a:gd name="connsiteX136" fmla="*/ 2319689 w 4159710"/>
              <a:gd name="connsiteY136" fmla="*/ 175776 h 5786598"/>
              <a:gd name="connsiteX137" fmla="*/ 1188989 w 4159710"/>
              <a:gd name="connsiteY137" fmla="*/ 1308426 h 5786598"/>
              <a:gd name="connsiteX138" fmla="*/ 1342990 w 4159710"/>
              <a:gd name="connsiteY138" fmla="*/ 1294974 h 5786598"/>
              <a:gd name="connsiteX139" fmla="*/ 1353866 w 4159710"/>
              <a:gd name="connsiteY139" fmla="*/ 1419480 h 5786598"/>
              <a:gd name="connsiteX140" fmla="*/ 1862584 w 4159710"/>
              <a:gd name="connsiteY140" fmla="*/ 2381191 h 5786598"/>
              <a:gd name="connsiteX141" fmla="*/ 3029209 w 4159710"/>
              <a:gd name="connsiteY141" fmla="*/ 455030 h 5786598"/>
              <a:gd name="connsiteX142" fmla="*/ 2380499 w 4159710"/>
              <a:gd name="connsiteY142" fmla="*/ 0 h 5786598"/>
              <a:gd name="connsiteX143" fmla="*/ 2479762 w 4159710"/>
              <a:gd name="connsiteY143" fmla="*/ 99263 h 5786598"/>
              <a:gd name="connsiteX144" fmla="*/ 2478311 w 4159710"/>
              <a:gd name="connsiteY144" fmla="*/ 106448 h 5786598"/>
              <a:gd name="connsiteX145" fmla="*/ 3219890 w 4159710"/>
              <a:gd name="connsiteY145" fmla="*/ 215733 h 5786598"/>
              <a:gd name="connsiteX146" fmla="*/ 3217054 w 4159710"/>
              <a:gd name="connsiteY146" fmla="*/ 220776 h 5786598"/>
              <a:gd name="connsiteX147" fmla="*/ 4067223 w 4159710"/>
              <a:gd name="connsiteY147" fmla="*/ 1004298 h 5786598"/>
              <a:gd name="connsiteX148" fmla="*/ 4069653 w 4159710"/>
              <a:gd name="connsiteY148" fmla="*/ 1000693 h 5786598"/>
              <a:gd name="connsiteX149" fmla="*/ 4106956 w 4159710"/>
              <a:gd name="connsiteY149" fmla="*/ 985242 h 5786598"/>
              <a:gd name="connsiteX150" fmla="*/ 4159710 w 4159710"/>
              <a:gd name="connsiteY150" fmla="*/ 1037996 h 5786598"/>
              <a:gd name="connsiteX151" fmla="*/ 4106956 w 4159710"/>
              <a:gd name="connsiteY151" fmla="*/ 1090750 h 5786598"/>
              <a:gd name="connsiteX152" fmla="*/ 4054202 w 4159710"/>
              <a:gd name="connsiteY152" fmla="*/ 1037996 h 5786598"/>
              <a:gd name="connsiteX153" fmla="*/ 4058348 w 4159710"/>
              <a:gd name="connsiteY153" fmla="*/ 1017462 h 5786598"/>
              <a:gd name="connsiteX154" fmla="*/ 4060261 w 4159710"/>
              <a:gd name="connsiteY154" fmla="*/ 1014623 h 5786598"/>
              <a:gd name="connsiteX155" fmla="*/ 3137412 w 4159710"/>
              <a:gd name="connsiteY155" fmla="*/ 519074 h 5786598"/>
              <a:gd name="connsiteX156" fmla="*/ 1538655 w 4159710"/>
              <a:gd name="connsiteY156" fmla="*/ 3357254 h 5786598"/>
              <a:gd name="connsiteX157" fmla="*/ 1538655 w 4159710"/>
              <a:gd name="connsiteY157" fmla="*/ 3364856 h 5786598"/>
              <a:gd name="connsiteX158" fmla="*/ 1696915 w 4159710"/>
              <a:gd name="connsiteY158" fmla="*/ 3364856 h 5786598"/>
              <a:gd name="connsiteX159" fmla="*/ 1696915 w 4159710"/>
              <a:gd name="connsiteY159" fmla="*/ 3781025 h 5786598"/>
              <a:gd name="connsiteX160" fmla="*/ 1487338 w 4159710"/>
              <a:gd name="connsiteY160" fmla="*/ 3781025 h 5786598"/>
              <a:gd name="connsiteX161" fmla="*/ 1487338 w 4159710"/>
              <a:gd name="connsiteY161" fmla="*/ 3904082 h 5786598"/>
              <a:gd name="connsiteX162" fmla="*/ 1563403 w 4159710"/>
              <a:gd name="connsiteY162" fmla="*/ 3904082 h 5786598"/>
              <a:gd name="connsiteX163" fmla="*/ 1586263 w 4159710"/>
              <a:gd name="connsiteY163" fmla="*/ 3926942 h 5786598"/>
              <a:gd name="connsiteX164" fmla="*/ 1586262 w 4159710"/>
              <a:gd name="connsiteY164" fmla="*/ 3926942 h 5786598"/>
              <a:gd name="connsiteX165" fmla="*/ 1563402 w 4159710"/>
              <a:gd name="connsiteY165" fmla="*/ 3949802 h 5786598"/>
              <a:gd name="connsiteX166" fmla="*/ 1487338 w 4159710"/>
              <a:gd name="connsiteY166" fmla="*/ 3949802 h 5786598"/>
              <a:gd name="connsiteX167" fmla="*/ 1487338 w 4159710"/>
              <a:gd name="connsiteY167" fmla="*/ 4070970 h 5786598"/>
              <a:gd name="connsiteX168" fmla="*/ 1563403 w 4159710"/>
              <a:gd name="connsiteY168" fmla="*/ 4070970 h 5786598"/>
              <a:gd name="connsiteX169" fmla="*/ 1586263 w 4159710"/>
              <a:gd name="connsiteY169" fmla="*/ 4093830 h 5786598"/>
              <a:gd name="connsiteX170" fmla="*/ 1586262 w 4159710"/>
              <a:gd name="connsiteY170" fmla="*/ 4093830 h 5786598"/>
              <a:gd name="connsiteX171" fmla="*/ 1563402 w 4159710"/>
              <a:gd name="connsiteY171" fmla="*/ 4116690 h 5786598"/>
              <a:gd name="connsiteX172" fmla="*/ 1487338 w 4159710"/>
              <a:gd name="connsiteY172" fmla="*/ 4116690 h 5786598"/>
              <a:gd name="connsiteX173" fmla="*/ 1487338 w 4159710"/>
              <a:gd name="connsiteY173" fmla="*/ 4772921 h 5786598"/>
              <a:gd name="connsiteX174" fmla="*/ 1529674 w 4159710"/>
              <a:gd name="connsiteY174" fmla="*/ 4772921 h 5786598"/>
              <a:gd name="connsiteX175" fmla="*/ 1586262 w 4159710"/>
              <a:gd name="connsiteY175" fmla="*/ 4829509 h 5786598"/>
              <a:gd name="connsiteX176" fmla="*/ 1586262 w 4159710"/>
              <a:gd name="connsiteY176" fmla="*/ 4848693 h 5786598"/>
              <a:gd name="connsiteX177" fmla="*/ 1529674 w 4159710"/>
              <a:gd name="connsiteY177" fmla="*/ 4905281 h 5786598"/>
              <a:gd name="connsiteX178" fmla="*/ 1518652 w 4159710"/>
              <a:gd name="connsiteY178" fmla="*/ 4905281 h 5786598"/>
              <a:gd name="connsiteX179" fmla="*/ 1488812 w 4159710"/>
              <a:gd name="connsiteY179" fmla="*/ 4962472 h 5786598"/>
              <a:gd name="connsiteX180" fmla="*/ 1773161 w 4159710"/>
              <a:gd name="connsiteY180" fmla="*/ 5507455 h 5786598"/>
              <a:gd name="connsiteX181" fmla="*/ 1945385 w 4159710"/>
              <a:gd name="connsiteY181" fmla="*/ 5507455 h 5786598"/>
              <a:gd name="connsiteX182" fmla="*/ 2015377 w 4159710"/>
              <a:gd name="connsiteY182" fmla="*/ 5577447 h 5786598"/>
              <a:gd name="connsiteX183" fmla="*/ 2015377 w 4159710"/>
              <a:gd name="connsiteY183" fmla="*/ 5716606 h 5786598"/>
              <a:gd name="connsiteX184" fmla="*/ 1945385 w 4159710"/>
              <a:gd name="connsiteY184" fmla="*/ 5786598 h 5786598"/>
              <a:gd name="connsiteX185" fmla="*/ 166286 w 4159710"/>
              <a:gd name="connsiteY185" fmla="*/ 5786598 h 5786598"/>
              <a:gd name="connsiteX186" fmla="*/ 96294 w 4159710"/>
              <a:gd name="connsiteY186" fmla="*/ 5716606 h 5786598"/>
              <a:gd name="connsiteX187" fmla="*/ 96294 w 4159710"/>
              <a:gd name="connsiteY187" fmla="*/ 5577447 h 5786598"/>
              <a:gd name="connsiteX188" fmla="*/ 166286 w 4159710"/>
              <a:gd name="connsiteY188" fmla="*/ 5507455 h 5786598"/>
              <a:gd name="connsiteX189" fmla="*/ 235712 w 4159710"/>
              <a:gd name="connsiteY189" fmla="*/ 5507455 h 5786598"/>
              <a:gd name="connsiteX190" fmla="*/ 537898 w 4159710"/>
              <a:gd name="connsiteY190" fmla="*/ 4928284 h 5786598"/>
              <a:gd name="connsiteX191" fmla="*/ 525896 w 4159710"/>
              <a:gd name="connsiteY191" fmla="*/ 4905281 h 5786598"/>
              <a:gd name="connsiteX192" fmla="*/ 517166 w 4159710"/>
              <a:gd name="connsiteY192" fmla="*/ 4905281 h 5786598"/>
              <a:gd name="connsiteX193" fmla="*/ 460578 w 4159710"/>
              <a:gd name="connsiteY193" fmla="*/ 4848693 h 5786598"/>
              <a:gd name="connsiteX194" fmla="*/ 460578 w 4159710"/>
              <a:gd name="connsiteY194" fmla="*/ 4829509 h 5786598"/>
              <a:gd name="connsiteX195" fmla="*/ 517166 w 4159710"/>
              <a:gd name="connsiteY195" fmla="*/ 4772921 h 5786598"/>
              <a:gd name="connsiteX196" fmla="*/ 536643 w 4159710"/>
              <a:gd name="connsiteY196" fmla="*/ 4772921 h 5786598"/>
              <a:gd name="connsiteX197" fmla="*/ 536643 w 4159710"/>
              <a:gd name="connsiteY197" fmla="*/ 4116689 h 5786598"/>
              <a:gd name="connsiteX198" fmla="*/ 483438 w 4159710"/>
              <a:gd name="connsiteY198" fmla="*/ 4116689 h 5786598"/>
              <a:gd name="connsiteX199" fmla="*/ 467274 w 4159710"/>
              <a:gd name="connsiteY199" fmla="*/ 4109993 h 5786598"/>
              <a:gd name="connsiteX200" fmla="*/ 460578 w 4159710"/>
              <a:gd name="connsiteY200" fmla="*/ 4093829 h 5786598"/>
              <a:gd name="connsiteX201" fmla="*/ 467274 w 4159710"/>
              <a:gd name="connsiteY201" fmla="*/ 4077665 h 5786598"/>
              <a:gd name="connsiteX202" fmla="*/ 483438 w 4159710"/>
              <a:gd name="connsiteY202" fmla="*/ 4070970 h 5786598"/>
              <a:gd name="connsiteX203" fmla="*/ 536643 w 4159710"/>
              <a:gd name="connsiteY203" fmla="*/ 4070970 h 5786598"/>
              <a:gd name="connsiteX204" fmla="*/ 536643 w 4159710"/>
              <a:gd name="connsiteY204" fmla="*/ 3949801 h 5786598"/>
              <a:gd name="connsiteX205" fmla="*/ 483438 w 4159710"/>
              <a:gd name="connsiteY205" fmla="*/ 3949801 h 5786598"/>
              <a:gd name="connsiteX206" fmla="*/ 467274 w 4159710"/>
              <a:gd name="connsiteY206" fmla="*/ 3943105 h 5786598"/>
              <a:gd name="connsiteX207" fmla="*/ 460578 w 4159710"/>
              <a:gd name="connsiteY207" fmla="*/ 3926941 h 5786598"/>
              <a:gd name="connsiteX208" fmla="*/ 467274 w 4159710"/>
              <a:gd name="connsiteY208" fmla="*/ 3910777 h 5786598"/>
              <a:gd name="connsiteX209" fmla="*/ 483438 w 4159710"/>
              <a:gd name="connsiteY209" fmla="*/ 3904082 h 5786598"/>
              <a:gd name="connsiteX210" fmla="*/ 536643 w 4159710"/>
              <a:gd name="connsiteY210" fmla="*/ 3904082 h 5786598"/>
              <a:gd name="connsiteX211" fmla="*/ 536643 w 4159710"/>
              <a:gd name="connsiteY211" fmla="*/ 3781025 h 5786598"/>
              <a:gd name="connsiteX212" fmla="*/ 0 w 4159710"/>
              <a:gd name="connsiteY212" fmla="*/ 3781025 h 5786598"/>
              <a:gd name="connsiteX213" fmla="*/ 0 w 4159710"/>
              <a:gd name="connsiteY213" fmla="*/ 3364856 h 5786598"/>
              <a:gd name="connsiteX214" fmla="*/ 1 w 4159710"/>
              <a:gd name="connsiteY214" fmla="*/ 3364856 h 5786598"/>
              <a:gd name="connsiteX215" fmla="*/ 1 w 4159710"/>
              <a:gd name="connsiteY215" fmla="*/ 2819733 h 5786598"/>
              <a:gd name="connsiteX216" fmla="*/ 186431 w 4159710"/>
              <a:gd name="connsiteY216" fmla="*/ 2819733 h 5786598"/>
              <a:gd name="connsiteX217" fmla="*/ 823097 w 4159710"/>
              <a:gd name="connsiteY217" fmla="*/ 2141404 h 5786598"/>
              <a:gd name="connsiteX218" fmla="*/ 813602 w 4159710"/>
              <a:gd name="connsiteY218" fmla="*/ 2137471 h 5786598"/>
              <a:gd name="connsiteX219" fmla="*/ 809362 w 4159710"/>
              <a:gd name="connsiteY219" fmla="*/ 2127235 h 5786598"/>
              <a:gd name="connsiteX220" fmla="*/ 809362 w 4159710"/>
              <a:gd name="connsiteY220" fmla="*/ 2069332 h 5786598"/>
              <a:gd name="connsiteX221" fmla="*/ 823838 w 4159710"/>
              <a:gd name="connsiteY221" fmla="*/ 2054855 h 5786598"/>
              <a:gd name="connsiteX222" fmla="*/ 877577 w 4159710"/>
              <a:gd name="connsiteY222" fmla="*/ 2054855 h 5786598"/>
              <a:gd name="connsiteX223" fmla="*/ 888250 w 4159710"/>
              <a:gd name="connsiteY223" fmla="*/ 1881866 h 5786598"/>
              <a:gd name="connsiteX224" fmla="*/ 828450 w 4159710"/>
              <a:gd name="connsiteY224" fmla="*/ 1881866 h 5786598"/>
              <a:gd name="connsiteX225" fmla="*/ 819128 w 4159710"/>
              <a:gd name="connsiteY225" fmla="*/ 1872543 h 5786598"/>
              <a:gd name="connsiteX226" fmla="*/ 819128 w 4159710"/>
              <a:gd name="connsiteY226" fmla="*/ 1835257 h 5786598"/>
              <a:gd name="connsiteX227" fmla="*/ 828450 w 4159710"/>
              <a:gd name="connsiteY227" fmla="*/ 1825935 h 5786598"/>
              <a:gd name="connsiteX228" fmla="*/ 891700 w 4159710"/>
              <a:gd name="connsiteY228" fmla="*/ 1825935 h 5786598"/>
              <a:gd name="connsiteX229" fmla="*/ 912234 w 4159710"/>
              <a:gd name="connsiteY229" fmla="*/ 1493103 h 5786598"/>
              <a:gd name="connsiteX230" fmla="*/ 860727 w 4159710"/>
              <a:gd name="connsiteY230" fmla="*/ 1497602 h 5786598"/>
              <a:gd name="connsiteX231" fmla="*/ 861169 w 4159710"/>
              <a:gd name="connsiteY231" fmla="*/ 1501090 h 5786598"/>
              <a:gd name="connsiteX232" fmla="*/ 562355 w 4159710"/>
              <a:gd name="connsiteY232" fmla="*/ 1538964 h 5786598"/>
              <a:gd name="connsiteX233" fmla="*/ 573819 w 4159710"/>
              <a:gd name="connsiteY233" fmla="*/ 1582489 h 5786598"/>
              <a:gd name="connsiteX234" fmla="*/ 537257 w 4159710"/>
              <a:gd name="connsiteY234" fmla="*/ 1645198 h 5786598"/>
              <a:gd name="connsiteX235" fmla="*/ 530211 w 4159710"/>
              <a:gd name="connsiteY235" fmla="*/ 1647053 h 5786598"/>
              <a:gd name="connsiteX236" fmla="*/ 476492 w 4159710"/>
              <a:gd name="connsiteY236" fmla="*/ 1628784 h 5786598"/>
              <a:gd name="connsiteX237" fmla="*/ 469491 w 4159710"/>
              <a:gd name="connsiteY237" fmla="*/ 1614538 h 5786598"/>
              <a:gd name="connsiteX238" fmla="*/ 470721 w 4159710"/>
              <a:gd name="connsiteY238" fmla="*/ 1635605 h 5786598"/>
              <a:gd name="connsiteX239" fmla="*/ 430195 w 4159710"/>
              <a:gd name="connsiteY239" fmla="*/ 1681081 h 5786598"/>
              <a:gd name="connsiteX240" fmla="*/ 422631 w 4159710"/>
              <a:gd name="connsiteY240" fmla="*/ 1683073 h 5786598"/>
              <a:gd name="connsiteX241" fmla="*/ 355310 w 4159710"/>
              <a:gd name="connsiteY241" fmla="*/ 1643823 h 5786598"/>
              <a:gd name="connsiteX242" fmla="*/ 315776 w 4159710"/>
              <a:gd name="connsiteY242" fmla="*/ 1493723 h 5786598"/>
              <a:gd name="connsiteX243" fmla="*/ 355027 w 4159710"/>
              <a:gd name="connsiteY243" fmla="*/ 1426402 h 5786598"/>
              <a:gd name="connsiteX244" fmla="*/ 362591 w 4159710"/>
              <a:gd name="connsiteY244" fmla="*/ 1424410 h 5786598"/>
              <a:gd name="connsiteX245" fmla="*/ 420261 w 4159710"/>
              <a:gd name="connsiteY245" fmla="*/ 1444022 h 5786598"/>
              <a:gd name="connsiteX246" fmla="*/ 427578 w 4159710"/>
              <a:gd name="connsiteY246" fmla="*/ 1458912 h 5786598"/>
              <a:gd name="connsiteX247" fmla="*/ 426045 w 4159710"/>
              <a:gd name="connsiteY247" fmla="*/ 1453091 h 5786598"/>
              <a:gd name="connsiteX248" fmla="*/ 462607 w 4159710"/>
              <a:gd name="connsiteY248" fmla="*/ 1390382 h 5786598"/>
              <a:gd name="connsiteX249" fmla="*/ 469653 w 4159710"/>
              <a:gd name="connsiteY249" fmla="*/ 1388526 h 5786598"/>
              <a:gd name="connsiteX250" fmla="*/ 532361 w 4159710"/>
              <a:gd name="connsiteY250" fmla="*/ 1425088 h 5786598"/>
              <a:gd name="connsiteX251" fmla="*/ 549415 w 4159710"/>
              <a:gd name="connsiteY251" fmla="*/ 1489834 h 5786598"/>
              <a:gd name="connsiteX252" fmla="*/ 840002 w 4159710"/>
              <a:gd name="connsiteY252" fmla="*/ 1334084 h 5786598"/>
              <a:gd name="connsiteX253" fmla="*/ 840607 w 4159710"/>
              <a:gd name="connsiteY253" fmla="*/ 1338857 h 5786598"/>
              <a:gd name="connsiteX254" fmla="*/ 1112835 w 4159710"/>
              <a:gd name="connsiteY254" fmla="*/ 1315078 h 5786598"/>
              <a:gd name="connsiteX255" fmla="*/ 2288860 w 4159710"/>
              <a:gd name="connsiteY255" fmla="*/ 137025 h 5786598"/>
              <a:gd name="connsiteX256" fmla="*/ 2281236 w 4159710"/>
              <a:gd name="connsiteY256" fmla="*/ 99263 h 5786598"/>
              <a:gd name="connsiteX257" fmla="*/ 2380499 w 4159710"/>
              <a:gd name="connsiteY257" fmla="*/ 0 h 578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4159710" h="5786598">
                <a:moveTo>
                  <a:pt x="1022274" y="5419078"/>
                </a:moveTo>
                <a:lnTo>
                  <a:pt x="976163" y="5507455"/>
                </a:lnTo>
                <a:lnTo>
                  <a:pt x="1068385" y="5507455"/>
                </a:lnTo>
                <a:close/>
                <a:moveTo>
                  <a:pt x="1318025" y="5289802"/>
                </a:moveTo>
                <a:lnTo>
                  <a:pt x="1204463" y="5507455"/>
                </a:lnTo>
                <a:lnTo>
                  <a:pt x="1431587" y="5507455"/>
                </a:lnTo>
                <a:close/>
                <a:moveTo>
                  <a:pt x="708685" y="5255614"/>
                </a:moveTo>
                <a:lnTo>
                  <a:pt x="577286" y="5507455"/>
                </a:lnTo>
                <a:lnTo>
                  <a:pt x="840085" y="5507455"/>
                </a:lnTo>
                <a:close/>
                <a:moveTo>
                  <a:pt x="1203875" y="5071022"/>
                </a:moveTo>
                <a:lnTo>
                  <a:pt x="1053938" y="5358390"/>
                </a:lnTo>
                <a:lnTo>
                  <a:pt x="1131714" y="5507455"/>
                </a:lnTo>
                <a:lnTo>
                  <a:pt x="1141134" y="5507455"/>
                </a:lnTo>
                <a:lnTo>
                  <a:pt x="1286361" y="5229113"/>
                </a:lnTo>
                <a:close/>
                <a:moveTo>
                  <a:pt x="822835" y="5036834"/>
                </a:moveTo>
                <a:lnTo>
                  <a:pt x="740350" y="5194926"/>
                </a:lnTo>
                <a:lnTo>
                  <a:pt x="903414" y="5507455"/>
                </a:lnTo>
                <a:lnTo>
                  <a:pt x="912834" y="5507455"/>
                </a:lnTo>
                <a:lnTo>
                  <a:pt x="990609" y="5358390"/>
                </a:lnTo>
                <a:close/>
                <a:moveTo>
                  <a:pt x="1451724" y="5033553"/>
                </a:moveTo>
                <a:lnTo>
                  <a:pt x="1355112" y="5218720"/>
                </a:lnTo>
                <a:lnTo>
                  <a:pt x="1505762" y="5507455"/>
                </a:lnTo>
                <a:lnTo>
                  <a:pt x="1698986" y="5507455"/>
                </a:lnTo>
                <a:close/>
                <a:moveTo>
                  <a:pt x="574986" y="4999366"/>
                </a:moveTo>
                <a:lnTo>
                  <a:pt x="309887" y="5507455"/>
                </a:lnTo>
                <a:lnTo>
                  <a:pt x="503111" y="5507455"/>
                </a:lnTo>
                <a:lnTo>
                  <a:pt x="671598" y="5184533"/>
                </a:lnTo>
                <a:close/>
                <a:moveTo>
                  <a:pt x="1290352" y="4905281"/>
                </a:moveTo>
                <a:lnTo>
                  <a:pt x="1240962" y="4999940"/>
                </a:lnTo>
                <a:lnTo>
                  <a:pt x="1323448" y="5158032"/>
                </a:lnTo>
                <a:lnTo>
                  <a:pt x="1420060" y="4972866"/>
                </a:lnTo>
                <a:lnTo>
                  <a:pt x="1384797" y="4905281"/>
                </a:lnTo>
                <a:close/>
                <a:moveTo>
                  <a:pt x="1191573" y="4905281"/>
                </a:moveTo>
                <a:lnTo>
                  <a:pt x="1209298" y="4939252"/>
                </a:lnTo>
                <a:lnTo>
                  <a:pt x="1227023" y="4905281"/>
                </a:lnTo>
                <a:close/>
                <a:moveTo>
                  <a:pt x="891474" y="4905281"/>
                </a:moveTo>
                <a:lnTo>
                  <a:pt x="854499" y="4976146"/>
                </a:lnTo>
                <a:lnTo>
                  <a:pt x="1022274" y="5297702"/>
                </a:lnTo>
                <a:lnTo>
                  <a:pt x="1172210" y="5010334"/>
                </a:lnTo>
                <a:lnTo>
                  <a:pt x="1117398" y="4905281"/>
                </a:lnTo>
                <a:close/>
                <a:moveTo>
                  <a:pt x="624075" y="4905281"/>
                </a:moveTo>
                <a:lnTo>
                  <a:pt x="606650" y="4938678"/>
                </a:lnTo>
                <a:lnTo>
                  <a:pt x="703262" y="5123845"/>
                </a:lnTo>
                <a:lnTo>
                  <a:pt x="785748" y="4965752"/>
                </a:lnTo>
                <a:lnTo>
                  <a:pt x="754196" y="4905281"/>
                </a:lnTo>
                <a:close/>
                <a:moveTo>
                  <a:pt x="1286363" y="4716622"/>
                </a:moveTo>
                <a:lnTo>
                  <a:pt x="1286363" y="4742928"/>
                </a:lnTo>
                <a:lnTo>
                  <a:pt x="1280308" y="4772921"/>
                </a:lnTo>
                <a:lnTo>
                  <a:pt x="1315738" y="4772921"/>
                </a:lnTo>
                <a:close/>
                <a:moveTo>
                  <a:pt x="760478" y="4643851"/>
                </a:moveTo>
                <a:lnTo>
                  <a:pt x="693135" y="4772921"/>
                </a:lnTo>
                <a:lnTo>
                  <a:pt x="766533" y="4772921"/>
                </a:lnTo>
                <a:lnTo>
                  <a:pt x="760478" y="4742928"/>
                </a:lnTo>
                <a:close/>
                <a:moveTo>
                  <a:pt x="1286363" y="4116690"/>
                </a:moveTo>
                <a:lnTo>
                  <a:pt x="1286363" y="4574458"/>
                </a:lnTo>
                <a:lnTo>
                  <a:pt x="1389913" y="4772921"/>
                </a:lnTo>
                <a:lnTo>
                  <a:pt x="1441619" y="4772921"/>
                </a:lnTo>
                <a:lnTo>
                  <a:pt x="1441619" y="4116690"/>
                </a:lnTo>
                <a:close/>
                <a:moveTo>
                  <a:pt x="582362" y="4116689"/>
                </a:moveTo>
                <a:lnTo>
                  <a:pt x="582362" y="4772921"/>
                </a:lnTo>
                <a:lnTo>
                  <a:pt x="618960" y="4772921"/>
                </a:lnTo>
                <a:lnTo>
                  <a:pt x="760478" y="4501687"/>
                </a:lnTo>
                <a:lnTo>
                  <a:pt x="760478" y="4116689"/>
                </a:lnTo>
                <a:close/>
                <a:moveTo>
                  <a:pt x="1286363" y="3949802"/>
                </a:moveTo>
                <a:lnTo>
                  <a:pt x="1286363" y="4070970"/>
                </a:lnTo>
                <a:lnTo>
                  <a:pt x="1441619" y="4070970"/>
                </a:lnTo>
                <a:lnTo>
                  <a:pt x="1441619" y="3949802"/>
                </a:lnTo>
                <a:close/>
                <a:moveTo>
                  <a:pt x="582362" y="3949801"/>
                </a:moveTo>
                <a:lnTo>
                  <a:pt x="582362" y="4070970"/>
                </a:lnTo>
                <a:lnTo>
                  <a:pt x="760478" y="4070970"/>
                </a:lnTo>
                <a:lnTo>
                  <a:pt x="760478" y="3949801"/>
                </a:lnTo>
                <a:close/>
                <a:moveTo>
                  <a:pt x="1286363" y="3781025"/>
                </a:moveTo>
                <a:lnTo>
                  <a:pt x="1286363" y="3904082"/>
                </a:lnTo>
                <a:lnTo>
                  <a:pt x="1441619" y="3904082"/>
                </a:lnTo>
                <a:lnTo>
                  <a:pt x="1441619" y="3781025"/>
                </a:lnTo>
                <a:close/>
                <a:moveTo>
                  <a:pt x="582362" y="3781025"/>
                </a:moveTo>
                <a:lnTo>
                  <a:pt x="582362" y="3904082"/>
                </a:lnTo>
                <a:lnTo>
                  <a:pt x="760478" y="3904082"/>
                </a:lnTo>
                <a:lnTo>
                  <a:pt x="760478" y="3781025"/>
                </a:lnTo>
                <a:close/>
                <a:moveTo>
                  <a:pt x="1174823" y="2986866"/>
                </a:moveTo>
                <a:cubicBezTo>
                  <a:pt x="1163799" y="2986866"/>
                  <a:pt x="1154863" y="2995802"/>
                  <a:pt x="1154863" y="3006826"/>
                </a:cubicBezTo>
                <a:lnTo>
                  <a:pt x="1154863" y="3388285"/>
                </a:lnTo>
                <a:cubicBezTo>
                  <a:pt x="1154863" y="3399309"/>
                  <a:pt x="1163799" y="3408245"/>
                  <a:pt x="1174823" y="3408245"/>
                </a:cubicBezTo>
                <a:lnTo>
                  <a:pt x="1254662" y="3408245"/>
                </a:lnTo>
                <a:cubicBezTo>
                  <a:pt x="1265686" y="3408245"/>
                  <a:pt x="1274622" y="3399309"/>
                  <a:pt x="1274622" y="3388285"/>
                </a:cubicBezTo>
                <a:lnTo>
                  <a:pt x="1274622" y="3006826"/>
                </a:lnTo>
                <a:cubicBezTo>
                  <a:pt x="1274622" y="2995802"/>
                  <a:pt x="1265686" y="2986866"/>
                  <a:pt x="1254662" y="2986866"/>
                </a:cubicBezTo>
                <a:close/>
                <a:moveTo>
                  <a:pt x="694919" y="2986866"/>
                </a:moveTo>
                <a:cubicBezTo>
                  <a:pt x="685797" y="2986866"/>
                  <a:pt x="678402" y="2994261"/>
                  <a:pt x="678402" y="3003383"/>
                </a:cubicBezTo>
                <a:lnTo>
                  <a:pt x="678402" y="3391728"/>
                </a:lnTo>
                <a:cubicBezTo>
                  <a:pt x="678402" y="3400850"/>
                  <a:pt x="685797" y="3408245"/>
                  <a:pt x="694919" y="3408245"/>
                </a:cubicBezTo>
                <a:lnTo>
                  <a:pt x="760984" y="3408245"/>
                </a:lnTo>
                <a:cubicBezTo>
                  <a:pt x="770106" y="3408245"/>
                  <a:pt x="777501" y="3400850"/>
                  <a:pt x="777501" y="3391728"/>
                </a:cubicBezTo>
                <a:lnTo>
                  <a:pt x="777501" y="3003383"/>
                </a:lnTo>
                <a:cubicBezTo>
                  <a:pt x="777501" y="2994261"/>
                  <a:pt x="770106" y="2986866"/>
                  <a:pt x="760984" y="2986866"/>
                </a:cubicBezTo>
                <a:close/>
                <a:moveTo>
                  <a:pt x="502584" y="2986866"/>
                </a:moveTo>
                <a:cubicBezTo>
                  <a:pt x="493462" y="2986866"/>
                  <a:pt x="486067" y="2994261"/>
                  <a:pt x="486067" y="3003383"/>
                </a:cubicBezTo>
                <a:lnTo>
                  <a:pt x="486067" y="3391728"/>
                </a:lnTo>
                <a:cubicBezTo>
                  <a:pt x="486067" y="3400850"/>
                  <a:pt x="493462" y="3408245"/>
                  <a:pt x="502584" y="3408245"/>
                </a:cubicBezTo>
                <a:lnTo>
                  <a:pt x="568649" y="3408245"/>
                </a:lnTo>
                <a:cubicBezTo>
                  <a:pt x="577771" y="3408245"/>
                  <a:pt x="585166" y="3400850"/>
                  <a:pt x="585166" y="3391728"/>
                </a:cubicBezTo>
                <a:lnTo>
                  <a:pt x="585166" y="3003383"/>
                </a:lnTo>
                <a:cubicBezTo>
                  <a:pt x="585166" y="2994261"/>
                  <a:pt x="577771" y="2986866"/>
                  <a:pt x="568649" y="2986866"/>
                </a:cubicBezTo>
                <a:close/>
                <a:moveTo>
                  <a:pt x="310249" y="2986866"/>
                </a:moveTo>
                <a:cubicBezTo>
                  <a:pt x="301127" y="2986866"/>
                  <a:pt x="293732" y="2994261"/>
                  <a:pt x="293732" y="3003383"/>
                </a:cubicBezTo>
                <a:lnTo>
                  <a:pt x="293732" y="3391728"/>
                </a:lnTo>
                <a:cubicBezTo>
                  <a:pt x="293732" y="3400850"/>
                  <a:pt x="301127" y="3408245"/>
                  <a:pt x="310249" y="3408245"/>
                </a:cubicBezTo>
                <a:lnTo>
                  <a:pt x="376314" y="3408245"/>
                </a:lnTo>
                <a:cubicBezTo>
                  <a:pt x="385436" y="3408245"/>
                  <a:pt x="392831" y="3400850"/>
                  <a:pt x="392831" y="3391728"/>
                </a:cubicBezTo>
                <a:lnTo>
                  <a:pt x="392831" y="3003383"/>
                </a:lnTo>
                <a:cubicBezTo>
                  <a:pt x="392831" y="2994261"/>
                  <a:pt x="385436" y="2986866"/>
                  <a:pt x="376314" y="2986866"/>
                </a:cubicBezTo>
                <a:close/>
                <a:moveTo>
                  <a:pt x="871284" y="2156869"/>
                </a:moveTo>
                <a:lnTo>
                  <a:pt x="249133" y="2819733"/>
                </a:lnTo>
                <a:lnTo>
                  <a:pt x="830389" y="2819733"/>
                </a:lnTo>
                <a:close/>
                <a:moveTo>
                  <a:pt x="1322149" y="1457297"/>
                </a:moveTo>
                <a:lnTo>
                  <a:pt x="1134233" y="1473712"/>
                </a:lnTo>
                <a:lnTo>
                  <a:pt x="1155963" y="1825935"/>
                </a:lnTo>
                <a:lnTo>
                  <a:pt x="1248284" y="1825935"/>
                </a:lnTo>
                <a:cubicBezTo>
                  <a:pt x="1253432" y="1825935"/>
                  <a:pt x="1257606" y="1830109"/>
                  <a:pt x="1257606" y="1835257"/>
                </a:cubicBezTo>
                <a:lnTo>
                  <a:pt x="1257606" y="1872543"/>
                </a:lnTo>
                <a:cubicBezTo>
                  <a:pt x="1257606" y="1877691"/>
                  <a:pt x="1253432" y="1881866"/>
                  <a:pt x="1248284" y="1881866"/>
                </a:cubicBezTo>
                <a:lnTo>
                  <a:pt x="1159414" y="1881866"/>
                </a:lnTo>
                <a:lnTo>
                  <a:pt x="1170086" y="2054855"/>
                </a:lnTo>
                <a:lnTo>
                  <a:pt x="1233364" y="2054855"/>
                </a:lnTo>
                <a:cubicBezTo>
                  <a:pt x="1241359" y="2054855"/>
                  <a:pt x="1247840" y="2061336"/>
                  <a:pt x="1247840" y="2069332"/>
                </a:cubicBezTo>
                <a:lnTo>
                  <a:pt x="1247840" y="2127235"/>
                </a:lnTo>
                <a:cubicBezTo>
                  <a:pt x="1247840" y="2135230"/>
                  <a:pt x="1241359" y="2141711"/>
                  <a:pt x="1233364" y="2141711"/>
                </a:cubicBezTo>
                <a:lnTo>
                  <a:pt x="1175445" y="2141711"/>
                </a:lnTo>
                <a:lnTo>
                  <a:pt x="1217275" y="2819733"/>
                </a:lnTo>
                <a:lnTo>
                  <a:pt x="1538655" y="2819733"/>
                </a:lnTo>
                <a:lnTo>
                  <a:pt x="1538655" y="2916015"/>
                </a:lnTo>
                <a:lnTo>
                  <a:pt x="1834975" y="2426775"/>
                </a:lnTo>
                <a:close/>
                <a:moveTo>
                  <a:pt x="2470117" y="140636"/>
                </a:moveTo>
                <a:lnTo>
                  <a:pt x="2450688" y="169453"/>
                </a:lnTo>
                <a:cubicBezTo>
                  <a:pt x="2432725" y="187416"/>
                  <a:pt x="2407910" y="198526"/>
                  <a:pt x="2380499" y="198526"/>
                </a:cubicBezTo>
                <a:cubicBezTo>
                  <a:pt x="2366794" y="198526"/>
                  <a:pt x="2353737" y="195749"/>
                  <a:pt x="2341862" y="190726"/>
                </a:cubicBezTo>
                <a:lnTo>
                  <a:pt x="2319689" y="175776"/>
                </a:lnTo>
                <a:lnTo>
                  <a:pt x="1188989" y="1308426"/>
                </a:lnTo>
                <a:lnTo>
                  <a:pt x="1342990" y="1294974"/>
                </a:lnTo>
                <a:lnTo>
                  <a:pt x="1353866" y="1419480"/>
                </a:lnTo>
                <a:lnTo>
                  <a:pt x="1862584" y="2381191"/>
                </a:lnTo>
                <a:lnTo>
                  <a:pt x="3029209" y="455030"/>
                </a:lnTo>
                <a:close/>
                <a:moveTo>
                  <a:pt x="2380499" y="0"/>
                </a:moveTo>
                <a:cubicBezTo>
                  <a:pt x="2435320" y="0"/>
                  <a:pt x="2479762" y="44442"/>
                  <a:pt x="2479762" y="99263"/>
                </a:cubicBezTo>
                <a:lnTo>
                  <a:pt x="2478311" y="106448"/>
                </a:lnTo>
                <a:lnTo>
                  <a:pt x="3219890" y="215733"/>
                </a:lnTo>
                <a:lnTo>
                  <a:pt x="3217054" y="220776"/>
                </a:lnTo>
                <a:lnTo>
                  <a:pt x="4067223" y="1004298"/>
                </a:lnTo>
                <a:lnTo>
                  <a:pt x="4069653" y="1000693"/>
                </a:lnTo>
                <a:cubicBezTo>
                  <a:pt x="4079200" y="991147"/>
                  <a:pt x="4092388" y="985242"/>
                  <a:pt x="4106956" y="985242"/>
                </a:cubicBezTo>
                <a:cubicBezTo>
                  <a:pt x="4136091" y="985242"/>
                  <a:pt x="4159710" y="1008861"/>
                  <a:pt x="4159710" y="1037996"/>
                </a:cubicBezTo>
                <a:cubicBezTo>
                  <a:pt x="4159710" y="1067131"/>
                  <a:pt x="4136091" y="1090750"/>
                  <a:pt x="4106956" y="1090750"/>
                </a:cubicBezTo>
                <a:cubicBezTo>
                  <a:pt x="4077821" y="1090750"/>
                  <a:pt x="4054202" y="1067131"/>
                  <a:pt x="4054202" y="1037996"/>
                </a:cubicBezTo>
                <a:cubicBezTo>
                  <a:pt x="4054202" y="1030713"/>
                  <a:pt x="4055678" y="1023773"/>
                  <a:pt x="4058348" y="1017462"/>
                </a:cubicBezTo>
                <a:lnTo>
                  <a:pt x="4060261" y="1014623"/>
                </a:lnTo>
                <a:lnTo>
                  <a:pt x="3137412" y="519074"/>
                </a:lnTo>
                <a:lnTo>
                  <a:pt x="1538655" y="3357254"/>
                </a:lnTo>
                <a:lnTo>
                  <a:pt x="1538655" y="3364856"/>
                </a:lnTo>
                <a:lnTo>
                  <a:pt x="1696915" y="3364856"/>
                </a:lnTo>
                <a:lnTo>
                  <a:pt x="1696915" y="3781025"/>
                </a:lnTo>
                <a:lnTo>
                  <a:pt x="1487338" y="3781025"/>
                </a:lnTo>
                <a:lnTo>
                  <a:pt x="1487338" y="3904082"/>
                </a:lnTo>
                <a:lnTo>
                  <a:pt x="1563403" y="3904082"/>
                </a:lnTo>
                <a:cubicBezTo>
                  <a:pt x="1576028" y="3904082"/>
                  <a:pt x="1586263" y="3914317"/>
                  <a:pt x="1586263" y="3926942"/>
                </a:cubicBezTo>
                <a:lnTo>
                  <a:pt x="1586262" y="3926942"/>
                </a:lnTo>
                <a:cubicBezTo>
                  <a:pt x="1586262" y="3939567"/>
                  <a:pt x="1576027" y="3949802"/>
                  <a:pt x="1563402" y="3949802"/>
                </a:cubicBezTo>
                <a:lnTo>
                  <a:pt x="1487338" y="3949802"/>
                </a:lnTo>
                <a:lnTo>
                  <a:pt x="1487338" y="4070970"/>
                </a:lnTo>
                <a:lnTo>
                  <a:pt x="1563403" y="4070970"/>
                </a:lnTo>
                <a:cubicBezTo>
                  <a:pt x="1576028" y="4070970"/>
                  <a:pt x="1586263" y="4081205"/>
                  <a:pt x="1586263" y="4093830"/>
                </a:cubicBezTo>
                <a:lnTo>
                  <a:pt x="1586262" y="4093830"/>
                </a:lnTo>
                <a:cubicBezTo>
                  <a:pt x="1586262" y="4106455"/>
                  <a:pt x="1576027" y="4116690"/>
                  <a:pt x="1563402" y="4116690"/>
                </a:cubicBezTo>
                <a:lnTo>
                  <a:pt x="1487338" y="4116690"/>
                </a:lnTo>
                <a:lnTo>
                  <a:pt x="1487338" y="4772921"/>
                </a:lnTo>
                <a:lnTo>
                  <a:pt x="1529674" y="4772921"/>
                </a:lnTo>
                <a:cubicBezTo>
                  <a:pt x="1560927" y="4772921"/>
                  <a:pt x="1586262" y="4798256"/>
                  <a:pt x="1586262" y="4829509"/>
                </a:cubicBezTo>
                <a:lnTo>
                  <a:pt x="1586262" y="4848693"/>
                </a:lnTo>
                <a:cubicBezTo>
                  <a:pt x="1586262" y="4879946"/>
                  <a:pt x="1560927" y="4905281"/>
                  <a:pt x="1529674" y="4905281"/>
                </a:cubicBezTo>
                <a:lnTo>
                  <a:pt x="1518652" y="4905281"/>
                </a:lnTo>
                <a:lnTo>
                  <a:pt x="1488812" y="4962472"/>
                </a:lnTo>
                <a:lnTo>
                  <a:pt x="1773161" y="5507455"/>
                </a:lnTo>
                <a:lnTo>
                  <a:pt x="1945385" y="5507455"/>
                </a:lnTo>
                <a:cubicBezTo>
                  <a:pt x="1984041" y="5507455"/>
                  <a:pt x="2015377" y="5538791"/>
                  <a:pt x="2015377" y="5577447"/>
                </a:cubicBezTo>
                <a:lnTo>
                  <a:pt x="2015377" y="5716606"/>
                </a:lnTo>
                <a:cubicBezTo>
                  <a:pt x="2015377" y="5755262"/>
                  <a:pt x="1984041" y="5786598"/>
                  <a:pt x="1945385" y="5786598"/>
                </a:cubicBezTo>
                <a:lnTo>
                  <a:pt x="166286" y="5786598"/>
                </a:lnTo>
                <a:cubicBezTo>
                  <a:pt x="127630" y="5786598"/>
                  <a:pt x="96294" y="5755262"/>
                  <a:pt x="96294" y="5716606"/>
                </a:cubicBezTo>
                <a:lnTo>
                  <a:pt x="96294" y="5577447"/>
                </a:lnTo>
                <a:cubicBezTo>
                  <a:pt x="96294" y="5538791"/>
                  <a:pt x="127630" y="5507455"/>
                  <a:pt x="166286" y="5507455"/>
                </a:cubicBezTo>
                <a:lnTo>
                  <a:pt x="235712" y="5507455"/>
                </a:lnTo>
                <a:lnTo>
                  <a:pt x="537898" y="4928284"/>
                </a:lnTo>
                <a:lnTo>
                  <a:pt x="525896" y="4905281"/>
                </a:lnTo>
                <a:lnTo>
                  <a:pt x="517166" y="4905281"/>
                </a:lnTo>
                <a:cubicBezTo>
                  <a:pt x="485913" y="4905281"/>
                  <a:pt x="460578" y="4879946"/>
                  <a:pt x="460578" y="4848693"/>
                </a:cubicBezTo>
                <a:lnTo>
                  <a:pt x="460578" y="4829509"/>
                </a:lnTo>
                <a:cubicBezTo>
                  <a:pt x="460578" y="4798256"/>
                  <a:pt x="485913" y="4772921"/>
                  <a:pt x="517166" y="4772921"/>
                </a:cubicBezTo>
                <a:lnTo>
                  <a:pt x="536643" y="4772921"/>
                </a:lnTo>
                <a:lnTo>
                  <a:pt x="536643" y="4116689"/>
                </a:lnTo>
                <a:lnTo>
                  <a:pt x="483438" y="4116689"/>
                </a:lnTo>
                <a:cubicBezTo>
                  <a:pt x="477126" y="4116689"/>
                  <a:pt x="471411" y="4114130"/>
                  <a:pt x="467274" y="4109993"/>
                </a:cubicBezTo>
                <a:lnTo>
                  <a:pt x="460578" y="4093829"/>
                </a:lnTo>
                <a:lnTo>
                  <a:pt x="467274" y="4077665"/>
                </a:lnTo>
                <a:cubicBezTo>
                  <a:pt x="471411" y="4073529"/>
                  <a:pt x="477126" y="4070970"/>
                  <a:pt x="483438" y="4070970"/>
                </a:cubicBezTo>
                <a:lnTo>
                  <a:pt x="536643" y="4070970"/>
                </a:lnTo>
                <a:lnTo>
                  <a:pt x="536643" y="3949801"/>
                </a:lnTo>
                <a:lnTo>
                  <a:pt x="483438" y="3949801"/>
                </a:lnTo>
                <a:cubicBezTo>
                  <a:pt x="477126" y="3949801"/>
                  <a:pt x="471411" y="3947242"/>
                  <a:pt x="467274" y="3943105"/>
                </a:cubicBezTo>
                <a:lnTo>
                  <a:pt x="460578" y="3926941"/>
                </a:lnTo>
                <a:lnTo>
                  <a:pt x="467274" y="3910777"/>
                </a:lnTo>
                <a:cubicBezTo>
                  <a:pt x="471411" y="3906640"/>
                  <a:pt x="477126" y="3904082"/>
                  <a:pt x="483438" y="3904082"/>
                </a:cubicBezTo>
                <a:lnTo>
                  <a:pt x="536643" y="3904082"/>
                </a:lnTo>
                <a:lnTo>
                  <a:pt x="536643" y="3781025"/>
                </a:lnTo>
                <a:lnTo>
                  <a:pt x="0" y="3781025"/>
                </a:lnTo>
                <a:lnTo>
                  <a:pt x="0" y="3364856"/>
                </a:lnTo>
                <a:lnTo>
                  <a:pt x="1" y="3364856"/>
                </a:lnTo>
                <a:lnTo>
                  <a:pt x="1" y="2819733"/>
                </a:lnTo>
                <a:lnTo>
                  <a:pt x="186431" y="2819733"/>
                </a:lnTo>
                <a:lnTo>
                  <a:pt x="823097" y="2141404"/>
                </a:lnTo>
                <a:lnTo>
                  <a:pt x="813602" y="2137471"/>
                </a:lnTo>
                <a:cubicBezTo>
                  <a:pt x="810982" y="2134852"/>
                  <a:pt x="809362" y="2131233"/>
                  <a:pt x="809362" y="2127235"/>
                </a:cubicBezTo>
                <a:lnTo>
                  <a:pt x="809362" y="2069332"/>
                </a:lnTo>
                <a:cubicBezTo>
                  <a:pt x="809362" y="2061336"/>
                  <a:pt x="815843" y="2054855"/>
                  <a:pt x="823838" y="2054855"/>
                </a:cubicBezTo>
                <a:lnTo>
                  <a:pt x="877577" y="2054855"/>
                </a:lnTo>
                <a:lnTo>
                  <a:pt x="888250" y="1881866"/>
                </a:lnTo>
                <a:lnTo>
                  <a:pt x="828450" y="1881866"/>
                </a:lnTo>
                <a:cubicBezTo>
                  <a:pt x="823302" y="1881866"/>
                  <a:pt x="819128" y="1877691"/>
                  <a:pt x="819128" y="1872543"/>
                </a:cubicBezTo>
                <a:lnTo>
                  <a:pt x="819128" y="1835257"/>
                </a:lnTo>
                <a:cubicBezTo>
                  <a:pt x="819128" y="1830109"/>
                  <a:pt x="823302" y="1825935"/>
                  <a:pt x="828450" y="1825935"/>
                </a:cubicBezTo>
                <a:lnTo>
                  <a:pt x="891700" y="1825935"/>
                </a:lnTo>
                <a:lnTo>
                  <a:pt x="912234" y="1493103"/>
                </a:lnTo>
                <a:lnTo>
                  <a:pt x="860727" y="1497602"/>
                </a:lnTo>
                <a:lnTo>
                  <a:pt x="861169" y="1501090"/>
                </a:lnTo>
                <a:lnTo>
                  <a:pt x="562355" y="1538964"/>
                </a:lnTo>
                <a:lnTo>
                  <a:pt x="573819" y="1582489"/>
                </a:lnTo>
                <a:cubicBezTo>
                  <a:pt x="581039" y="1609902"/>
                  <a:pt x="564670" y="1637977"/>
                  <a:pt x="537257" y="1645198"/>
                </a:cubicBezTo>
                <a:lnTo>
                  <a:pt x="530211" y="1647053"/>
                </a:lnTo>
                <a:cubicBezTo>
                  <a:pt x="509651" y="1652468"/>
                  <a:pt x="488719" y="1644615"/>
                  <a:pt x="476492" y="1628784"/>
                </a:cubicBezTo>
                <a:lnTo>
                  <a:pt x="469491" y="1614538"/>
                </a:lnTo>
                <a:lnTo>
                  <a:pt x="470721" y="1635605"/>
                </a:lnTo>
                <a:cubicBezTo>
                  <a:pt x="467670" y="1656861"/>
                  <a:pt x="452267" y="1675268"/>
                  <a:pt x="430195" y="1681081"/>
                </a:cubicBezTo>
                <a:lnTo>
                  <a:pt x="422631" y="1683073"/>
                </a:lnTo>
                <a:cubicBezTo>
                  <a:pt x="393202" y="1690825"/>
                  <a:pt x="363062" y="1673252"/>
                  <a:pt x="355310" y="1643823"/>
                </a:cubicBezTo>
                <a:lnTo>
                  <a:pt x="315776" y="1493723"/>
                </a:lnTo>
                <a:cubicBezTo>
                  <a:pt x="308025" y="1464294"/>
                  <a:pt x="325598" y="1434153"/>
                  <a:pt x="355027" y="1426402"/>
                </a:cubicBezTo>
                <a:lnTo>
                  <a:pt x="362591" y="1424410"/>
                </a:lnTo>
                <a:cubicBezTo>
                  <a:pt x="384663" y="1418597"/>
                  <a:pt x="407134" y="1427028"/>
                  <a:pt x="420261" y="1444022"/>
                </a:cubicBezTo>
                <a:lnTo>
                  <a:pt x="427578" y="1458912"/>
                </a:lnTo>
                <a:lnTo>
                  <a:pt x="426045" y="1453091"/>
                </a:lnTo>
                <a:cubicBezTo>
                  <a:pt x="418825" y="1425678"/>
                  <a:pt x="435194" y="1397602"/>
                  <a:pt x="462607" y="1390382"/>
                </a:cubicBezTo>
                <a:lnTo>
                  <a:pt x="469653" y="1388526"/>
                </a:lnTo>
                <a:cubicBezTo>
                  <a:pt x="497066" y="1381306"/>
                  <a:pt x="525141" y="1397675"/>
                  <a:pt x="532361" y="1425088"/>
                </a:cubicBezTo>
                <a:lnTo>
                  <a:pt x="549415" y="1489834"/>
                </a:lnTo>
                <a:lnTo>
                  <a:pt x="840002" y="1334084"/>
                </a:lnTo>
                <a:lnTo>
                  <a:pt x="840607" y="1338857"/>
                </a:lnTo>
                <a:lnTo>
                  <a:pt x="1112835" y="1315078"/>
                </a:lnTo>
                <a:lnTo>
                  <a:pt x="2288860" y="137025"/>
                </a:lnTo>
                <a:lnTo>
                  <a:pt x="2281236" y="99263"/>
                </a:lnTo>
                <a:cubicBezTo>
                  <a:pt x="2281236" y="44442"/>
                  <a:pt x="2325678" y="0"/>
                  <a:pt x="23804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5B2E5E-F1FB-4B49-A15E-DFC13B08436B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A3A48E8-04F2-426B-A53F-860402AA3218}"/>
              </a:ext>
            </a:extLst>
          </p:cNvPr>
          <p:cNvSpPr/>
          <p:nvPr/>
        </p:nvSpPr>
        <p:spPr>
          <a:xfrm rot="956521">
            <a:off x="2860538" y="3182652"/>
            <a:ext cx="1871145" cy="593279"/>
          </a:xfrm>
          <a:custGeom>
            <a:avLst/>
            <a:gdLst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91392 w 5673186"/>
              <a:gd name="connsiteY110" fmla="*/ 1414998 h 1798781"/>
              <a:gd name="connsiteX111" fmla="*/ 1732488 w 5673186"/>
              <a:gd name="connsiteY111" fmla="*/ 1414998 h 1798781"/>
              <a:gd name="connsiteX112" fmla="*/ 1730789 w 5673186"/>
              <a:gd name="connsiteY112" fmla="*/ 1403104 h 1798781"/>
              <a:gd name="connsiteX113" fmla="*/ 1695546 w 5673186"/>
              <a:gd name="connsiteY113" fmla="*/ 1450729 h 1798781"/>
              <a:gd name="connsiteX114" fmla="*/ 1694594 w 5673186"/>
              <a:gd name="connsiteY114" fmla="*/ 1474542 h 1798781"/>
              <a:gd name="connsiteX115" fmla="*/ 1706024 w 5673186"/>
              <a:gd name="connsiteY115" fmla="*/ 1482162 h 1798781"/>
              <a:gd name="connsiteX116" fmla="*/ 1711416 w 5673186"/>
              <a:gd name="connsiteY116" fmla="*/ 1472171 h 1798781"/>
              <a:gd name="connsiteX117" fmla="*/ 1711416 w 5673186"/>
              <a:gd name="connsiteY117" fmla="*/ 1495204 h 1798781"/>
              <a:gd name="connsiteX118" fmla="*/ 1706024 w 5673186"/>
              <a:gd name="connsiteY118" fmla="*/ 1499306 h 1798781"/>
              <a:gd name="connsiteX119" fmla="*/ 1698404 w 5673186"/>
              <a:gd name="connsiteY119" fmla="*/ 1536454 h 1798781"/>
              <a:gd name="connsiteX120" fmla="*/ 1708881 w 5673186"/>
              <a:gd name="connsiteY120" fmla="*/ 1593604 h 1798781"/>
              <a:gd name="connsiteX121" fmla="*/ 1697451 w 5673186"/>
              <a:gd name="connsiteY121" fmla="*/ 1592652 h 1798781"/>
              <a:gd name="connsiteX122" fmla="*/ 1687926 w 5673186"/>
              <a:gd name="connsiteY122" fmla="*/ 1601224 h 1798781"/>
              <a:gd name="connsiteX123" fmla="*/ 1702214 w 5673186"/>
              <a:gd name="connsiteY123" fmla="*/ 1605987 h 1798781"/>
              <a:gd name="connsiteX124" fmla="*/ 1743171 w 5673186"/>
              <a:gd name="connsiteY124" fmla="*/ 1650754 h 1798781"/>
              <a:gd name="connsiteX125" fmla="*/ 1726979 w 5673186"/>
              <a:gd name="connsiteY125" fmla="*/ 1704094 h 1798781"/>
              <a:gd name="connsiteX126" fmla="*/ 1676496 w 5673186"/>
              <a:gd name="connsiteY126" fmla="*/ 1701237 h 1798781"/>
              <a:gd name="connsiteX127" fmla="*/ 1665066 w 5673186"/>
              <a:gd name="connsiteY127" fmla="*/ 1682187 h 1798781"/>
              <a:gd name="connsiteX128" fmla="*/ 1633634 w 5673186"/>
              <a:gd name="connsiteY128" fmla="*/ 1683139 h 1798781"/>
              <a:gd name="connsiteX129" fmla="*/ 1597439 w 5673186"/>
              <a:gd name="connsiteY129" fmla="*/ 1699331 h 1798781"/>
              <a:gd name="connsiteX130" fmla="*/ 1573626 w 5673186"/>
              <a:gd name="connsiteY130" fmla="*/ 1669804 h 1798781"/>
              <a:gd name="connsiteX131" fmla="*/ 1592676 w 5673186"/>
              <a:gd name="connsiteY131" fmla="*/ 1636467 h 1798781"/>
              <a:gd name="connsiteX132" fmla="*/ 1599344 w 5673186"/>
              <a:gd name="connsiteY132" fmla="*/ 1620274 h 1798781"/>
              <a:gd name="connsiteX133" fmla="*/ 1543146 w 5673186"/>
              <a:gd name="connsiteY133" fmla="*/ 1605034 h 1798781"/>
              <a:gd name="connsiteX134" fmla="*/ 1568864 w 5673186"/>
              <a:gd name="connsiteY134" fmla="*/ 1517404 h 1798781"/>
              <a:gd name="connsiteX135" fmla="*/ 1609821 w 5673186"/>
              <a:gd name="connsiteY135" fmla="*/ 1535502 h 1798781"/>
              <a:gd name="connsiteX136" fmla="*/ 1615536 w 5673186"/>
              <a:gd name="connsiteY136" fmla="*/ 1555504 h 1798781"/>
              <a:gd name="connsiteX137" fmla="*/ 1628871 w 5673186"/>
              <a:gd name="connsiteY137" fmla="*/ 1565981 h 1798781"/>
              <a:gd name="connsiteX138" fmla="*/ 1640301 w 5673186"/>
              <a:gd name="connsiteY138" fmla="*/ 1554552 h 1798781"/>
              <a:gd name="connsiteX139" fmla="*/ 1645064 w 5673186"/>
              <a:gd name="connsiteY139" fmla="*/ 1513594 h 1798781"/>
              <a:gd name="connsiteX140" fmla="*/ 1625061 w 5673186"/>
              <a:gd name="connsiteY140" fmla="*/ 1436442 h 1798781"/>
              <a:gd name="connsiteX141" fmla="*/ 1619346 w 5673186"/>
              <a:gd name="connsiteY141" fmla="*/ 1374529 h 1798781"/>
              <a:gd name="connsiteX142" fmla="*/ 1560291 w 5673186"/>
              <a:gd name="connsiteY142" fmla="*/ 1371672 h 1798781"/>
              <a:gd name="connsiteX143" fmla="*/ 1461231 w 5673186"/>
              <a:gd name="connsiteY143" fmla="*/ 1354527 h 1798781"/>
              <a:gd name="connsiteX144" fmla="*/ 1400271 w 5673186"/>
              <a:gd name="connsiteY144" fmla="*/ 1341192 h 1798781"/>
              <a:gd name="connsiteX145" fmla="*/ 1382174 w 5673186"/>
              <a:gd name="connsiteY145" fmla="*/ 1335477 h 1798781"/>
              <a:gd name="connsiteX146" fmla="*/ 1380269 w 5673186"/>
              <a:gd name="connsiteY146" fmla="*/ 1354527 h 1798781"/>
              <a:gd name="connsiteX147" fmla="*/ 1376459 w 5673186"/>
              <a:gd name="connsiteY147" fmla="*/ 1392627 h 1798781"/>
              <a:gd name="connsiteX148" fmla="*/ 1331691 w 5673186"/>
              <a:gd name="connsiteY148" fmla="*/ 1401199 h 1798781"/>
              <a:gd name="connsiteX149" fmla="*/ 1293591 w 5673186"/>
              <a:gd name="connsiteY149" fmla="*/ 1379292 h 1798781"/>
              <a:gd name="connsiteX150" fmla="*/ 1285971 w 5673186"/>
              <a:gd name="connsiteY150" fmla="*/ 1367862 h 1798781"/>
              <a:gd name="connsiteX151" fmla="*/ 1281209 w 5673186"/>
              <a:gd name="connsiteY151" fmla="*/ 1374529 h 1798781"/>
              <a:gd name="connsiteX152" fmla="*/ 1237394 w 5673186"/>
              <a:gd name="connsiteY152" fmla="*/ 1402152 h 1798781"/>
              <a:gd name="connsiteX153" fmla="*/ 1182149 w 5673186"/>
              <a:gd name="connsiteY153" fmla="*/ 1358337 h 1798781"/>
              <a:gd name="connsiteX154" fmla="*/ 1190721 w 5673186"/>
              <a:gd name="connsiteY154" fmla="*/ 1304997 h 1798781"/>
              <a:gd name="connsiteX155" fmla="*/ 1210724 w 5673186"/>
              <a:gd name="connsiteY155" fmla="*/ 1289756 h 1798781"/>
              <a:gd name="connsiteX156" fmla="*/ 1092614 w 5673186"/>
              <a:gd name="connsiteY156" fmla="*/ 1261181 h 1798781"/>
              <a:gd name="connsiteX157" fmla="*/ 1064039 w 5673186"/>
              <a:gd name="connsiteY157" fmla="*/ 1266897 h 1798781"/>
              <a:gd name="connsiteX158" fmla="*/ 1003079 w 5673186"/>
              <a:gd name="connsiteY158" fmla="*/ 1313569 h 1798781"/>
              <a:gd name="connsiteX159" fmla="*/ 997364 w 5673186"/>
              <a:gd name="connsiteY159" fmla="*/ 1324999 h 1798781"/>
              <a:gd name="connsiteX160" fmla="*/ 1003079 w 5673186"/>
              <a:gd name="connsiteY160" fmla="*/ 1351669 h 1798781"/>
              <a:gd name="connsiteX161" fmla="*/ 947834 w 5673186"/>
              <a:gd name="connsiteY161" fmla="*/ 1421202 h 1798781"/>
              <a:gd name="connsiteX162" fmla="*/ 943071 w 5673186"/>
              <a:gd name="connsiteY162" fmla="*/ 1421202 h 1798781"/>
              <a:gd name="connsiteX163" fmla="*/ 745904 w 5673186"/>
              <a:gd name="connsiteY163" fmla="*/ 1403104 h 1798781"/>
              <a:gd name="connsiteX164" fmla="*/ 636366 w 5673186"/>
              <a:gd name="connsiteY164" fmla="*/ 1389769 h 1798781"/>
              <a:gd name="connsiteX165" fmla="*/ 600171 w 5673186"/>
              <a:gd name="connsiteY165" fmla="*/ 1240227 h 1798781"/>
              <a:gd name="connsiteX166" fmla="*/ 600171 w 5673186"/>
              <a:gd name="connsiteY166" fmla="*/ 1220224 h 1798781"/>
              <a:gd name="connsiteX167" fmla="*/ 560166 w 5673186"/>
              <a:gd name="connsiteY167" fmla="*/ 1216414 h 1798781"/>
              <a:gd name="connsiteX168" fmla="*/ 517304 w 5673186"/>
              <a:gd name="connsiteY168" fmla="*/ 1267849 h 1798781"/>
              <a:gd name="connsiteX169" fmla="*/ 510636 w 5673186"/>
              <a:gd name="connsiteY169" fmla="*/ 1284042 h 1798781"/>
              <a:gd name="connsiteX170" fmla="*/ 519209 w 5673186"/>
              <a:gd name="connsiteY170" fmla="*/ 1309759 h 1798781"/>
              <a:gd name="connsiteX171" fmla="*/ 477299 w 5673186"/>
              <a:gd name="connsiteY171" fmla="*/ 1384054 h 1798781"/>
              <a:gd name="connsiteX172" fmla="*/ 322994 w 5673186"/>
              <a:gd name="connsiteY172" fmla="*/ 1382149 h 1798781"/>
              <a:gd name="connsiteX173" fmla="*/ 186786 w 5673186"/>
              <a:gd name="connsiteY173" fmla="*/ 1338334 h 1798781"/>
              <a:gd name="connsiteX174" fmla="*/ 127731 w 5673186"/>
              <a:gd name="connsiteY174" fmla="*/ 1189744 h 1798781"/>
              <a:gd name="connsiteX175" fmla="*/ 257271 w 5673186"/>
              <a:gd name="connsiteY175" fmla="*/ 1089732 h 1798781"/>
              <a:gd name="connsiteX176" fmla="*/ 318231 w 5673186"/>
              <a:gd name="connsiteY176" fmla="*/ 1084969 h 1798781"/>
              <a:gd name="connsiteX177" fmla="*/ 208694 w 5673186"/>
              <a:gd name="connsiteY177" fmla="*/ 1059252 h 1798781"/>
              <a:gd name="connsiteX178" fmla="*/ 26766 w 5673186"/>
              <a:gd name="connsiteY178" fmla="*/ 1016389 h 1798781"/>
              <a:gd name="connsiteX179" fmla="*/ 96 w 5673186"/>
              <a:gd name="connsiteY179" fmla="*/ 1004007 h 1798781"/>
              <a:gd name="connsiteX180" fmla="*/ 138209 w 5673186"/>
              <a:gd name="connsiteY180" fmla="*/ 981147 h 1798781"/>
              <a:gd name="connsiteX181" fmla="*/ 361094 w 5673186"/>
              <a:gd name="connsiteY181" fmla="*/ 1014484 h 1798781"/>
              <a:gd name="connsiteX182" fmla="*/ 801149 w 5673186"/>
              <a:gd name="connsiteY182" fmla="*/ 1075444 h 1798781"/>
              <a:gd name="connsiteX183" fmla="*/ 1055466 w 5673186"/>
              <a:gd name="connsiteY183" fmla="*/ 1090684 h 1798781"/>
              <a:gd name="connsiteX184" fmla="*/ 1075469 w 5673186"/>
              <a:gd name="connsiteY184" fmla="*/ 1067824 h 1798781"/>
              <a:gd name="connsiteX185" fmla="*/ 1076421 w 5673186"/>
              <a:gd name="connsiteY185" fmla="*/ 1052584 h 1798781"/>
              <a:gd name="connsiteX186" fmla="*/ 1060229 w 5673186"/>
              <a:gd name="connsiteY186" fmla="*/ 981147 h 1798781"/>
              <a:gd name="connsiteX187" fmla="*/ 917354 w 5673186"/>
              <a:gd name="connsiteY187" fmla="*/ 779217 h 1798781"/>
              <a:gd name="connsiteX188" fmla="*/ 948786 w 5673186"/>
              <a:gd name="connsiteY188" fmla="*/ 672536 h 1798781"/>
              <a:gd name="connsiteX189" fmla="*/ 977361 w 5673186"/>
              <a:gd name="connsiteY189" fmla="*/ 640151 h 1798781"/>
              <a:gd name="connsiteX190" fmla="*/ 1167861 w 5673186"/>
              <a:gd name="connsiteY190" fmla="*/ 472511 h 1798781"/>
              <a:gd name="connsiteX191" fmla="*/ 1367886 w 5673186"/>
              <a:gd name="connsiteY191" fmla="*/ 423934 h 1798781"/>
              <a:gd name="connsiteX192" fmla="*/ 1698404 w 5673186"/>
              <a:gd name="connsiteY192" fmla="*/ 513469 h 1798781"/>
              <a:gd name="connsiteX193" fmla="*/ 1767936 w 5673186"/>
              <a:gd name="connsiteY193" fmla="*/ 542997 h 1798781"/>
              <a:gd name="connsiteX194" fmla="*/ 2060354 w 5673186"/>
              <a:gd name="connsiteY194" fmla="*/ 700159 h 1798781"/>
              <a:gd name="connsiteX195" fmla="*/ 2223231 w 5673186"/>
              <a:gd name="connsiteY195" fmla="*/ 760167 h 1798781"/>
              <a:gd name="connsiteX196" fmla="*/ 2890934 w 5673186"/>
              <a:gd name="connsiteY196" fmla="*/ 920186 h 1798781"/>
              <a:gd name="connsiteX197" fmla="*/ 2939511 w 5673186"/>
              <a:gd name="connsiteY197" fmla="*/ 900184 h 1798781"/>
              <a:gd name="connsiteX198" fmla="*/ 3134774 w 5673186"/>
              <a:gd name="connsiteY198" fmla="*/ 654439 h 1798781"/>
              <a:gd name="connsiteX199" fmla="*/ 3645314 w 5673186"/>
              <a:gd name="connsiteY199" fmla="*/ 61031 h 1798781"/>
              <a:gd name="connsiteX200" fmla="*/ 3661506 w 5673186"/>
              <a:gd name="connsiteY200" fmla="*/ 41029 h 1798781"/>
              <a:gd name="connsiteX201" fmla="*/ 3725131 w 5673186"/>
              <a:gd name="connsiteY201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2488 w 5673186"/>
              <a:gd name="connsiteY110" fmla="*/ 1414998 h 1798781"/>
              <a:gd name="connsiteX111" fmla="*/ 1730789 w 5673186"/>
              <a:gd name="connsiteY111" fmla="*/ 1403104 h 1798781"/>
              <a:gd name="connsiteX112" fmla="*/ 1695546 w 5673186"/>
              <a:gd name="connsiteY112" fmla="*/ 1450729 h 1798781"/>
              <a:gd name="connsiteX113" fmla="*/ 1694594 w 5673186"/>
              <a:gd name="connsiteY113" fmla="*/ 1474542 h 1798781"/>
              <a:gd name="connsiteX114" fmla="*/ 1706024 w 5673186"/>
              <a:gd name="connsiteY114" fmla="*/ 1482162 h 1798781"/>
              <a:gd name="connsiteX115" fmla="*/ 1711416 w 5673186"/>
              <a:gd name="connsiteY115" fmla="*/ 1472171 h 1798781"/>
              <a:gd name="connsiteX116" fmla="*/ 1711416 w 5673186"/>
              <a:gd name="connsiteY116" fmla="*/ 1495204 h 1798781"/>
              <a:gd name="connsiteX117" fmla="*/ 1706024 w 5673186"/>
              <a:gd name="connsiteY117" fmla="*/ 1499306 h 1798781"/>
              <a:gd name="connsiteX118" fmla="*/ 1698404 w 5673186"/>
              <a:gd name="connsiteY118" fmla="*/ 1536454 h 1798781"/>
              <a:gd name="connsiteX119" fmla="*/ 1708881 w 5673186"/>
              <a:gd name="connsiteY119" fmla="*/ 1593604 h 1798781"/>
              <a:gd name="connsiteX120" fmla="*/ 1697451 w 5673186"/>
              <a:gd name="connsiteY120" fmla="*/ 1592652 h 1798781"/>
              <a:gd name="connsiteX121" fmla="*/ 1687926 w 5673186"/>
              <a:gd name="connsiteY121" fmla="*/ 1601224 h 1798781"/>
              <a:gd name="connsiteX122" fmla="*/ 1702214 w 5673186"/>
              <a:gd name="connsiteY122" fmla="*/ 1605987 h 1798781"/>
              <a:gd name="connsiteX123" fmla="*/ 1743171 w 5673186"/>
              <a:gd name="connsiteY123" fmla="*/ 1650754 h 1798781"/>
              <a:gd name="connsiteX124" fmla="*/ 1726979 w 5673186"/>
              <a:gd name="connsiteY124" fmla="*/ 1704094 h 1798781"/>
              <a:gd name="connsiteX125" fmla="*/ 1676496 w 5673186"/>
              <a:gd name="connsiteY125" fmla="*/ 1701237 h 1798781"/>
              <a:gd name="connsiteX126" fmla="*/ 1665066 w 5673186"/>
              <a:gd name="connsiteY126" fmla="*/ 1682187 h 1798781"/>
              <a:gd name="connsiteX127" fmla="*/ 1633634 w 5673186"/>
              <a:gd name="connsiteY127" fmla="*/ 1683139 h 1798781"/>
              <a:gd name="connsiteX128" fmla="*/ 1597439 w 5673186"/>
              <a:gd name="connsiteY128" fmla="*/ 1699331 h 1798781"/>
              <a:gd name="connsiteX129" fmla="*/ 1573626 w 5673186"/>
              <a:gd name="connsiteY129" fmla="*/ 1669804 h 1798781"/>
              <a:gd name="connsiteX130" fmla="*/ 1592676 w 5673186"/>
              <a:gd name="connsiteY130" fmla="*/ 1636467 h 1798781"/>
              <a:gd name="connsiteX131" fmla="*/ 1599344 w 5673186"/>
              <a:gd name="connsiteY131" fmla="*/ 1620274 h 1798781"/>
              <a:gd name="connsiteX132" fmla="*/ 1543146 w 5673186"/>
              <a:gd name="connsiteY132" fmla="*/ 1605034 h 1798781"/>
              <a:gd name="connsiteX133" fmla="*/ 1568864 w 5673186"/>
              <a:gd name="connsiteY133" fmla="*/ 1517404 h 1798781"/>
              <a:gd name="connsiteX134" fmla="*/ 1609821 w 5673186"/>
              <a:gd name="connsiteY134" fmla="*/ 1535502 h 1798781"/>
              <a:gd name="connsiteX135" fmla="*/ 1615536 w 5673186"/>
              <a:gd name="connsiteY135" fmla="*/ 1555504 h 1798781"/>
              <a:gd name="connsiteX136" fmla="*/ 1628871 w 5673186"/>
              <a:gd name="connsiteY136" fmla="*/ 1565981 h 1798781"/>
              <a:gd name="connsiteX137" fmla="*/ 1640301 w 5673186"/>
              <a:gd name="connsiteY137" fmla="*/ 1554552 h 1798781"/>
              <a:gd name="connsiteX138" fmla="*/ 1645064 w 5673186"/>
              <a:gd name="connsiteY138" fmla="*/ 1513594 h 1798781"/>
              <a:gd name="connsiteX139" fmla="*/ 1625061 w 5673186"/>
              <a:gd name="connsiteY139" fmla="*/ 1436442 h 1798781"/>
              <a:gd name="connsiteX140" fmla="*/ 1619346 w 5673186"/>
              <a:gd name="connsiteY140" fmla="*/ 1374529 h 1798781"/>
              <a:gd name="connsiteX141" fmla="*/ 1560291 w 5673186"/>
              <a:gd name="connsiteY141" fmla="*/ 1371672 h 1798781"/>
              <a:gd name="connsiteX142" fmla="*/ 1461231 w 5673186"/>
              <a:gd name="connsiteY142" fmla="*/ 1354527 h 1798781"/>
              <a:gd name="connsiteX143" fmla="*/ 1400271 w 5673186"/>
              <a:gd name="connsiteY143" fmla="*/ 1341192 h 1798781"/>
              <a:gd name="connsiteX144" fmla="*/ 1382174 w 5673186"/>
              <a:gd name="connsiteY144" fmla="*/ 1335477 h 1798781"/>
              <a:gd name="connsiteX145" fmla="*/ 1380269 w 5673186"/>
              <a:gd name="connsiteY145" fmla="*/ 1354527 h 1798781"/>
              <a:gd name="connsiteX146" fmla="*/ 1376459 w 5673186"/>
              <a:gd name="connsiteY146" fmla="*/ 1392627 h 1798781"/>
              <a:gd name="connsiteX147" fmla="*/ 1331691 w 5673186"/>
              <a:gd name="connsiteY147" fmla="*/ 1401199 h 1798781"/>
              <a:gd name="connsiteX148" fmla="*/ 1293591 w 5673186"/>
              <a:gd name="connsiteY148" fmla="*/ 1379292 h 1798781"/>
              <a:gd name="connsiteX149" fmla="*/ 1285971 w 5673186"/>
              <a:gd name="connsiteY149" fmla="*/ 1367862 h 1798781"/>
              <a:gd name="connsiteX150" fmla="*/ 1281209 w 5673186"/>
              <a:gd name="connsiteY150" fmla="*/ 1374529 h 1798781"/>
              <a:gd name="connsiteX151" fmla="*/ 1237394 w 5673186"/>
              <a:gd name="connsiteY151" fmla="*/ 1402152 h 1798781"/>
              <a:gd name="connsiteX152" fmla="*/ 1182149 w 5673186"/>
              <a:gd name="connsiteY152" fmla="*/ 1358337 h 1798781"/>
              <a:gd name="connsiteX153" fmla="*/ 1190721 w 5673186"/>
              <a:gd name="connsiteY153" fmla="*/ 1304997 h 1798781"/>
              <a:gd name="connsiteX154" fmla="*/ 1210724 w 5673186"/>
              <a:gd name="connsiteY154" fmla="*/ 1289756 h 1798781"/>
              <a:gd name="connsiteX155" fmla="*/ 1092614 w 5673186"/>
              <a:gd name="connsiteY155" fmla="*/ 1261181 h 1798781"/>
              <a:gd name="connsiteX156" fmla="*/ 1064039 w 5673186"/>
              <a:gd name="connsiteY156" fmla="*/ 1266897 h 1798781"/>
              <a:gd name="connsiteX157" fmla="*/ 1003079 w 5673186"/>
              <a:gd name="connsiteY157" fmla="*/ 1313569 h 1798781"/>
              <a:gd name="connsiteX158" fmla="*/ 997364 w 5673186"/>
              <a:gd name="connsiteY158" fmla="*/ 1324999 h 1798781"/>
              <a:gd name="connsiteX159" fmla="*/ 1003079 w 5673186"/>
              <a:gd name="connsiteY159" fmla="*/ 1351669 h 1798781"/>
              <a:gd name="connsiteX160" fmla="*/ 947834 w 5673186"/>
              <a:gd name="connsiteY160" fmla="*/ 1421202 h 1798781"/>
              <a:gd name="connsiteX161" fmla="*/ 943071 w 5673186"/>
              <a:gd name="connsiteY161" fmla="*/ 1421202 h 1798781"/>
              <a:gd name="connsiteX162" fmla="*/ 745904 w 5673186"/>
              <a:gd name="connsiteY162" fmla="*/ 1403104 h 1798781"/>
              <a:gd name="connsiteX163" fmla="*/ 636366 w 5673186"/>
              <a:gd name="connsiteY163" fmla="*/ 1389769 h 1798781"/>
              <a:gd name="connsiteX164" fmla="*/ 600171 w 5673186"/>
              <a:gd name="connsiteY164" fmla="*/ 1240227 h 1798781"/>
              <a:gd name="connsiteX165" fmla="*/ 600171 w 5673186"/>
              <a:gd name="connsiteY165" fmla="*/ 1220224 h 1798781"/>
              <a:gd name="connsiteX166" fmla="*/ 560166 w 5673186"/>
              <a:gd name="connsiteY166" fmla="*/ 1216414 h 1798781"/>
              <a:gd name="connsiteX167" fmla="*/ 517304 w 5673186"/>
              <a:gd name="connsiteY167" fmla="*/ 1267849 h 1798781"/>
              <a:gd name="connsiteX168" fmla="*/ 510636 w 5673186"/>
              <a:gd name="connsiteY168" fmla="*/ 1284042 h 1798781"/>
              <a:gd name="connsiteX169" fmla="*/ 519209 w 5673186"/>
              <a:gd name="connsiteY169" fmla="*/ 1309759 h 1798781"/>
              <a:gd name="connsiteX170" fmla="*/ 477299 w 5673186"/>
              <a:gd name="connsiteY170" fmla="*/ 1384054 h 1798781"/>
              <a:gd name="connsiteX171" fmla="*/ 322994 w 5673186"/>
              <a:gd name="connsiteY171" fmla="*/ 1382149 h 1798781"/>
              <a:gd name="connsiteX172" fmla="*/ 186786 w 5673186"/>
              <a:gd name="connsiteY172" fmla="*/ 1338334 h 1798781"/>
              <a:gd name="connsiteX173" fmla="*/ 127731 w 5673186"/>
              <a:gd name="connsiteY173" fmla="*/ 1189744 h 1798781"/>
              <a:gd name="connsiteX174" fmla="*/ 257271 w 5673186"/>
              <a:gd name="connsiteY174" fmla="*/ 1089732 h 1798781"/>
              <a:gd name="connsiteX175" fmla="*/ 318231 w 5673186"/>
              <a:gd name="connsiteY175" fmla="*/ 1084969 h 1798781"/>
              <a:gd name="connsiteX176" fmla="*/ 208694 w 5673186"/>
              <a:gd name="connsiteY176" fmla="*/ 1059252 h 1798781"/>
              <a:gd name="connsiteX177" fmla="*/ 26766 w 5673186"/>
              <a:gd name="connsiteY177" fmla="*/ 1016389 h 1798781"/>
              <a:gd name="connsiteX178" fmla="*/ 96 w 5673186"/>
              <a:gd name="connsiteY178" fmla="*/ 1004007 h 1798781"/>
              <a:gd name="connsiteX179" fmla="*/ 138209 w 5673186"/>
              <a:gd name="connsiteY179" fmla="*/ 981147 h 1798781"/>
              <a:gd name="connsiteX180" fmla="*/ 361094 w 5673186"/>
              <a:gd name="connsiteY180" fmla="*/ 1014484 h 1798781"/>
              <a:gd name="connsiteX181" fmla="*/ 801149 w 5673186"/>
              <a:gd name="connsiteY181" fmla="*/ 1075444 h 1798781"/>
              <a:gd name="connsiteX182" fmla="*/ 1055466 w 5673186"/>
              <a:gd name="connsiteY182" fmla="*/ 1090684 h 1798781"/>
              <a:gd name="connsiteX183" fmla="*/ 1075469 w 5673186"/>
              <a:gd name="connsiteY183" fmla="*/ 1067824 h 1798781"/>
              <a:gd name="connsiteX184" fmla="*/ 1076421 w 5673186"/>
              <a:gd name="connsiteY184" fmla="*/ 1052584 h 1798781"/>
              <a:gd name="connsiteX185" fmla="*/ 1060229 w 5673186"/>
              <a:gd name="connsiteY185" fmla="*/ 981147 h 1798781"/>
              <a:gd name="connsiteX186" fmla="*/ 917354 w 5673186"/>
              <a:gd name="connsiteY186" fmla="*/ 779217 h 1798781"/>
              <a:gd name="connsiteX187" fmla="*/ 948786 w 5673186"/>
              <a:gd name="connsiteY187" fmla="*/ 672536 h 1798781"/>
              <a:gd name="connsiteX188" fmla="*/ 977361 w 5673186"/>
              <a:gd name="connsiteY188" fmla="*/ 640151 h 1798781"/>
              <a:gd name="connsiteX189" fmla="*/ 1167861 w 5673186"/>
              <a:gd name="connsiteY189" fmla="*/ 472511 h 1798781"/>
              <a:gd name="connsiteX190" fmla="*/ 1367886 w 5673186"/>
              <a:gd name="connsiteY190" fmla="*/ 423934 h 1798781"/>
              <a:gd name="connsiteX191" fmla="*/ 1698404 w 5673186"/>
              <a:gd name="connsiteY191" fmla="*/ 513469 h 1798781"/>
              <a:gd name="connsiteX192" fmla="*/ 1767936 w 5673186"/>
              <a:gd name="connsiteY192" fmla="*/ 542997 h 1798781"/>
              <a:gd name="connsiteX193" fmla="*/ 2060354 w 5673186"/>
              <a:gd name="connsiteY193" fmla="*/ 700159 h 1798781"/>
              <a:gd name="connsiteX194" fmla="*/ 2223231 w 5673186"/>
              <a:gd name="connsiteY194" fmla="*/ 760167 h 1798781"/>
              <a:gd name="connsiteX195" fmla="*/ 2890934 w 5673186"/>
              <a:gd name="connsiteY195" fmla="*/ 920186 h 1798781"/>
              <a:gd name="connsiteX196" fmla="*/ 2939511 w 5673186"/>
              <a:gd name="connsiteY196" fmla="*/ 900184 h 1798781"/>
              <a:gd name="connsiteX197" fmla="*/ 3134774 w 5673186"/>
              <a:gd name="connsiteY197" fmla="*/ 654439 h 1798781"/>
              <a:gd name="connsiteX198" fmla="*/ 3645314 w 5673186"/>
              <a:gd name="connsiteY198" fmla="*/ 61031 h 1798781"/>
              <a:gd name="connsiteX199" fmla="*/ 3661506 w 5673186"/>
              <a:gd name="connsiteY199" fmla="*/ 41029 h 1798781"/>
              <a:gd name="connsiteX200" fmla="*/ 3725131 w 5673186"/>
              <a:gd name="connsiteY200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0789 w 5673186"/>
              <a:gd name="connsiteY110" fmla="*/ 1403104 h 1798781"/>
              <a:gd name="connsiteX111" fmla="*/ 1695546 w 5673186"/>
              <a:gd name="connsiteY111" fmla="*/ 1450729 h 1798781"/>
              <a:gd name="connsiteX112" fmla="*/ 1694594 w 5673186"/>
              <a:gd name="connsiteY112" fmla="*/ 1474542 h 1798781"/>
              <a:gd name="connsiteX113" fmla="*/ 1706024 w 5673186"/>
              <a:gd name="connsiteY113" fmla="*/ 1482162 h 1798781"/>
              <a:gd name="connsiteX114" fmla="*/ 1711416 w 5673186"/>
              <a:gd name="connsiteY114" fmla="*/ 1472171 h 1798781"/>
              <a:gd name="connsiteX115" fmla="*/ 1711416 w 5673186"/>
              <a:gd name="connsiteY115" fmla="*/ 1495204 h 1798781"/>
              <a:gd name="connsiteX116" fmla="*/ 1706024 w 5673186"/>
              <a:gd name="connsiteY116" fmla="*/ 1499306 h 1798781"/>
              <a:gd name="connsiteX117" fmla="*/ 1698404 w 5673186"/>
              <a:gd name="connsiteY117" fmla="*/ 1536454 h 1798781"/>
              <a:gd name="connsiteX118" fmla="*/ 1708881 w 5673186"/>
              <a:gd name="connsiteY118" fmla="*/ 1593604 h 1798781"/>
              <a:gd name="connsiteX119" fmla="*/ 1697451 w 5673186"/>
              <a:gd name="connsiteY119" fmla="*/ 1592652 h 1798781"/>
              <a:gd name="connsiteX120" fmla="*/ 1687926 w 5673186"/>
              <a:gd name="connsiteY120" fmla="*/ 1601224 h 1798781"/>
              <a:gd name="connsiteX121" fmla="*/ 1702214 w 5673186"/>
              <a:gd name="connsiteY121" fmla="*/ 1605987 h 1798781"/>
              <a:gd name="connsiteX122" fmla="*/ 1743171 w 5673186"/>
              <a:gd name="connsiteY122" fmla="*/ 1650754 h 1798781"/>
              <a:gd name="connsiteX123" fmla="*/ 1726979 w 5673186"/>
              <a:gd name="connsiteY123" fmla="*/ 1704094 h 1798781"/>
              <a:gd name="connsiteX124" fmla="*/ 1676496 w 5673186"/>
              <a:gd name="connsiteY124" fmla="*/ 1701237 h 1798781"/>
              <a:gd name="connsiteX125" fmla="*/ 1665066 w 5673186"/>
              <a:gd name="connsiteY125" fmla="*/ 1682187 h 1798781"/>
              <a:gd name="connsiteX126" fmla="*/ 1633634 w 5673186"/>
              <a:gd name="connsiteY126" fmla="*/ 1683139 h 1798781"/>
              <a:gd name="connsiteX127" fmla="*/ 1597439 w 5673186"/>
              <a:gd name="connsiteY127" fmla="*/ 1699331 h 1798781"/>
              <a:gd name="connsiteX128" fmla="*/ 1573626 w 5673186"/>
              <a:gd name="connsiteY128" fmla="*/ 1669804 h 1798781"/>
              <a:gd name="connsiteX129" fmla="*/ 1592676 w 5673186"/>
              <a:gd name="connsiteY129" fmla="*/ 1636467 h 1798781"/>
              <a:gd name="connsiteX130" fmla="*/ 1599344 w 5673186"/>
              <a:gd name="connsiteY130" fmla="*/ 1620274 h 1798781"/>
              <a:gd name="connsiteX131" fmla="*/ 1543146 w 5673186"/>
              <a:gd name="connsiteY131" fmla="*/ 1605034 h 1798781"/>
              <a:gd name="connsiteX132" fmla="*/ 1568864 w 5673186"/>
              <a:gd name="connsiteY132" fmla="*/ 1517404 h 1798781"/>
              <a:gd name="connsiteX133" fmla="*/ 1609821 w 5673186"/>
              <a:gd name="connsiteY133" fmla="*/ 1535502 h 1798781"/>
              <a:gd name="connsiteX134" fmla="*/ 1615536 w 5673186"/>
              <a:gd name="connsiteY134" fmla="*/ 1555504 h 1798781"/>
              <a:gd name="connsiteX135" fmla="*/ 1628871 w 5673186"/>
              <a:gd name="connsiteY135" fmla="*/ 1565981 h 1798781"/>
              <a:gd name="connsiteX136" fmla="*/ 1640301 w 5673186"/>
              <a:gd name="connsiteY136" fmla="*/ 1554552 h 1798781"/>
              <a:gd name="connsiteX137" fmla="*/ 1645064 w 5673186"/>
              <a:gd name="connsiteY137" fmla="*/ 1513594 h 1798781"/>
              <a:gd name="connsiteX138" fmla="*/ 1625061 w 5673186"/>
              <a:gd name="connsiteY138" fmla="*/ 1436442 h 1798781"/>
              <a:gd name="connsiteX139" fmla="*/ 1619346 w 5673186"/>
              <a:gd name="connsiteY139" fmla="*/ 1374529 h 1798781"/>
              <a:gd name="connsiteX140" fmla="*/ 1560291 w 5673186"/>
              <a:gd name="connsiteY140" fmla="*/ 1371672 h 1798781"/>
              <a:gd name="connsiteX141" fmla="*/ 1461231 w 5673186"/>
              <a:gd name="connsiteY141" fmla="*/ 1354527 h 1798781"/>
              <a:gd name="connsiteX142" fmla="*/ 1400271 w 5673186"/>
              <a:gd name="connsiteY142" fmla="*/ 1341192 h 1798781"/>
              <a:gd name="connsiteX143" fmla="*/ 1382174 w 5673186"/>
              <a:gd name="connsiteY143" fmla="*/ 1335477 h 1798781"/>
              <a:gd name="connsiteX144" fmla="*/ 1380269 w 5673186"/>
              <a:gd name="connsiteY144" fmla="*/ 1354527 h 1798781"/>
              <a:gd name="connsiteX145" fmla="*/ 1376459 w 5673186"/>
              <a:gd name="connsiteY145" fmla="*/ 1392627 h 1798781"/>
              <a:gd name="connsiteX146" fmla="*/ 1331691 w 5673186"/>
              <a:gd name="connsiteY146" fmla="*/ 1401199 h 1798781"/>
              <a:gd name="connsiteX147" fmla="*/ 1293591 w 5673186"/>
              <a:gd name="connsiteY147" fmla="*/ 1379292 h 1798781"/>
              <a:gd name="connsiteX148" fmla="*/ 1285971 w 5673186"/>
              <a:gd name="connsiteY148" fmla="*/ 1367862 h 1798781"/>
              <a:gd name="connsiteX149" fmla="*/ 1281209 w 5673186"/>
              <a:gd name="connsiteY149" fmla="*/ 1374529 h 1798781"/>
              <a:gd name="connsiteX150" fmla="*/ 1237394 w 5673186"/>
              <a:gd name="connsiteY150" fmla="*/ 1402152 h 1798781"/>
              <a:gd name="connsiteX151" fmla="*/ 1182149 w 5673186"/>
              <a:gd name="connsiteY151" fmla="*/ 1358337 h 1798781"/>
              <a:gd name="connsiteX152" fmla="*/ 1190721 w 5673186"/>
              <a:gd name="connsiteY152" fmla="*/ 1304997 h 1798781"/>
              <a:gd name="connsiteX153" fmla="*/ 1210724 w 5673186"/>
              <a:gd name="connsiteY153" fmla="*/ 1289756 h 1798781"/>
              <a:gd name="connsiteX154" fmla="*/ 1092614 w 5673186"/>
              <a:gd name="connsiteY154" fmla="*/ 1261181 h 1798781"/>
              <a:gd name="connsiteX155" fmla="*/ 1064039 w 5673186"/>
              <a:gd name="connsiteY155" fmla="*/ 1266897 h 1798781"/>
              <a:gd name="connsiteX156" fmla="*/ 1003079 w 5673186"/>
              <a:gd name="connsiteY156" fmla="*/ 1313569 h 1798781"/>
              <a:gd name="connsiteX157" fmla="*/ 997364 w 5673186"/>
              <a:gd name="connsiteY157" fmla="*/ 1324999 h 1798781"/>
              <a:gd name="connsiteX158" fmla="*/ 1003079 w 5673186"/>
              <a:gd name="connsiteY158" fmla="*/ 1351669 h 1798781"/>
              <a:gd name="connsiteX159" fmla="*/ 947834 w 5673186"/>
              <a:gd name="connsiteY159" fmla="*/ 1421202 h 1798781"/>
              <a:gd name="connsiteX160" fmla="*/ 943071 w 5673186"/>
              <a:gd name="connsiteY160" fmla="*/ 1421202 h 1798781"/>
              <a:gd name="connsiteX161" fmla="*/ 745904 w 5673186"/>
              <a:gd name="connsiteY161" fmla="*/ 1403104 h 1798781"/>
              <a:gd name="connsiteX162" fmla="*/ 636366 w 5673186"/>
              <a:gd name="connsiteY162" fmla="*/ 1389769 h 1798781"/>
              <a:gd name="connsiteX163" fmla="*/ 600171 w 5673186"/>
              <a:gd name="connsiteY163" fmla="*/ 1240227 h 1798781"/>
              <a:gd name="connsiteX164" fmla="*/ 600171 w 5673186"/>
              <a:gd name="connsiteY164" fmla="*/ 1220224 h 1798781"/>
              <a:gd name="connsiteX165" fmla="*/ 560166 w 5673186"/>
              <a:gd name="connsiteY165" fmla="*/ 1216414 h 1798781"/>
              <a:gd name="connsiteX166" fmla="*/ 517304 w 5673186"/>
              <a:gd name="connsiteY166" fmla="*/ 1267849 h 1798781"/>
              <a:gd name="connsiteX167" fmla="*/ 510636 w 5673186"/>
              <a:gd name="connsiteY167" fmla="*/ 1284042 h 1798781"/>
              <a:gd name="connsiteX168" fmla="*/ 519209 w 5673186"/>
              <a:gd name="connsiteY168" fmla="*/ 1309759 h 1798781"/>
              <a:gd name="connsiteX169" fmla="*/ 477299 w 5673186"/>
              <a:gd name="connsiteY169" fmla="*/ 1384054 h 1798781"/>
              <a:gd name="connsiteX170" fmla="*/ 322994 w 5673186"/>
              <a:gd name="connsiteY170" fmla="*/ 1382149 h 1798781"/>
              <a:gd name="connsiteX171" fmla="*/ 186786 w 5673186"/>
              <a:gd name="connsiteY171" fmla="*/ 1338334 h 1798781"/>
              <a:gd name="connsiteX172" fmla="*/ 127731 w 5673186"/>
              <a:gd name="connsiteY172" fmla="*/ 1189744 h 1798781"/>
              <a:gd name="connsiteX173" fmla="*/ 257271 w 5673186"/>
              <a:gd name="connsiteY173" fmla="*/ 1089732 h 1798781"/>
              <a:gd name="connsiteX174" fmla="*/ 318231 w 5673186"/>
              <a:gd name="connsiteY174" fmla="*/ 1084969 h 1798781"/>
              <a:gd name="connsiteX175" fmla="*/ 208694 w 5673186"/>
              <a:gd name="connsiteY175" fmla="*/ 1059252 h 1798781"/>
              <a:gd name="connsiteX176" fmla="*/ 26766 w 5673186"/>
              <a:gd name="connsiteY176" fmla="*/ 1016389 h 1798781"/>
              <a:gd name="connsiteX177" fmla="*/ 96 w 5673186"/>
              <a:gd name="connsiteY177" fmla="*/ 1004007 h 1798781"/>
              <a:gd name="connsiteX178" fmla="*/ 138209 w 5673186"/>
              <a:gd name="connsiteY178" fmla="*/ 981147 h 1798781"/>
              <a:gd name="connsiteX179" fmla="*/ 361094 w 5673186"/>
              <a:gd name="connsiteY179" fmla="*/ 1014484 h 1798781"/>
              <a:gd name="connsiteX180" fmla="*/ 801149 w 5673186"/>
              <a:gd name="connsiteY180" fmla="*/ 1075444 h 1798781"/>
              <a:gd name="connsiteX181" fmla="*/ 1055466 w 5673186"/>
              <a:gd name="connsiteY181" fmla="*/ 1090684 h 1798781"/>
              <a:gd name="connsiteX182" fmla="*/ 1075469 w 5673186"/>
              <a:gd name="connsiteY182" fmla="*/ 1067824 h 1798781"/>
              <a:gd name="connsiteX183" fmla="*/ 1076421 w 5673186"/>
              <a:gd name="connsiteY183" fmla="*/ 1052584 h 1798781"/>
              <a:gd name="connsiteX184" fmla="*/ 1060229 w 5673186"/>
              <a:gd name="connsiteY184" fmla="*/ 981147 h 1798781"/>
              <a:gd name="connsiteX185" fmla="*/ 917354 w 5673186"/>
              <a:gd name="connsiteY185" fmla="*/ 779217 h 1798781"/>
              <a:gd name="connsiteX186" fmla="*/ 948786 w 5673186"/>
              <a:gd name="connsiteY186" fmla="*/ 672536 h 1798781"/>
              <a:gd name="connsiteX187" fmla="*/ 977361 w 5673186"/>
              <a:gd name="connsiteY187" fmla="*/ 640151 h 1798781"/>
              <a:gd name="connsiteX188" fmla="*/ 1167861 w 5673186"/>
              <a:gd name="connsiteY188" fmla="*/ 472511 h 1798781"/>
              <a:gd name="connsiteX189" fmla="*/ 1367886 w 5673186"/>
              <a:gd name="connsiteY189" fmla="*/ 423934 h 1798781"/>
              <a:gd name="connsiteX190" fmla="*/ 1698404 w 5673186"/>
              <a:gd name="connsiteY190" fmla="*/ 513469 h 1798781"/>
              <a:gd name="connsiteX191" fmla="*/ 1767936 w 5673186"/>
              <a:gd name="connsiteY191" fmla="*/ 542997 h 1798781"/>
              <a:gd name="connsiteX192" fmla="*/ 2060354 w 5673186"/>
              <a:gd name="connsiteY192" fmla="*/ 700159 h 1798781"/>
              <a:gd name="connsiteX193" fmla="*/ 2223231 w 5673186"/>
              <a:gd name="connsiteY193" fmla="*/ 760167 h 1798781"/>
              <a:gd name="connsiteX194" fmla="*/ 2890934 w 5673186"/>
              <a:gd name="connsiteY194" fmla="*/ 920186 h 1798781"/>
              <a:gd name="connsiteX195" fmla="*/ 2939511 w 5673186"/>
              <a:gd name="connsiteY195" fmla="*/ 900184 h 1798781"/>
              <a:gd name="connsiteX196" fmla="*/ 3134774 w 5673186"/>
              <a:gd name="connsiteY196" fmla="*/ 654439 h 1798781"/>
              <a:gd name="connsiteX197" fmla="*/ 3645314 w 5673186"/>
              <a:gd name="connsiteY197" fmla="*/ 61031 h 1798781"/>
              <a:gd name="connsiteX198" fmla="*/ 3661506 w 5673186"/>
              <a:gd name="connsiteY198" fmla="*/ 41029 h 1798781"/>
              <a:gd name="connsiteX199" fmla="*/ 3725131 w 5673186"/>
              <a:gd name="connsiteY199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706024 w 5673186"/>
              <a:gd name="connsiteY115" fmla="*/ 1499306 h 1798781"/>
              <a:gd name="connsiteX116" fmla="*/ 1698404 w 5673186"/>
              <a:gd name="connsiteY116" fmla="*/ 1536454 h 1798781"/>
              <a:gd name="connsiteX117" fmla="*/ 1708881 w 5673186"/>
              <a:gd name="connsiteY117" fmla="*/ 1593604 h 1798781"/>
              <a:gd name="connsiteX118" fmla="*/ 1697451 w 5673186"/>
              <a:gd name="connsiteY118" fmla="*/ 1592652 h 1798781"/>
              <a:gd name="connsiteX119" fmla="*/ 1687926 w 5673186"/>
              <a:gd name="connsiteY119" fmla="*/ 1601224 h 1798781"/>
              <a:gd name="connsiteX120" fmla="*/ 1702214 w 5673186"/>
              <a:gd name="connsiteY120" fmla="*/ 1605987 h 1798781"/>
              <a:gd name="connsiteX121" fmla="*/ 1743171 w 5673186"/>
              <a:gd name="connsiteY121" fmla="*/ 1650754 h 1798781"/>
              <a:gd name="connsiteX122" fmla="*/ 1726979 w 5673186"/>
              <a:gd name="connsiteY122" fmla="*/ 1704094 h 1798781"/>
              <a:gd name="connsiteX123" fmla="*/ 1676496 w 5673186"/>
              <a:gd name="connsiteY123" fmla="*/ 1701237 h 1798781"/>
              <a:gd name="connsiteX124" fmla="*/ 1665066 w 5673186"/>
              <a:gd name="connsiteY124" fmla="*/ 1682187 h 1798781"/>
              <a:gd name="connsiteX125" fmla="*/ 1633634 w 5673186"/>
              <a:gd name="connsiteY125" fmla="*/ 1683139 h 1798781"/>
              <a:gd name="connsiteX126" fmla="*/ 1597439 w 5673186"/>
              <a:gd name="connsiteY126" fmla="*/ 1699331 h 1798781"/>
              <a:gd name="connsiteX127" fmla="*/ 1573626 w 5673186"/>
              <a:gd name="connsiteY127" fmla="*/ 1669804 h 1798781"/>
              <a:gd name="connsiteX128" fmla="*/ 1592676 w 5673186"/>
              <a:gd name="connsiteY128" fmla="*/ 1636467 h 1798781"/>
              <a:gd name="connsiteX129" fmla="*/ 1599344 w 5673186"/>
              <a:gd name="connsiteY129" fmla="*/ 1620274 h 1798781"/>
              <a:gd name="connsiteX130" fmla="*/ 1543146 w 5673186"/>
              <a:gd name="connsiteY130" fmla="*/ 1605034 h 1798781"/>
              <a:gd name="connsiteX131" fmla="*/ 1568864 w 5673186"/>
              <a:gd name="connsiteY131" fmla="*/ 1517404 h 1798781"/>
              <a:gd name="connsiteX132" fmla="*/ 1609821 w 5673186"/>
              <a:gd name="connsiteY132" fmla="*/ 1535502 h 1798781"/>
              <a:gd name="connsiteX133" fmla="*/ 1615536 w 5673186"/>
              <a:gd name="connsiteY133" fmla="*/ 1555504 h 1798781"/>
              <a:gd name="connsiteX134" fmla="*/ 1628871 w 5673186"/>
              <a:gd name="connsiteY134" fmla="*/ 1565981 h 1798781"/>
              <a:gd name="connsiteX135" fmla="*/ 1640301 w 5673186"/>
              <a:gd name="connsiteY135" fmla="*/ 1554552 h 1798781"/>
              <a:gd name="connsiteX136" fmla="*/ 1645064 w 5673186"/>
              <a:gd name="connsiteY136" fmla="*/ 1513594 h 1798781"/>
              <a:gd name="connsiteX137" fmla="*/ 1625061 w 5673186"/>
              <a:gd name="connsiteY137" fmla="*/ 1436442 h 1798781"/>
              <a:gd name="connsiteX138" fmla="*/ 1619346 w 5673186"/>
              <a:gd name="connsiteY138" fmla="*/ 1374529 h 1798781"/>
              <a:gd name="connsiteX139" fmla="*/ 1560291 w 5673186"/>
              <a:gd name="connsiteY139" fmla="*/ 1371672 h 1798781"/>
              <a:gd name="connsiteX140" fmla="*/ 1461231 w 5673186"/>
              <a:gd name="connsiteY140" fmla="*/ 1354527 h 1798781"/>
              <a:gd name="connsiteX141" fmla="*/ 1400271 w 5673186"/>
              <a:gd name="connsiteY141" fmla="*/ 1341192 h 1798781"/>
              <a:gd name="connsiteX142" fmla="*/ 1382174 w 5673186"/>
              <a:gd name="connsiteY142" fmla="*/ 1335477 h 1798781"/>
              <a:gd name="connsiteX143" fmla="*/ 1380269 w 5673186"/>
              <a:gd name="connsiteY143" fmla="*/ 1354527 h 1798781"/>
              <a:gd name="connsiteX144" fmla="*/ 1376459 w 5673186"/>
              <a:gd name="connsiteY144" fmla="*/ 1392627 h 1798781"/>
              <a:gd name="connsiteX145" fmla="*/ 1331691 w 5673186"/>
              <a:gd name="connsiteY145" fmla="*/ 1401199 h 1798781"/>
              <a:gd name="connsiteX146" fmla="*/ 1293591 w 5673186"/>
              <a:gd name="connsiteY146" fmla="*/ 1379292 h 1798781"/>
              <a:gd name="connsiteX147" fmla="*/ 1285971 w 5673186"/>
              <a:gd name="connsiteY147" fmla="*/ 1367862 h 1798781"/>
              <a:gd name="connsiteX148" fmla="*/ 1281209 w 5673186"/>
              <a:gd name="connsiteY148" fmla="*/ 1374529 h 1798781"/>
              <a:gd name="connsiteX149" fmla="*/ 1237394 w 5673186"/>
              <a:gd name="connsiteY149" fmla="*/ 1402152 h 1798781"/>
              <a:gd name="connsiteX150" fmla="*/ 1182149 w 5673186"/>
              <a:gd name="connsiteY150" fmla="*/ 1358337 h 1798781"/>
              <a:gd name="connsiteX151" fmla="*/ 1190721 w 5673186"/>
              <a:gd name="connsiteY151" fmla="*/ 1304997 h 1798781"/>
              <a:gd name="connsiteX152" fmla="*/ 1210724 w 5673186"/>
              <a:gd name="connsiteY152" fmla="*/ 1289756 h 1798781"/>
              <a:gd name="connsiteX153" fmla="*/ 1092614 w 5673186"/>
              <a:gd name="connsiteY153" fmla="*/ 1261181 h 1798781"/>
              <a:gd name="connsiteX154" fmla="*/ 1064039 w 5673186"/>
              <a:gd name="connsiteY154" fmla="*/ 1266897 h 1798781"/>
              <a:gd name="connsiteX155" fmla="*/ 1003079 w 5673186"/>
              <a:gd name="connsiteY155" fmla="*/ 1313569 h 1798781"/>
              <a:gd name="connsiteX156" fmla="*/ 997364 w 5673186"/>
              <a:gd name="connsiteY156" fmla="*/ 1324999 h 1798781"/>
              <a:gd name="connsiteX157" fmla="*/ 1003079 w 5673186"/>
              <a:gd name="connsiteY157" fmla="*/ 1351669 h 1798781"/>
              <a:gd name="connsiteX158" fmla="*/ 947834 w 5673186"/>
              <a:gd name="connsiteY158" fmla="*/ 1421202 h 1798781"/>
              <a:gd name="connsiteX159" fmla="*/ 943071 w 5673186"/>
              <a:gd name="connsiteY159" fmla="*/ 1421202 h 1798781"/>
              <a:gd name="connsiteX160" fmla="*/ 745904 w 5673186"/>
              <a:gd name="connsiteY160" fmla="*/ 1403104 h 1798781"/>
              <a:gd name="connsiteX161" fmla="*/ 636366 w 5673186"/>
              <a:gd name="connsiteY161" fmla="*/ 1389769 h 1798781"/>
              <a:gd name="connsiteX162" fmla="*/ 600171 w 5673186"/>
              <a:gd name="connsiteY162" fmla="*/ 1240227 h 1798781"/>
              <a:gd name="connsiteX163" fmla="*/ 600171 w 5673186"/>
              <a:gd name="connsiteY163" fmla="*/ 1220224 h 1798781"/>
              <a:gd name="connsiteX164" fmla="*/ 560166 w 5673186"/>
              <a:gd name="connsiteY164" fmla="*/ 1216414 h 1798781"/>
              <a:gd name="connsiteX165" fmla="*/ 517304 w 5673186"/>
              <a:gd name="connsiteY165" fmla="*/ 1267849 h 1798781"/>
              <a:gd name="connsiteX166" fmla="*/ 510636 w 5673186"/>
              <a:gd name="connsiteY166" fmla="*/ 1284042 h 1798781"/>
              <a:gd name="connsiteX167" fmla="*/ 519209 w 5673186"/>
              <a:gd name="connsiteY167" fmla="*/ 1309759 h 1798781"/>
              <a:gd name="connsiteX168" fmla="*/ 477299 w 5673186"/>
              <a:gd name="connsiteY168" fmla="*/ 1384054 h 1798781"/>
              <a:gd name="connsiteX169" fmla="*/ 322994 w 5673186"/>
              <a:gd name="connsiteY169" fmla="*/ 1382149 h 1798781"/>
              <a:gd name="connsiteX170" fmla="*/ 186786 w 5673186"/>
              <a:gd name="connsiteY170" fmla="*/ 1338334 h 1798781"/>
              <a:gd name="connsiteX171" fmla="*/ 127731 w 5673186"/>
              <a:gd name="connsiteY171" fmla="*/ 1189744 h 1798781"/>
              <a:gd name="connsiteX172" fmla="*/ 257271 w 5673186"/>
              <a:gd name="connsiteY172" fmla="*/ 1089732 h 1798781"/>
              <a:gd name="connsiteX173" fmla="*/ 318231 w 5673186"/>
              <a:gd name="connsiteY173" fmla="*/ 1084969 h 1798781"/>
              <a:gd name="connsiteX174" fmla="*/ 208694 w 5673186"/>
              <a:gd name="connsiteY174" fmla="*/ 1059252 h 1798781"/>
              <a:gd name="connsiteX175" fmla="*/ 26766 w 5673186"/>
              <a:gd name="connsiteY175" fmla="*/ 1016389 h 1798781"/>
              <a:gd name="connsiteX176" fmla="*/ 96 w 5673186"/>
              <a:gd name="connsiteY176" fmla="*/ 1004007 h 1798781"/>
              <a:gd name="connsiteX177" fmla="*/ 138209 w 5673186"/>
              <a:gd name="connsiteY177" fmla="*/ 981147 h 1798781"/>
              <a:gd name="connsiteX178" fmla="*/ 361094 w 5673186"/>
              <a:gd name="connsiteY178" fmla="*/ 1014484 h 1798781"/>
              <a:gd name="connsiteX179" fmla="*/ 801149 w 5673186"/>
              <a:gd name="connsiteY179" fmla="*/ 1075444 h 1798781"/>
              <a:gd name="connsiteX180" fmla="*/ 1055466 w 5673186"/>
              <a:gd name="connsiteY180" fmla="*/ 1090684 h 1798781"/>
              <a:gd name="connsiteX181" fmla="*/ 1075469 w 5673186"/>
              <a:gd name="connsiteY181" fmla="*/ 1067824 h 1798781"/>
              <a:gd name="connsiteX182" fmla="*/ 1076421 w 5673186"/>
              <a:gd name="connsiteY182" fmla="*/ 1052584 h 1798781"/>
              <a:gd name="connsiteX183" fmla="*/ 1060229 w 5673186"/>
              <a:gd name="connsiteY183" fmla="*/ 981147 h 1798781"/>
              <a:gd name="connsiteX184" fmla="*/ 917354 w 5673186"/>
              <a:gd name="connsiteY184" fmla="*/ 779217 h 1798781"/>
              <a:gd name="connsiteX185" fmla="*/ 948786 w 5673186"/>
              <a:gd name="connsiteY185" fmla="*/ 672536 h 1798781"/>
              <a:gd name="connsiteX186" fmla="*/ 977361 w 5673186"/>
              <a:gd name="connsiteY186" fmla="*/ 640151 h 1798781"/>
              <a:gd name="connsiteX187" fmla="*/ 1167861 w 5673186"/>
              <a:gd name="connsiteY187" fmla="*/ 472511 h 1798781"/>
              <a:gd name="connsiteX188" fmla="*/ 1367886 w 5673186"/>
              <a:gd name="connsiteY188" fmla="*/ 423934 h 1798781"/>
              <a:gd name="connsiteX189" fmla="*/ 1698404 w 5673186"/>
              <a:gd name="connsiteY189" fmla="*/ 513469 h 1798781"/>
              <a:gd name="connsiteX190" fmla="*/ 1767936 w 5673186"/>
              <a:gd name="connsiteY190" fmla="*/ 542997 h 1798781"/>
              <a:gd name="connsiteX191" fmla="*/ 2060354 w 5673186"/>
              <a:gd name="connsiteY191" fmla="*/ 700159 h 1798781"/>
              <a:gd name="connsiteX192" fmla="*/ 2223231 w 5673186"/>
              <a:gd name="connsiteY192" fmla="*/ 760167 h 1798781"/>
              <a:gd name="connsiteX193" fmla="*/ 2890934 w 5673186"/>
              <a:gd name="connsiteY193" fmla="*/ 920186 h 1798781"/>
              <a:gd name="connsiteX194" fmla="*/ 2939511 w 5673186"/>
              <a:gd name="connsiteY194" fmla="*/ 900184 h 1798781"/>
              <a:gd name="connsiteX195" fmla="*/ 3134774 w 5673186"/>
              <a:gd name="connsiteY195" fmla="*/ 654439 h 1798781"/>
              <a:gd name="connsiteX196" fmla="*/ 3645314 w 5673186"/>
              <a:gd name="connsiteY196" fmla="*/ 61031 h 1798781"/>
              <a:gd name="connsiteX197" fmla="*/ 3661506 w 5673186"/>
              <a:gd name="connsiteY197" fmla="*/ 41029 h 1798781"/>
              <a:gd name="connsiteX198" fmla="*/ 3725131 w 5673186"/>
              <a:gd name="connsiteY198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698404 w 5673186"/>
              <a:gd name="connsiteY115" fmla="*/ 1536454 h 1798781"/>
              <a:gd name="connsiteX116" fmla="*/ 1708881 w 5673186"/>
              <a:gd name="connsiteY116" fmla="*/ 1593604 h 1798781"/>
              <a:gd name="connsiteX117" fmla="*/ 1697451 w 5673186"/>
              <a:gd name="connsiteY117" fmla="*/ 1592652 h 1798781"/>
              <a:gd name="connsiteX118" fmla="*/ 1687926 w 5673186"/>
              <a:gd name="connsiteY118" fmla="*/ 1601224 h 1798781"/>
              <a:gd name="connsiteX119" fmla="*/ 1702214 w 5673186"/>
              <a:gd name="connsiteY119" fmla="*/ 1605987 h 1798781"/>
              <a:gd name="connsiteX120" fmla="*/ 1743171 w 5673186"/>
              <a:gd name="connsiteY120" fmla="*/ 1650754 h 1798781"/>
              <a:gd name="connsiteX121" fmla="*/ 1726979 w 5673186"/>
              <a:gd name="connsiteY121" fmla="*/ 1704094 h 1798781"/>
              <a:gd name="connsiteX122" fmla="*/ 1676496 w 5673186"/>
              <a:gd name="connsiteY122" fmla="*/ 1701237 h 1798781"/>
              <a:gd name="connsiteX123" fmla="*/ 1665066 w 5673186"/>
              <a:gd name="connsiteY123" fmla="*/ 1682187 h 1798781"/>
              <a:gd name="connsiteX124" fmla="*/ 1633634 w 5673186"/>
              <a:gd name="connsiteY124" fmla="*/ 1683139 h 1798781"/>
              <a:gd name="connsiteX125" fmla="*/ 1597439 w 5673186"/>
              <a:gd name="connsiteY125" fmla="*/ 1699331 h 1798781"/>
              <a:gd name="connsiteX126" fmla="*/ 1573626 w 5673186"/>
              <a:gd name="connsiteY126" fmla="*/ 1669804 h 1798781"/>
              <a:gd name="connsiteX127" fmla="*/ 1592676 w 5673186"/>
              <a:gd name="connsiteY127" fmla="*/ 1636467 h 1798781"/>
              <a:gd name="connsiteX128" fmla="*/ 1599344 w 5673186"/>
              <a:gd name="connsiteY128" fmla="*/ 1620274 h 1798781"/>
              <a:gd name="connsiteX129" fmla="*/ 1543146 w 5673186"/>
              <a:gd name="connsiteY129" fmla="*/ 1605034 h 1798781"/>
              <a:gd name="connsiteX130" fmla="*/ 1568864 w 5673186"/>
              <a:gd name="connsiteY130" fmla="*/ 1517404 h 1798781"/>
              <a:gd name="connsiteX131" fmla="*/ 1609821 w 5673186"/>
              <a:gd name="connsiteY131" fmla="*/ 1535502 h 1798781"/>
              <a:gd name="connsiteX132" fmla="*/ 1615536 w 5673186"/>
              <a:gd name="connsiteY132" fmla="*/ 1555504 h 1798781"/>
              <a:gd name="connsiteX133" fmla="*/ 1628871 w 5673186"/>
              <a:gd name="connsiteY133" fmla="*/ 1565981 h 1798781"/>
              <a:gd name="connsiteX134" fmla="*/ 1640301 w 5673186"/>
              <a:gd name="connsiteY134" fmla="*/ 1554552 h 1798781"/>
              <a:gd name="connsiteX135" fmla="*/ 1645064 w 5673186"/>
              <a:gd name="connsiteY135" fmla="*/ 1513594 h 1798781"/>
              <a:gd name="connsiteX136" fmla="*/ 1625061 w 5673186"/>
              <a:gd name="connsiteY136" fmla="*/ 1436442 h 1798781"/>
              <a:gd name="connsiteX137" fmla="*/ 1619346 w 5673186"/>
              <a:gd name="connsiteY137" fmla="*/ 1374529 h 1798781"/>
              <a:gd name="connsiteX138" fmla="*/ 1560291 w 5673186"/>
              <a:gd name="connsiteY138" fmla="*/ 1371672 h 1798781"/>
              <a:gd name="connsiteX139" fmla="*/ 1461231 w 5673186"/>
              <a:gd name="connsiteY139" fmla="*/ 1354527 h 1798781"/>
              <a:gd name="connsiteX140" fmla="*/ 1400271 w 5673186"/>
              <a:gd name="connsiteY140" fmla="*/ 1341192 h 1798781"/>
              <a:gd name="connsiteX141" fmla="*/ 1382174 w 5673186"/>
              <a:gd name="connsiteY141" fmla="*/ 1335477 h 1798781"/>
              <a:gd name="connsiteX142" fmla="*/ 1380269 w 5673186"/>
              <a:gd name="connsiteY142" fmla="*/ 1354527 h 1798781"/>
              <a:gd name="connsiteX143" fmla="*/ 1376459 w 5673186"/>
              <a:gd name="connsiteY143" fmla="*/ 1392627 h 1798781"/>
              <a:gd name="connsiteX144" fmla="*/ 1331691 w 5673186"/>
              <a:gd name="connsiteY144" fmla="*/ 1401199 h 1798781"/>
              <a:gd name="connsiteX145" fmla="*/ 1293591 w 5673186"/>
              <a:gd name="connsiteY145" fmla="*/ 1379292 h 1798781"/>
              <a:gd name="connsiteX146" fmla="*/ 1285971 w 5673186"/>
              <a:gd name="connsiteY146" fmla="*/ 1367862 h 1798781"/>
              <a:gd name="connsiteX147" fmla="*/ 1281209 w 5673186"/>
              <a:gd name="connsiteY147" fmla="*/ 1374529 h 1798781"/>
              <a:gd name="connsiteX148" fmla="*/ 1237394 w 5673186"/>
              <a:gd name="connsiteY148" fmla="*/ 1402152 h 1798781"/>
              <a:gd name="connsiteX149" fmla="*/ 1182149 w 5673186"/>
              <a:gd name="connsiteY149" fmla="*/ 1358337 h 1798781"/>
              <a:gd name="connsiteX150" fmla="*/ 1190721 w 5673186"/>
              <a:gd name="connsiteY150" fmla="*/ 1304997 h 1798781"/>
              <a:gd name="connsiteX151" fmla="*/ 1210724 w 5673186"/>
              <a:gd name="connsiteY151" fmla="*/ 1289756 h 1798781"/>
              <a:gd name="connsiteX152" fmla="*/ 1092614 w 5673186"/>
              <a:gd name="connsiteY152" fmla="*/ 1261181 h 1798781"/>
              <a:gd name="connsiteX153" fmla="*/ 1064039 w 5673186"/>
              <a:gd name="connsiteY153" fmla="*/ 1266897 h 1798781"/>
              <a:gd name="connsiteX154" fmla="*/ 1003079 w 5673186"/>
              <a:gd name="connsiteY154" fmla="*/ 1313569 h 1798781"/>
              <a:gd name="connsiteX155" fmla="*/ 997364 w 5673186"/>
              <a:gd name="connsiteY155" fmla="*/ 1324999 h 1798781"/>
              <a:gd name="connsiteX156" fmla="*/ 1003079 w 5673186"/>
              <a:gd name="connsiteY156" fmla="*/ 1351669 h 1798781"/>
              <a:gd name="connsiteX157" fmla="*/ 947834 w 5673186"/>
              <a:gd name="connsiteY157" fmla="*/ 1421202 h 1798781"/>
              <a:gd name="connsiteX158" fmla="*/ 943071 w 5673186"/>
              <a:gd name="connsiteY158" fmla="*/ 1421202 h 1798781"/>
              <a:gd name="connsiteX159" fmla="*/ 745904 w 5673186"/>
              <a:gd name="connsiteY159" fmla="*/ 1403104 h 1798781"/>
              <a:gd name="connsiteX160" fmla="*/ 636366 w 5673186"/>
              <a:gd name="connsiteY160" fmla="*/ 1389769 h 1798781"/>
              <a:gd name="connsiteX161" fmla="*/ 600171 w 5673186"/>
              <a:gd name="connsiteY161" fmla="*/ 1240227 h 1798781"/>
              <a:gd name="connsiteX162" fmla="*/ 600171 w 5673186"/>
              <a:gd name="connsiteY162" fmla="*/ 1220224 h 1798781"/>
              <a:gd name="connsiteX163" fmla="*/ 560166 w 5673186"/>
              <a:gd name="connsiteY163" fmla="*/ 1216414 h 1798781"/>
              <a:gd name="connsiteX164" fmla="*/ 517304 w 5673186"/>
              <a:gd name="connsiteY164" fmla="*/ 1267849 h 1798781"/>
              <a:gd name="connsiteX165" fmla="*/ 510636 w 5673186"/>
              <a:gd name="connsiteY165" fmla="*/ 1284042 h 1798781"/>
              <a:gd name="connsiteX166" fmla="*/ 519209 w 5673186"/>
              <a:gd name="connsiteY166" fmla="*/ 1309759 h 1798781"/>
              <a:gd name="connsiteX167" fmla="*/ 477299 w 5673186"/>
              <a:gd name="connsiteY167" fmla="*/ 1384054 h 1798781"/>
              <a:gd name="connsiteX168" fmla="*/ 322994 w 5673186"/>
              <a:gd name="connsiteY168" fmla="*/ 1382149 h 1798781"/>
              <a:gd name="connsiteX169" fmla="*/ 186786 w 5673186"/>
              <a:gd name="connsiteY169" fmla="*/ 1338334 h 1798781"/>
              <a:gd name="connsiteX170" fmla="*/ 127731 w 5673186"/>
              <a:gd name="connsiteY170" fmla="*/ 1189744 h 1798781"/>
              <a:gd name="connsiteX171" fmla="*/ 257271 w 5673186"/>
              <a:gd name="connsiteY171" fmla="*/ 1089732 h 1798781"/>
              <a:gd name="connsiteX172" fmla="*/ 318231 w 5673186"/>
              <a:gd name="connsiteY172" fmla="*/ 1084969 h 1798781"/>
              <a:gd name="connsiteX173" fmla="*/ 208694 w 5673186"/>
              <a:gd name="connsiteY173" fmla="*/ 1059252 h 1798781"/>
              <a:gd name="connsiteX174" fmla="*/ 26766 w 5673186"/>
              <a:gd name="connsiteY174" fmla="*/ 1016389 h 1798781"/>
              <a:gd name="connsiteX175" fmla="*/ 96 w 5673186"/>
              <a:gd name="connsiteY175" fmla="*/ 1004007 h 1798781"/>
              <a:gd name="connsiteX176" fmla="*/ 138209 w 5673186"/>
              <a:gd name="connsiteY176" fmla="*/ 981147 h 1798781"/>
              <a:gd name="connsiteX177" fmla="*/ 361094 w 5673186"/>
              <a:gd name="connsiteY177" fmla="*/ 1014484 h 1798781"/>
              <a:gd name="connsiteX178" fmla="*/ 801149 w 5673186"/>
              <a:gd name="connsiteY178" fmla="*/ 1075444 h 1798781"/>
              <a:gd name="connsiteX179" fmla="*/ 1055466 w 5673186"/>
              <a:gd name="connsiteY179" fmla="*/ 1090684 h 1798781"/>
              <a:gd name="connsiteX180" fmla="*/ 1075469 w 5673186"/>
              <a:gd name="connsiteY180" fmla="*/ 1067824 h 1798781"/>
              <a:gd name="connsiteX181" fmla="*/ 1076421 w 5673186"/>
              <a:gd name="connsiteY181" fmla="*/ 1052584 h 1798781"/>
              <a:gd name="connsiteX182" fmla="*/ 1060229 w 5673186"/>
              <a:gd name="connsiteY182" fmla="*/ 981147 h 1798781"/>
              <a:gd name="connsiteX183" fmla="*/ 917354 w 5673186"/>
              <a:gd name="connsiteY183" fmla="*/ 779217 h 1798781"/>
              <a:gd name="connsiteX184" fmla="*/ 948786 w 5673186"/>
              <a:gd name="connsiteY184" fmla="*/ 672536 h 1798781"/>
              <a:gd name="connsiteX185" fmla="*/ 977361 w 5673186"/>
              <a:gd name="connsiteY185" fmla="*/ 640151 h 1798781"/>
              <a:gd name="connsiteX186" fmla="*/ 1167861 w 5673186"/>
              <a:gd name="connsiteY186" fmla="*/ 472511 h 1798781"/>
              <a:gd name="connsiteX187" fmla="*/ 1367886 w 5673186"/>
              <a:gd name="connsiteY187" fmla="*/ 423934 h 1798781"/>
              <a:gd name="connsiteX188" fmla="*/ 1698404 w 5673186"/>
              <a:gd name="connsiteY188" fmla="*/ 513469 h 1798781"/>
              <a:gd name="connsiteX189" fmla="*/ 1767936 w 5673186"/>
              <a:gd name="connsiteY189" fmla="*/ 542997 h 1798781"/>
              <a:gd name="connsiteX190" fmla="*/ 2060354 w 5673186"/>
              <a:gd name="connsiteY190" fmla="*/ 700159 h 1798781"/>
              <a:gd name="connsiteX191" fmla="*/ 2223231 w 5673186"/>
              <a:gd name="connsiteY191" fmla="*/ 760167 h 1798781"/>
              <a:gd name="connsiteX192" fmla="*/ 2890934 w 5673186"/>
              <a:gd name="connsiteY192" fmla="*/ 920186 h 1798781"/>
              <a:gd name="connsiteX193" fmla="*/ 2939511 w 5673186"/>
              <a:gd name="connsiteY193" fmla="*/ 900184 h 1798781"/>
              <a:gd name="connsiteX194" fmla="*/ 3134774 w 5673186"/>
              <a:gd name="connsiteY194" fmla="*/ 654439 h 1798781"/>
              <a:gd name="connsiteX195" fmla="*/ 3645314 w 5673186"/>
              <a:gd name="connsiteY195" fmla="*/ 61031 h 1798781"/>
              <a:gd name="connsiteX196" fmla="*/ 3661506 w 5673186"/>
              <a:gd name="connsiteY196" fmla="*/ 41029 h 1798781"/>
              <a:gd name="connsiteX197" fmla="*/ 3725131 w 5673186"/>
              <a:gd name="connsiteY197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698404 w 5673186"/>
              <a:gd name="connsiteY114" fmla="*/ 1536454 h 1798781"/>
              <a:gd name="connsiteX115" fmla="*/ 1708881 w 5673186"/>
              <a:gd name="connsiteY115" fmla="*/ 1593604 h 1798781"/>
              <a:gd name="connsiteX116" fmla="*/ 1697451 w 5673186"/>
              <a:gd name="connsiteY116" fmla="*/ 1592652 h 1798781"/>
              <a:gd name="connsiteX117" fmla="*/ 1687926 w 5673186"/>
              <a:gd name="connsiteY117" fmla="*/ 1601224 h 1798781"/>
              <a:gd name="connsiteX118" fmla="*/ 1702214 w 5673186"/>
              <a:gd name="connsiteY118" fmla="*/ 1605987 h 1798781"/>
              <a:gd name="connsiteX119" fmla="*/ 1743171 w 5673186"/>
              <a:gd name="connsiteY119" fmla="*/ 1650754 h 1798781"/>
              <a:gd name="connsiteX120" fmla="*/ 1726979 w 5673186"/>
              <a:gd name="connsiteY120" fmla="*/ 1704094 h 1798781"/>
              <a:gd name="connsiteX121" fmla="*/ 1676496 w 5673186"/>
              <a:gd name="connsiteY121" fmla="*/ 1701237 h 1798781"/>
              <a:gd name="connsiteX122" fmla="*/ 1665066 w 5673186"/>
              <a:gd name="connsiteY122" fmla="*/ 1682187 h 1798781"/>
              <a:gd name="connsiteX123" fmla="*/ 1633634 w 5673186"/>
              <a:gd name="connsiteY123" fmla="*/ 1683139 h 1798781"/>
              <a:gd name="connsiteX124" fmla="*/ 1597439 w 5673186"/>
              <a:gd name="connsiteY124" fmla="*/ 1699331 h 1798781"/>
              <a:gd name="connsiteX125" fmla="*/ 1573626 w 5673186"/>
              <a:gd name="connsiteY125" fmla="*/ 1669804 h 1798781"/>
              <a:gd name="connsiteX126" fmla="*/ 1592676 w 5673186"/>
              <a:gd name="connsiteY126" fmla="*/ 1636467 h 1798781"/>
              <a:gd name="connsiteX127" fmla="*/ 1599344 w 5673186"/>
              <a:gd name="connsiteY127" fmla="*/ 1620274 h 1798781"/>
              <a:gd name="connsiteX128" fmla="*/ 1543146 w 5673186"/>
              <a:gd name="connsiteY128" fmla="*/ 1605034 h 1798781"/>
              <a:gd name="connsiteX129" fmla="*/ 1568864 w 5673186"/>
              <a:gd name="connsiteY129" fmla="*/ 1517404 h 1798781"/>
              <a:gd name="connsiteX130" fmla="*/ 1609821 w 5673186"/>
              <a:gd name="connsiteY130" fmla="*/ 1535502 h 1798781"/>
              <a:gd name="connsiteX131" fmla="*/ 1615536 w 5673186"/>
              <a:gd name="connsiteY131" fmla="*/ 1555504 h 1798781"/>
              <a:gd name="connsiteX132" fmla="*/ 1628871 w 5673186"/>
              <a:gd name="connsiteY132" fmla="*/ 1565981 h 1798781"/>
              <a:gd name="connsiteX133" fmla="*/ 1640301 w 5673186"/>
              <a:gd name="connsiteY133" fmla="*/ 1554552 h 1798781"/>
              <a:gd name="connsiteX134" fmla="*/ 1645064 w 5673186"/>
              <a:gd name="connsiteY134" fmla="*/ 1513594 h 1798781"/>
              <a:gd name="connsiteX135" fmla="*/ 1625061 w 5673186"/>
              <a:gd name="connsiteY135" fmla="*/ 1436442 h 1798781"/>
              <a:gd name="connsiteX136" fmla="*/ 1619346 w 5673186"/>
              <a:gd name="connsiteY136" fmla="*/ 1374529 h 1798781"/>
              <a:gd name="connsiteX137" fmla="*/ 1560291 w 5673186"/>
              <a:gd name="connsiteY137" fmla="*/ 1371672 h 1798781"/>
              <a:gd name="connsiteX138" fmla="*/ 1461231 w 5673186"/>
              <a:gd name="connsiteY138" fmla="*/ 1354527 h 1798781"/>
              <a:gd name="connsiteX139" fmla="*/ 1400271 w 5673186"/>
              <a:gd name="connsiteY139" fmla="*/ 1341192 h 1798781"/>
              <a:gd name="connsiteX140" fmla="*/ 1382174 w 5673186"/>
              <a:gd name="connsiteY140" fmla="*/ 1335477 h 1798781"/>
              <a:gd name="connsiteX141" fmla="*/ 1380269 w 5673186"/>
              <a:gd name="connsiteY141" fmla="*/ 1354527 h 1798781"/>
              <a:gd name="connsiteX142" fmla="*/ 1376459 w 5673186"/>
              <a:gd name="connsiteY142" fmla="*/ 1392627 h 1798781"/>
              <a:gd name="connsiteX143" fmla="*/ 1331691 w 5673186"/>
              <a:gd name="connsiteY143" fmla="*/ 1401199 h 1798781"/>
              <a:gd name="connsiteX144" fmla="*/ 1293591 w 5673186"/>
              <a:gd name="connsiteY144" fmla="*/ 1379292 h 1798781"/>
              <a:gd name="connsiteX145" fmla="*/ 1285971 w 5673186"/>
              <a:gd name="connsiteY145" fmla="*/ 1367862 h 1798781"/>
              <a:gd name="connsiteX146" fmla="*/ 1281209 w 5673186"/>
              <a:gd name="connsiteY146" fmla="*/ 1374529 h 1798781"/>
              <a:gd name="connsiteX147" fmla="*/ 1237394 w 5673186"/>
              <a:gd name="connsiteY147" fmla="*/ 1402152 h 1798781"/>
              <a:gd name="connsiteX148" fmla="*/ 1182149 w 5673186"/>
              <a:gd name="connsiteY148" fmla="*/ 1358337 h 1798781"/>
              <a:gd name="connsiteX149" fmla="*/ 1190721 w 5673186"/>
              <a:gd name="connsiteY149" fmla="*/ 1304997 h 1798781"/>
              <a:gd name="connsiteX150" fmla="*/ 1210724 w 5673186"/>
              <a:gd name="connsiteY150" fmla="*/ 1289756 h 1798781"/>
              <a:gd name="connsiteX151" fmla="*/ 1092614 w 5673186"/>
              <a:gd name="connsiteY151" fmla="*/ 1261181 h 1798781"/>
              <a:gd name="connsiteX152" fmla="*/ 1064039 w 5673186"/>
              <a:gd name="connsiteY152" fmla="*/ 1266897 h 1798781"/>
              <a:gd name="connsiteX153" fmla="*/ 1003079 w 5673186"/>
              <a:gd name="connsiteY153" fmla="*/ 1313569 h 1798781"/>
              <a:gd name="connsiteX154" fmla="*/ 997364 w 5673186"/>
              <a:gd name="connsiteY154" fmla="*/ 1324999 h 1798781"/>
              <a:gd name="connsiteX155" fmla="*/ 1003079 w 5673186"/>
              <a:gd name="connsiteY155" fmla="*/ 1351669 h 1798781"/>
              <a:gd name="connsiteX156" fmla="*/ 947834 w 5673186"/>
              <a:gd name="connsiteY156" fmla="*/ 1421202 h 1798781"/>
              <a:gd name="connsiteX157" fmla="*/ 943071 w 5673186"/>
              <a:gd name="connsiteY157" fmla="*/ 1421202 h 1798781"/>
              <a:gd name="connsiteX158" fmla="*/ 745904 w 5673186"/>
              <a:gd name="connsiteY158" fmla="*/ 1403104 h 1798781"/>
              <a:gd name="connsiteX159" fmla="*/ 636366 w 5673186"/>
              <a:gd name="connsiteY159" fmla="*/ 1389769 h 1798781"/>
              <a:gd name="connsiteX160" fmla="*/ 600171 w 5673186"/>
              <a:gd name="connsiteY160" fmla="*/ 1240227 h 1798781"/>
              <a:gd name="connsiteX161" fmla="*/ 600171 w 5673186"/>
              <a:gd name="connsiteY161" fmla="*/ 1220224 h 1798781"/>
              <a:gd name="connsiteX162" fmla="*/ 560166 w 5673186"/>
              <a:gd name="connsiteY162" fmla="*/ 1216414 h 1798781"/>
              <a:gd name="connsiteX163" fmla="*/ 517304 w 5673186"/>
              <a:gd name="connsiteY163" fmla="*/ 1267849 h 1798781"/>
              <a:gd name="connsiteX164" fmla="*/ 510636 w 5673186"/>
              <a:gd name="connsiteY164" fmla="*/ 1284042 h 1798781"/>
              <a:gd name="connsiteX165" fmla="*/ 519209 w 5673186"/>
              <a:gd name="connsiteY165" fmla="*/ 1309759 h 1798781"/>
              <a:gd name="connsiteX166" fmla="*/ 477299 w 5673186"/>
              <a:gd name="connsiteY166" fmla="*/ 1384054 h 1798781"/>
              <a:gd name="connsiteX167" fmla="*/ 322994 w 5673186"/>
              <a:gd name="connsiteY167" fmla="*/ 1382149 h 1798781"/>
              <a:gd name="connsiteX168" fmla="*/ 186786 w 5673186"/>
              <a:gd name="connsiteY168" fmla="*/ 1338334 h 1798781"/>
              <a:gd name="connsiteX169" fmla="*/ 127731 w 5673186"/>
              <a:gd name="connsiteY169" fmla="*/ 1189744 h 1798781"/>
              <a:gd name="connsiteX170" fmla="*/ 257271 w 5673186"/>
              <a:gd name="connsiteY170" fmla="*/ 1089732 h 1798781"/>
              <a:gd name="connsiteX171" fmla="*/ 318231 w 5673186"/>
              <a:gd name="connsiteY171" fmla="*/ 1084969 h 1798781"/>
              <a:gd name="connsiteX172" fmla="*/ 208694 w 5673186"/>
              <a:gd name="connsiteY172" fmla="*/ 1059252 h 1798781"/>
              <a:gd name="connsiteX173" fmla="*/ 26766 w 5673186"/>
              <a:gd name="connsiteY173" fmla="*/ 1016389 h 1798781"/>
              <a:gd name="connsiteX174" fmla="*/ 96 w 5673186"/>
              <a:gd name="connsiteY174" fmla="*/ 1004007 h 1798781"/>
              <a:gd name="connsiteX175" fmla="*/ 138209 w 5673186"/>
              <a:gd name="connsiteY175" fmla="*/ 981147 h 1798781"/>
              <a:gd name="connsiteX176" fmla="*/ 361094 w 5673186"/>
              <a:gd name="connsiteY176" fmla="*/ 1014484 h 1798781"/>
              <a:gd name="connsiteX177" fmla="*/ 801149 w 5673186"/>
              <a:gd name="connsiteY177" fmla="*/ 1075444 h 1798781"/>
              <a:gd name="connsiteX178" fmla="*/ 1055466 w 5673186"/>
              <a:gd name="connsiteY178" fmla="*/ 1090684 h 1798781"/>
              <a:gd name="connsiteX179" fmla="*/ 1075469 w 5673186"/>
              <a:gd name="connsiteY179" fmla="*/ 1067824 h 1798781"/>
              <a:gd name="connsiteX180" fmla="*/ 1076421 w 5673186"/>
              <a:gd name="connsiteY180" fmla="*/ 1052584 h 1798781"/>
              <a:gd name="connsiteX181" fmla="*/ 1060229 w 5673186"/>
              <a:gd name="connsiteY181" fmla="*/ 981147 h 1798781"/>
              <a:gd name="connsiteX182" fmla="*/ 917354 w 5673186"/>
              <a:gd name="connsiteY182" fmla="*/ 779217 h 1798781"/>
              <a:gd name="connsiteX183" fmla="*/ 948786 w 5673186"/>
              <a:gd name="connsiteY183" fmla="*/ 672536 h 1798781"/>
              <a:gd name="connsiteX184" fmla="*/ 977361 w 5673186"/>
              <a:gd name="connsiteY184" fmla="*/ 640151 h 1798781"/>
              <a:gd name="connsiteX185" fmla="*/ 1167861 w 5673186"/>
              <a:gd name="connsiteY185" fmla="*/ 472511 h 1798781"/>
              <a:gd name="connsiteX186" fmla="*/ 1367886 w 5673186"/>
              <a:gd name="connsiteY186" fmla="*/ 423934 h 1798781"/>
              <a:gd name="connsiteX187" fmla="*/ 1698404 w 5673186"/>
              <a:gd name="connsiteY187" fmla="*/ 513469 h 1798781"/>
              <a:gd name="connsiteX188" fmla="*/ 1767936 w 5673186"/>
              <a:gd name="connsiteY188" fmla="*/ 542997 h 1798781"/>
              <a:gd name="connsiteX189" fmla="*/ 2060354 w 5673186"/>
              <a:gd name="connsiteY189" fmla="*/ 700159 h 1798781"/>
              <a:gd name="connsiteX190" fmla="*/ 2223231 w 5673186"/>
              <a:gd name="connsiteY190" fmla="*/ 760167 h 1798781"/>
              <a:gd name="connsiteX191" fmla="*/ 2890934 w 5673186"/>
              <a:gd name="connsiteY191" fmla="*/ 920186 h 1798781"/>
              <a:gd name="connsiteX192" fmla="*/ 2939511 w 5673186"/>
              <a:gd name="connsiteY192" fmla="*/ 900184 h 1798781"/>
              <a:gd name="connsiteX193" fmla="*/ 3134774 w 5673186"/>
              <a:gd name="connsiteY193" fmla="*/ 654439 h 1798781"/>
              <a:gd name="connsiteX194" fmla="*/ 3645314 w 5673186"/>
              <a:gd name="connsiteY194" fmla="*/ 61031 h 1798781"/>
              <a:gd name="connsiteX195" fmla="*/ 3661506 w 5673186"/>
              <a:gd name="connsiteY195" fmla="*/ 41029 h 1798781"/>
              <a:gd name="connsiteX196" fmla="*/ 3725131 w 5673186"/>
              <a:gd name="connsiteY196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698404 w 5673186"/>
              <a:gd name="connsiteY113" fmla="*/ 1536454 h 1798781"/>
              <a:gd name="connsiteX114" fmla="*/ 1708881 w 5673186"/>
              <a:gd name="connsiteY114" fmla="*/ 1593604 h 1798781"/>
              <a:gd name="connsiteX115" fmla="*/ 1697451 w 5673186"/>
              <a:gd name="connsiteY115" fmla="*/ 1592652 h 1798781"/>
              <a:gd name="connsiteX116" fmla="*/ 1687926 w 5673186"/>
              <a:gd name="connsiteY116" fmla="*/ 1601224 h 1798781"/>
              <a:gd name="connsiteX117" fmla="*/ 1702214 w 5673186"/>
              <a:gd name="connsiteY117" fmla="*/ 1605987 h 1798781"/>
              <a:gd name="connsiteX118" fmla="*/ 1743171 w 5673186"/>
              <a:gd name="connsiteY118" fmla="*/ 1650754 h 1798781"/>
              <a:gd name="connsiteX119" fmla="*/ 1726979 w 5673186"/>
              <a:gd name="connsiteY119" fmla="*/ 1704094 h 1798781"/>
              <a:gd name="connsiteX120" fmla="*/ 1676496 w 5673186"/>
              <a:gd name="connsiteY120" fmla="*/ 1701237 h 1798781"/>
              <a:gd name="connsiteX121" fmla="*/ 1665066 w 5673186"/>
              <a:gd name="connsiteY121" fmla="*/ 1682187 h 1798781"/>
              <a:gd name="connsiteX122" fmla="*/ 1633634 w 5673186"/>
              <a:gd name="connsiteY122" fmla="*/ 1683139 h 1798781"/>
              <a:gd name="connsiteX123" fmla="*/ 1597439 w 5673186"/>
              <a:gd name="connsiteY123" fmla="*/ 1699331 h 1798781"/>
              <a:gd name="connsiteX124" fmla="*/ 1573626 w 5673186"/>
              <a:gd name="connsiteY124" fmla="*/ 1669804 h 1798781"/>
              <a:gd name="connsiteX125" fmla="*/ 1592676 w 5673186"/>
              <a:gd name="connsiteY125" fmla="*/ 1636467 h 1798781"/>
              <a:gd name="connsiteX126" fmla="*/ 1599344 w 5673186"/>
              <a:gd name="connsiteY126" fmla="*/ 1620274 h 1798781"/>
              <a:gd name="connsiteX127" fmla="*/ 1543146 w 5673186"/>
              <a:gd name="connsiteY127" fmla="*/ 1605034 h 1798781"/>
              <a:gd name="connsiteX128" fmla="*/ 1568864 w 5673186"/>
              <a:gd name="connsiteY128" fmla="*/ 1517404 h 1798781"/>
              <a:gd name="connsiteX129" fmla="*/ 1609821 w 5673186"/>
              <a:gd name="connsiteY129" fmla="*/ 1535502 h 1798781"/>
              <a:gd name="connsiteX130" fmla="*/ 1615536 w 5673186"/>
              <a:gd name="connsiteY130" fmla="*/ 1555504 h 1798781"/>
              <a:gd name="connsiteX131" fmla="*/ 1628871 w 5673186"/>
              <a:gd name="connsiteY131" fmla="*/ 1565981 h 1798781"/>
              <a:gd name="connsiteX132" fmla="*/ 1640301 w 5673186"/>
              <a:gd name="connsiteY132" fmla="*/ 1554552 h 1798781"/>
              <a:gd name="connsiteX133" fmla="*/ 1645064 w 5673186"/>
              <a:gd name="connsiteY133" fmla="*/ 1513594 h 1798781"/>
              <a:gd name="connsiteX134" fmla="*/ 1625061 w 5673186"/>
              <a:gd name="connsiteY134" fmla="*/ 1436442 h 1798781"/>
              <a:gd name="connsiteX135" fmla="*/ 1619346 w 5673186"/>
              <a:gd name="connsiteY135" fmla="*/ 1374529 h 1798781"/>
              <a:gd name="connsiteX136" fmla="*/ 1560291 w 5673186"/>
              <a:gd name="connsiteY136" fmla="*/ 1371672 h 1798781"/>
              <a:gd name="connsiteX137" fmla="*/ 1461231 w 5673186"/>
              <a:gd name="connsiteY137" fmla="*/ 1354527 h 1798781"/>
              <a:gd name="connsiteX138" fmla="*/ 1400271 w 5673186"/>
              <a:gd name="connsiteY138" fmla="*/ 1341192 h 1798781"/>
              <a:gd name="connsiteX139" fmla="*/ 1382174 w 5673186"/>
              <a:gd name="connsiteY139" fmla="*/ 1335477 h 1798781"/>
              <a:gd name="connsiteX140" fmla="*/ 1380269 w 5673186"/>
              <a:gd name="connsiteY140" fmla="*/ 1354527 h 1798781"/>
              <a:gd name="connsiteX141" fmla="*/ 1376459 w 5673186"/>
              <a:gd name="connsiteY141" fmla="*/ 1392627 h 1798781"/>
              <a:gd name="connsiteX142" fmla="*/ 1331691 w 5673186"/>
              <a:gd name="connsiteY142" fmla="*/ 1401199 h 1798781"/>
              <a:gd name="connsiteX143" fmla="*/ 1293591 w 5673186"/>
              <a:gd name="connsiteY143" fmla="*/ 1379292 h 1798781"/>
              <a:gd name="connsiteX144" fmla="*/ 1285971 w 5673186"/>
              <a:gd name="connsiteY144" fmla="*/ 1367862 h 1798781"/>
              <a:gd name="connsiteX145" fmla="*/ 1281209 w 5673186"/>
              <a:gd name="connsiteY145" fmla="*/ 1374529 h 1798781"/>
              <a:gd name="connsiteX146" fmla="*/ 1237394 w 5673186"/>
              <a:gd name="connsiteY146" fmla="*/ 1402152 h 1798781"/>
              <a:gd name="connsiteX147" fmla="*/ 1182149 w 5673186"/>
              <a:gd name="connsiteY147" fmla="*/ 1358337 h 1798781"/>
              <a:gd name="connsiteX148" fmla="*/ 1190721 w 5673186"/>
              <a:gd name="connsiteY148" fmla="*/ 1304997 h 1798781"/>
              <a:gd name="connsiteX149" fmla="*/ 1210724 w 5673186"/>
              <a:gd name="connsiteY149" fmla="*/ 1289756 h 1798781"/>
              <a:gd name="connsiteX150" fmla="*/ 1092614 w 5673186"/>
              <a:gd name="connsiteY150" fmla="*/ 1261181 h 1798781"/>
              <a:gd name="connsiteX151" fmla="*/ 1064039 w 5673186"/>
              <a:gd name="connsiteY151" fmla="*/ 1266897 h 1798781"/>
              <a:gd name="connsiteX152" fmla="*/ 1003079 w 5673186"/>
              <a:gd name="connsiteY152" fmla="*/ 1313569 h 1798781"/>
              <a:gd name="connsiteX153" fmla="*/ 997364 w 5673186"/>
              <a:gd name="connsiteY153" fmla="*/ 1324999 h 1798781"/>
              <a:gd name="connsiteX154" fmla="*/ 1003079 w 5673186"/>
              <a:gd name="connsiteY154" fmla="*/ 1351669 h 1798781"/>
              <a:gd name="connsiteX155" fmla="*/ 947834 w 5673186"/>
              <a:gd name="connsiteY155" fmla="*/ 1421202 h 1798781"/>
              <a:gd name="connsiteX156" fmla="*/ 943071 w 5673186"/>
              <a:gd name="connsiteY156" fmla="*/ 1421202 h 1798781"/>
              <a:gd name="connsiteX157" fmla="*/ 745904 w 5673186"/>
              <a:gd name="connsiteY157" fmla="*/ 1403104 h 1798781"/>
              <a:gd name="connsiteX158" fmla="*/ 636366 w 5673186"/>
              <a:gd name="connsiteY158" fmla="*/ 1389769 h 1798781"/>
              <a:gd name="connsiteX159" fmla="*/ 600171 w 5673186"/>
              <a:gd name="connsiteY159" fmla="*/ 1240227 h 1798781"/>
              <a:gd name="connsiteX160" fmla="*/ 600171 w 5673186"/>
              <a:gd name="connsiteY160" fmla="*/ 1220224 h 1798781"/>
              <a:gd name="connsiteX161" fmla="*/ 560166 w 5673186"/>
              <a:gd name="connsiteY161" fmla="*/ 1216414 h 1798781"/>
              <a:gd name="connsiteX162" fmla="*/ 517304 w 5673186"/>
              <a:gd name="connsiteY162" fmla="*/ 1267849 h 1798781"/>
              <a:gd name="connsiteX163" fmla="*/ 510636 w 5673186"/>
              <a:gd name="connsiteY163" fmla="*/ 1284042 h 1798781"/>
              <a:gd name="connsiteX164" fmla="*/ 519209 w 5673186"/>
              <a:gd name="connsiteY164" fmla="*/ 1309759 h 1798781"/>
              <a:gd name="connsiteX165" fmla="*/ 477299 w 5673186"/>
              <a:gd name="connsiteY165" fmla="*/ 1384054 h 1798781"/>
              <a:gd name="connsiteX166" fmla="*/ 322994 w 5673186"/>
              <a:gd name="connsiteY166" fmla="*/ 1382149 h 1798781"/>
              <a:gd name="connsiteX167" fmla="*/ 186786 w 5673186"/>
              <a:gd name="connsiteY167" fmla="*/ 1338334 h 1798781"/>
              <a:gd name="connsiteX168" fmla="*/ 127731 w 5673186"/>
              <a:gd name="connsiteY168" fmla="*/ 1189744 h 1798781"/>
              <a:gd name="connsiteX169" fmla="*/ 257271 w 5673186"/>
              <a:gd name="connsiteY169" fmla="*/ 1089732 h 1798781"/>
              <a:gd name="connsiteX170" fmla="*/ 318231 w 5673186"/>
              <a:gd name="connsiteY170" fmla="*/ 1084969 h 1798781"/>
              <a:gd name="connsiteX171" fmla="*/ 208694 w 5673186"/>
              <a:gd name="connsiteY171" fmla="*/ 1059252 h 1798781"/>
              <a:gd name="connsiteX172" fmla="*/ 26766 w 5673186"/>
              <a:gd name="connsiteY172" fmla="*/ 1016389 h 1798781"/>
              <a:gd name="connsiteX173" fmla="*/ 96 w 5673186"/>
              <a:gd name="connsiteY173" fmla="*/ 1004007 h 1798781"/>
              <a:gd name="connsiteX174" fmla="*/ 138209 w 5673186"/>
              <a:gd name="connsiteY174" fmla="*/ 981147 h 1798781"/>
              <a:gd name="connsiteX175" fmla="*/ 361094 w 5673186"/>
              <a:gd name="connsiteY175" fmla="*/ 1014484 h 1798781"/>
              <a:gd name="connsiteX176" fmla="*/ 801149 w 5673186"/>
              <a:gd name="connsiteY176" fmla="*/ 1075444 h 1798781"/>
              <a:gd name="connsiteX177" fmla="*/ 1055466 w 5673186"/>
              <a:gd name="connsiteY177" fmla="*/ 1090684 h 1798781"/>
              <a:gd name="connsiteX178" fmla="*/ 1075469 w 5673186"/>
              <a:gd name="connsiteY178" fmla="*/ 1067824 h 1798781"/>
              <a:gd name="connsiteX179" fmla="*/ 1076421 w 5673186"/>
              <a:gd name="connsiteY179" fmla="*/ 1052584 h 1798781"/>
              <a:gd name="connsiteX180" fmla="*/ 1060229 w 5673186"/>
              <a:gd name="connsiteY180" fmla="*/ 981147 h 1798781"/>
              <a:gd name="connsiteX181" fmla="*/ 917354 w 5673186"/>
              <a:gd name="connsiteY181" fmla="*/ 779217 h 1798781"/>
              <a:gd name="connsiteX182" fmla="*/ 948786 w 5673186"/>
              <a:gd name="connsiteY182" fmla="*/ 672536 h 1798781"/>
              <a:gd name="connsiteX183" fmla="*/ 977361 w 5673186"/>
              <a:gd name="connsiteY183" fmla="*/ 640151 h 1798781"/>
              <a:gd name="connsiteX184" fmla="*/ 1167861 w 5673186"/>
              <a:gd name="connsiteY184" fmla="*/ 472511 h 1798781"/>
              <a:gd name="connsiteX185" fmla="*/ 1367886 w 5673186"/>
              <a:gd name="connsiteY185" fmla="*/ 423934 h 1798781"/>
              <a:gd name="connsiteX186" fmla="*/ 1698404 w 5673186"/>
              <a:gd name="connsiteY186" fmla="*/ 513469 h 1798781"/>
              <a:gd name="connsiteX187" fmla="*/ 1767936 w 5673186"/>
              <a:gd name="connsiteY187" fmla="*/ 542997 h 1798781"/>
              <a:gd name="connsiteX188" fmla="*/ 2060354 w 5673186"/>
              <a:gd name="connsiteY188" fmla="*/ 700159 h 1798781"/>
              <a:gd name="connsiteX189" fmla="*/ 2223231 w 5673186"/>
              <a:gd name="connsiteY189" fmla="*/ 760167 h 1798781"/>
              <a:gd name="connsiteX190" fmla="*/ 2890934 w 5673186"/>
              <a:gd name="connsiteY190" fmla="*/ 920186 h 1798781"/>
              <a:gd name="connsiteX191" fmla="*/ 2939511 w 5673186"/>
              <a:gd name="connsiteY191" fmla="*/ 900184 h 1798781"/>
              <a:gd name="connsiteX192" fmla="*/ 3134774 w 5673186"/>
              <a:gd name="connsiteY192" fmla="*/ 654439 h 1798781"/>
              <a:gd name="connsiteX193" fmla="*/ 3645314 w 5673186"/>
              <a:gd name="connsiteY193" fmla="*/ 61031 h 1798781"/>
              <a:gd name="connsiteX194" fmla="*/ 3661506 w 5673186"/>
              <a:gd name="connsiteY194" fmla="*/ 41029 h 1798781"/>
              <a:gd name="connsiteX195" fmla="*/ 3725131 w 5673186"/>
              <a:gd name="connsiteY195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698404 w 5673186"/>
              <a:gd name="connsiteY112" fmla="*/ 1536454 h 1798781"/>
              <a:gd name="connsiteX113" fmla="*/ 1708881 w 5673186"/>
              <a:gd name="connsiteY113" fmla="*/ 1593604 h 1798781"/>
              <a:gd name="connsiteX114" fmla="*/ 1697451 w 5673186"/>
              <a:gd name="connsiteY114" fmla="*/ 1592652 h 1798781"/>
              <a:gd name="connsiteX115" fmla="*/ 1687926 w 5673186"/>
              <a:gd name="connsiteY115" fmla="*/ 1601224 h 1798781"/>
              <a:gd name="connsiteX116" fmla="*/ 1702214 w 5673186"/>
              <a:gd name="connsiteY116" fmla="*/ 1605987 h 1798781"/>
              <a:gd name="connsiteX117" fmla="*/ 1743171 w 5673186"/>
              <a:gd name="connsiteY117" fmla="*/ 1650754 h 1798781"/>
              <a:gd name="connsiteX118" fmla="*/ 1726979 w 5673186"/>
              <a:gd name="connsiteY118" fmla="*/ 1704094 h 1798781"/>
              <a:gd name="connsiteX119" fmla="*/ 1676496 w 5673186"/>
              <a:gd name="connsiteY119" fmla="*/ 1701237 h 1798781"/>
              <a:gd name="connsiteX120" fmla="*/ 1665066 w 5673186"/>
              <a:gd name="connsiteY120" fmla="*/ 1682187 h 1798781"/>
              <a:gd name="connsiteX121" fmla="*/ 1633634 w 5673186"/>
              <a:gd name="connsiteY121" fmla="*/ 1683139 h 1798781"/>
              <a:gd name="connsiteX122" fmla="*/ 1597439 w 5673186"/>
              <a:gd name="connsiteY122" fmla="*/ 1699331 h 1798781"/>
              <a:gd name="connsiteX123" fmla="*/ 1573626 w 5673186"/>
              <a:gd name="connsiteY123" fmla="*/ 1669804 h 1798781"/>
              <a:gd name="connsiteX124" fmla="*/ 1592676 w 5673186"/>
              <a:gd name="connsiteY124" fmla="*/ 1636467 h 1798781"/>
              <a:gd name="connsiteX125" fmla="*/ 1599344 w 5673186"/>
              <a:gd name="connsiteY125" fmla="*/ 1620274 h 1798781"/>
              <a:gd name="connsiteX126" fmla="*/ 1543146 w 5673186"/>
              <a:gd name="connsiteY126" fmla="*/ 1605034 h 1798781"/>
              <a:gd name="connsiteX127" fmla="*/ 1568864 w 5673186"/>
              <a:gd name="connsiteY127" fmla="*/ 1517404 h 1798781"/>
              <a:gd name="connsiteX128" fmla="*/ 1609821 w 5673186"/>
              <a:gd name="connsiteY128" fmla="*/ 1535502 h 1798781"/>
              <a:gd name="connsiteX129" fmla="*/ 1615536 w 5673186"/>
              <a:gd name="connsiteY129" fmla="*/ 1555504 h 1798781"/>
              <a:gd name="connsiteX130" fmla="*/ 1628871 w 5673186"/>
              <a:gd name="connsiteY130" fmla="*/ 1565981 h 1798781"/>
              <a:gd name="connsiteX131" fmla="*/ 1640301 w 5673186"/>
              <a:gd name="connsiteY131" fmla="*/ 1554552 h 1798781"/>
              <a:gd name="connsiteX132" fmla="*/ 1645064 w 5673186"/>
              <a:gd name="connsiteY132" fmla="*/ 1513594 h 1798781"/>
              <a:gd name="connsiteX133" fmla="*/ 1625061 w 5673186"/>
              <a:gd name="connsiteY133" fmla="*/ 1436442 h 1798781"/>
              <a:gd name="connsiteX134" fmla="*/ 1619346 w 5673186"/>
              <a:gd name="connsiteY134" fmla="*/ 1374529 h 1798781"/>
              <a:gd name="connsiteX135" fmla="*/ 1560291 w 5673186"/>
              <a:gd name="connsiteY135" fmla="*/ 1371672 h 1798781"/>
              <a:gd name="connsiteX136" fmla="*/ 1461231 w 5673186"/>
              <a:gd name="connsiteY136" fmla="*/ 1354527 h 1798781"/>
              <a:gd name="connsiteX137" fmla="*/ 1400271 w 5673186"/>
              <a:gd name="connsiteY137" fmla="*/ 1341192 h 1798781"/>
              <a:gd name="connsiteX138" fmla="*/ 1382174 w 5673186"/>
              <a:gd name="connsiteY138" fmla="*/ 1335477 h 1798781"/>
              <a:gd name="connsiteX139" fmla="*/ 1380269 w 5673186"/>
              <a:gd name="connsiteY139" fmla="*/ 1354527 h 1798781"/>
              <a:gd name="connsiteX140" fmla="*/ 1376459 w 5673186"/>
              <a:gd name="connsiteY140" fmla="*/ 1392627 h 1798781"/>
              <a:gd name="connsiteX141" fmla="*/ 1331691 w 5673186"/>
              <a:gd name="connsiteY141" fmla="*/ 1401199 h 1798781"/>
              <a:gd name="connsiteX142" fmla="*/ 1293591 w 5673186"/>
              <a:gd name="connsiteY142" fmla="*/ 1379292 h 1798781"/>
              <a:gd name="connsiteX143" fmla="*/ 1285971 w 5673186"/>
              <a:gd name="connsiteY143" fmla="*/ 1367862 h 1798781"/>
              <a:gd name="connsiteX144" fmla="*/ 1281209 w 5673186"/>
              <a:gd name="connsiteY144" fmla="*/ 1374529 h 1798781"/>
              <a:gd name="connsiteX145" fmla="*/ 1237394 w 5673186"/>
              <a:gd name="connsiteY145" fmla="*/ 1402152 h 1798781"/>
              <a:gd name="connsiteX146" fmla="*/ 1182149 w 5673186"/>
              <a:gd name="connsiteY146" fmla="*/ 1358337 h 1798781"/>
              <a:gd name="connsiteX147" fmla="*/ 1190721 w 5673186"/>
              <a:gd name="connsiteY147" fmla="*/ 1304997 h 1798781"/>
              <a:gd name="connsiteX148" fmla="*/ 1210724 w 5673186"/>
              <a:gd name="connsiteY148" fmla="*/ 1289756 h 1798781"/>
              <a:gd name="connsiteX149" fmla="*/ 1092614 w 5673186"/>
              <a:gd name="connsiteY149" fmla="*/ 1261181 h 1798781"/>
              <a:gd name="connsiteX150" fmla="*/ 1064039 w 5673186"/>
              <a:gd name="connsiteY150" fmla="*/ 1266897 h 1798781"/>
              <a:gd name="connsiteX151" fmla="*/ 1003079 w 5673186"/>
              <a:gd name="connsiteY151" fmla="*/ 1313569 h 1798781"/>
              <a:gd name="connsiteX152" fmla="*/ 997364 w 5673186"/>
              <a:gd name="connsiteY152" fmla="*/ 1324999 h 1798781"/>
              <a:gd name="connsiteX153" fmla="*/ 1003079 w 5673186"/>
              <a:gd name="connsiteY153" fmla="*/ 1351669 h 1798781"/>
              <a:gd name="connsiteX154" fmla="*/ 947834 w 5673186"/>
              <a:gd name="connsiteY154" fmla="*/ 1421202 h 1798781"/>
              <a:gd name="connsiteX155" fmla="*/ 943071 w 5673186"/>
              <a:gd name="connsiteY155" fmla="*/ 1421202 h 1798781"/>
              <a:gd name="connsiteX156" fmla="*/ 745904 w 5673186"/>
              <a:gd name="connsiteY156" fmla="*/ 1403104 h 1798781"/>
              <a:gd name="connsiteX157" fmla="*/ 636366 w 5673186"/>
              <a:gd name="connsiteY157" fmla="*/ 1389769 h 1798781"/>
              <a:gd name="connsiteX158" fmla="*/ 600171 w 5673186"/>
              <a:gd name="connsiteY158" fmla="*/ 1240227 h 1798781"/>
              <a:gd name="connsiteX159" fmla="*/ 600171 w 5673186"/>
              <a:gd name="connsiteY159" fmla="*/ 1220224 h 1798781"/>
              <a:gd name="connsiteX160" fmla="*/ 560166 w 5673186"/>
              <a:gd name="connsiteY160" fmla="*/ 1216414 h 1798781"/>
              <a:gd name="connsiteX161" fmla="*/ 517304 w 5673186"/>
              <a:gd name="connsiteY161" fmla="*/ 1267849 h 1798781"/>
              <a:gd name="connsiteX162" fmla="*/ 510636 w 5673186"/>
              <a:gd name="connsiteY162" fmla="*/ 1284042 h 1798781"/>
              <a:gd name="connsiteX163" fmla="*/ 519209 w 5673186"/>
              <a:gd name="connsiteY163" fmla="*/ 1309759 h 1798781"/>
              <a:gd name="connsiteX164" fmla="*/ 477299 w 5673186"/>
              <a:gd name="connsiteY164" fmla="*/ 1384054 h 1798781"/>
              <a:gd name="connsiteX165" fmla="*/ 322994 w 5673186"/>
              <a:gd name="connsiteY165" fmla="*/ 1382149 h 1798781"/>
              <a:gd name="connsiteX166" fmla="*/ 186786 w 5673186"/>
              <a:gd name="connsiteY166" fmla="*/ 1338334 h 1798781"/>
              <a:gd name="connsiteX167" fmla="*/ 127731 w 5673186"/>
              <a:gd name="connsiteY167" fmla="*/ 1189744 h 1798781"/>
              <a:gd name="connsiteX168" fmla="*/ 257271 w 5673186"/>
              <a:gd name="connsiteY168" fmla="*/ 1089732 h 1798781"/>
              <a:gd name="connsiteX169" fmla="*/ 318231 w 5673186"/>
              <a:gd name="connsiteY169" fmla="*/ 1084969 h 1798781"/>
              <a:gd name="connsiteX170" fmla="*/ 208694 w 5673186"/>
              <a:gd name="connsiteY170" fmla="*/ 1059252 h 1798781"/>
              <a:gd name="connsiteX171" fmla="*/ 26766 w 5673186"/>
              <a:gd name="connsiteY171" fmla="*/ 1016389 h 1798781"/>
              <a:gd name="connsiteX172" fmla="*/ 96 w 5673186"/>
              <a:gd name="connsiteY172" fmla="*/ 1004007 h 1798781"/>
              <a:gd name="connsiteX173" fmla="*/ 138209 w 5673186"/>
              <a:gd name="connsiteY173" fmla="*/ 981147 h 1798781"/>
              <a:gd name="connsiteX174" fmla="*/ 361094 w 5673186"/>
              <a:gd name="connsiteY174" fmla="*/ 1014484 h 1798781"/>
              <a:gd name="connsiteX175" fmla="*/ 801149 w 5673186"/>
              <a:gd name="connsiteY175" fmla="*/ 1075444 h 1798781"/>
              <a:gd name="connsiteX176" fmla="*/ 1055466 w 5673186"/>
              <a:gd name="connsiteY176" fmla="*/ 1090684 h 1798781"/>
              <a:gd name="connsiteX177" fmla="*/ 1075469 w 5673186"/>
              <a:gd name="connsiteY177" fmla="*/ 1067824 h 1798781"/>
              <a:gd name="connsiteX178" fmla="*/ 1076421 w 5673186"/>
              <a:gd name="connsiteY178" fmla="*/ 1052584 h 1798781"/>
              <a:gd name="connsiteX179" fmla="*/ 1060229 w 5673186"/>
              <a:gd name="connsiteY179" fmla="*/ 981147 h 1798781"/>
              <a:gd name="connsiteX180" fmla="*/ 917354 w 5673186"/>
              <a:gd name="connsiteY180" fmla="*/ 779217 h 1798781"/>
              <a:gd name="connsiteX181" fmla="*/ 948786 w 5673186"/>
              <a:gd name="connsiteY181" fmla="*/ 672536 h 1798781"/>
              <a:gd name="connsiteX182" fmla="*/ 977361 w 5673186"/>
              <a:gd name="connsiteY182" fmla="*/ 640151 h 1798781"/>
              <a:gd name="connsiteX183" fmla="*/ 1167861 w 5673186"/>
              <a:gd name="connsiteY183" fmla="*/ 472511 h 1798781"/>
              <a:gd name="connsiteX184" fmla="*/ 1367886 w 5673186"/>
              <a:gd name="connsiteY184" fmla="*/ 423934 h 1798781"/>
              <a:gd name="connsiteX185" fmla="*/ 1698404 w 5673186"/>
              <a:gd name="connsiteY185" fmla="*/ 513469 h 1798781"/>
              <a:gd name="connsiteX186" fmla="*/ 1767936 w 5673186"/>
              <a:gd name="connsiteY186" fmla="*/ 542997 h 1798781"/>
              <a:gd name="connsiteX187" fmla="*/ 2060354 w 5673186"/>
              <a:gd name="connsiteY187" fmla="*/ 700159 h 1798781"/>
              <a:gd name="connsiteX188" fmla="*/ 2223231 w 5673186"/>
              <a:gd name="connsiteY188" fmla="*/ 760167 h 1798781"/>
              <a:gd name="connsiteX189" fmla="*/ 2890934 w 5673186"/>
              <a:gd name="connsiteY189" fmla="*/ 920186 h 1798781"/>
              <a:gd name="connsiteX190" fmla="*/ 2939511 w 5673186"/>
              <a:gd name="connsiteY190" fmla="*/ 900184 h 1798781"/>
              <a:gd name="connsiteX191" fmla="*/ 3134774 w 5673186"/>
              <a:gd name="connsiteY191" fmla="*/ 654439 h 1798781"/>
              <a:gd name="connsiteX192" fmla="*/ 3645314 w 5673186"/>
              <a:gd name="connsiteY192" fmla="*/ 61031 h 1798781"/>
              <a:gd name="connsiteX193" fmla="*/ 3661506 w 5673186"/>
              <a:gd name="connsiteY193" fmla="*/ 41029 h 1798781"/>
              <a:gd name="connsiteX194" fmla="*/ 3725131 w 5673186"/>
              <a:gd name="connsiteY194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730789 w 5673186"/>
              <a:gd name="connsiteY108" fmla="*/ 1403104 h 1798781"/>
              <a:gd name="connsiteX109" fmla="*/ 1695546 w 5673186"/>
              <a:gd name="connsiteY109" fmla="*/ 1450729 h 1798781"/>
              <a:gd name="connsiteX110" fmla="*/ 1694594 w 5673186"/>
              <a:gd name="connsiteY110" fmla="*/ 1474542 h 1798781"/>
              <a:gd name="connsiteX111" fmla="*/ 1698404 w 5673186"/>
              <a:gd name="connsiteY111" fmla="*/ 1536454 h 1798781"/>
              <a:gd name="connsiteX112" fmla="*/ 1708881 w 5673186"/>
              <a:gd name="connsiteY112" fmla="*/ 1593604 h 1798781"/>
              <a:gd name="connsiteX113" fmla="*/ 1697451 w 5673186"/>
              <a:gd name="connsiteY113" fmla="*/ 1592652 h 1798781"/>
              <a:gd name="connsiteX114" fmla="*/ 1687926 w 5673186"/>
              <a:gd name="connsiteY114" fmla="*/ 1601224 h 1798781"/>
              <a:gd name="connsiteX115" fmla="*/ 1702214 w 5673186"/>
              <a:gd name="connsiteY115" fmla="*/ 1605987 h 1798781"/>
              <a:gd name="connsiteX116" fmla="*/ 1743171 w 5673186"/>
              <a:gd name="connsiteY116" fmla="*/ 1650754 h 1798781"/>
              <a:gd name="connsiteX117" fmla="*/ 1726979 w 5673186"/>
              <a:gd name="connsiteY117" fmla="*/ 1704094 h 1798781"/>
              <a:gd name="connsiteX118" fmla="*/ 1676496 w 5673186"/>
              <a:gd name="connsiteY118" fmla="*/ 1701237 h 1798781"/>
              <a:gd name="connsiteX119" fmla="*/ 1665066 w 5673186"/>
              <a:gd name="connsiteY119" fmla="*/ 1682187 h 1798781"/>
              <a:gd name="connsiteX120" fmla="*/ 1633634 w 5673186"/>
              <a:gd name="connsiteY120" fmla="*/ 1683139 h 1798781"/>
              <a:gd name="connsiteX121" fmla="*/ 1597439 w 5673186"/>
              <a:gd name="connsiteY121" fmla="*/ 1699331 h 1798781"/>
              <a:gd name="connsiteX122" fmla="*/ 1573626 w 5673186"/>
              <a:gd name="connsiteY122" fmla="*/ 1669804 h 1798781"/>
              <a:gd name="connsiteX123" fmla="*/ 1592676 w 5673186"/>
              <a:gd name="connsiteY123" fmla="*/ 1636467 h 1798781"/>
              <a:gd name="connsiteX124" fmla="*/ 1599344 w 5673186"/>
              <a:gd name="connsiteY124" fmla="*/ 1620274 h 1798781"/>
              <a:gd name="connsiteX125" fmla="*/ 1543146 w 5673186"/>
              <a:gd name="connsiteY125" fmla="*/ 1605034 h 1798781"/>
              <a:gd name="connsiteX126" fmla="*/ 1568864 w 5673186"/>
              <a:gd name="connsiteY126" fmla="*/ 1517404 h 1798781"/>
              <a:gd name="connsiteX127" fmla="*/ 1609821 w 5673186"/>
              <a:gd name="connsiteY127" fmla="*/ 1535502 h 1798781"/>
              <a:gd name="connsiteX128" fmla="*/ 1615536 w 5673186"/>
              <a:gd name="connsiteY128" fmla="*/ 1555504 h 1798781"/>
              <a:gd name="connsiteX129" fmla="*/ 1628871 w 5673186"/>
              <a:gd name="connsiteY129" fmla="*/ 1565981 h 1798781"/>
              <a:gd name="connsiteX130" fmla="*/ 1640301 w 5673186"/>
              <a:gd name="connsiteY130" fmla="*/ 1554552 h 1798781"/>
              <a:gd name="connsiteX131" fmla="*/ 1645064 w 5673186"/>
              <a:gd name="connsiteY131" fmla="*/ 1513594 h 1798781"/>
              <a:gd name="connsiteX132" fmla="*/ 1625061 w 5673186"/>
              <a:gd name="connsiteY132" fmla="*/ 1436442 h 1798781"/>
              <a:gd name="connsiteX133" fmla="*/ 1619346 w 5673186"/>
              <a:gd name="connsiteY133" fmla="*/ 1374529 h 1798781"/>
              <a:gd name="connsiteX134" fmla="*/ 1560291 w 5673186"/>
              <a:gd name="connsiteY134" fmla="*/ 1371672 h 1798781"/>
              <a:gd name="connsiteX135" fmla="*/ 1461231 w 5673186"/>
              <a:gd name="connsiteY135" fmla="*/ 1354527 h 1798781"/>
              <a:gd name="connsiteX136" fmla="*/ 1400271 w 5673186"/>
              <a:gd name="connsiteY136" fmla="*/ 1341192 h 1798781"/>
              <a:gd name="connsiteX137" fmla="*/ 1382174 w 5673186"/>
              <a:gd name="connsiteY137" fmla="*/ 1335477 h 1798781"/>
              <a:gd name="connsiteX138" fmla="*/ 1380269 w 5673186"/>
              <a:gd name="connsiteY138" fmla="*/ 1354527 h 1798781"/>
              <a:gd name="connsiteX139" fmla="*/ 1376459 w 5673186"/>
              <a:gd name="connsiteY139" fmla="*/ 1392627 h 1798781"/>
              <a:gd name="connsiteX140" fmla="*/ 1331691 w 5673186"/>
              <a:gd name="connsiteY140" fmla="*/ 1401199 h 1798781"/>
              <a:gd name="connsiteX141" fmla="*/ 1293591 w 5673186"/>
              <a:gd name="connsiteY141" fmla="*/ 1379292 h 1798781"/>
              <a:gd name="connsiteX142" fmla="*/ 1285971 w 5673186"/>
              <a:gd name="connsiteY142" fmla="*/ 1367862 h 1798781"/>
              <a:gd name="connsiteX143" fmla="*/ 1281209 w 5673186"/>
              <a:gd name="connsiteY143" fmla="*/ 1374529 h 1798781"/>
              <a:gd name="connsiteX144" fmla="*/ 1237394 w 5673186"/>
              <a:gd name="connsiteY144" fmla="*/ 1402152 h 1798781"/>
              <a:gd name="connsiteX145" fmla="*/ 1182149 w 5673186"/>
              <a:gd name="connsiteY145" fmla="*/ 1358337 h 1798781"/>
              <a:gd name="connsiteX146" fmla="*/ 1190721 w 5673186"/>
              <a:gd name="connsiteY146" fmla="*/ 1304997 h 1798781"/>
              <a:gd name="connsiteX147" fmla="*/ 1210724 w 5673186"/>
              <a:gd name="connsiteY147" fmla="*/ 1289756 h 1798781"/>
              <a:gd name="connsiteX148" fmla="*/ 1092614 w 5673186"/>
              <a:gd name="connsiteY148" fmla="*/ 1261181 h 1798781"/>
              <a:gd name="connsiteX149" fmla="*/ 1064039 w 5673186"/>
              <a:gd name="connsiteY149" fmla="*/ 1266897 h 1798781"/>
              <a:gd name="connsiteX150" fmla="*/ 1003079 w 5673186"/>
              <a:gd name="connsiteY150" fmla="*/ 1313569 h 1798781"/>
              <a:gd name="connsiteX151" fmla="*/ 997364 w 5673186"/>
              <a:gd name="connsiteY151" fmla="*/ 1324999 h 1798781"/>
              <a:gd name="connsiteX152" fmla="*/ 1003079 w 5673186"/>
              <a:gd name="connsiteY152" fmla="*/ 1351669 h 1798781"/>
              <a:gd name="connsiteX153" fmla="*/ 947834 w 5673186"/>
              <a:gd name="connsiteY153" fmla="*/ 1421202 h 1798781"/>
              <a:gd name="connsiteX154" fmla="*/ 943071 w 5673186"/>
              <a:gd name="connsiteY154" fmla="*/ 1421202 h 1798781"/>
              <a:gd name="connsiteX155" fmla="*/ 745904 w 5673186"/>
              <a:gd name="connsiteY155" fmla="*/ 1403104 h 1798781"/>
              <a:gd name="connsiteX156" fmla="*/ 636366 w 5673186"/>
              <a:gd name="connsiteY156" fmla="*/ 1389769 h 1798781"/>
              <a:gd name="connsiteX157" fmla="*/ 600171 w 5673186"/>
              <a:gd name="connsiteY157" fmla="*/ 1240227 h 1798781"/>
              <a:gd name="connsiteX158" fmla="*/ 600171 w 5673186"/>
              <a:gd name="connsiteY158" fmla="*/ 1220224 h 1798781"/>
              <a:gd name="connsiteX159" fmla="*/ 560166 w 5673186"/>
              <a:gd name="connsiteY159" fmla="*/ 1216414 h 1798781"/>
              <a:gd name="connsiteX160" fmla="*/ 517304 w 5673186"/>
              <a:gd name="connsiteY160" fmla="*/ 1267849 h 1798781"/>
              <a:gd name="connsiteX161" fmla="*/ 510636 w 5673186"/>
              <a:gd name="connsiteY161" fmla="*/ 1284042 h 1798781"/>
              <a:gd name="connsiteX162" fmla="*/ 519209 w 5673186"/>
              <a:gd name="connsiteY162" fmla="*/ 1309759 h 1798781"/>
              <a:gd name="connsiteX163" fmla="*/ 477299 w 5673186"/>
              <a:gd name="connsiteY163" fmla="*/ 1384054 h 1798781"/>
              <a:gd name="connsiteX164" fmla="*/ 322994 w 5673186"/>
              <a:gd name="connsiteY164" fmla="*/ 1382149 h 1798781"/>
              <a:gd name="connsiteX165" fmla="*/ 186786 w 5673186"/>
              <a:gd name="connsiteY165" fmla="*/ 1338334 h 1798781"/>
              <a:gd name="connsiteX166" fmla="*/ 127731 w 5673186"/>
              <a:gd name="connsiteY166" fmla="*/ 1189744 h 1798781"/>
              <a:gd name="connsiteX167" fmla="*/ 257271 w 5673186"/>
              <a:gd name="connsiteY167" fmla="*/ 1089732 h 1798781"/>
              <a:gd name="connsiteX168" fmla="*/ 318231 w 5673186"/>
              <a:gd name="connsiteY168" fmla="*/ 1084969 h 1798781"/>
              <a:gd name="connsiteX169" fmla="*/ 208694 w 5673186"/>
              <a:gd name="connsiteY169" fmla="*/ 1059252 h 1798781"/>
              <a:gd name="connsiteX170" fmla="*/ 26766 w 5673186"/>
              <a:gd name="connsiteY170" fmla="*/ 1016389 h 1798781"/>
              <a:gd name="connsiteX171" fmla="*/ 96 w 5673186"/>
              <a:gd name="connsiteY171" fmla="*/ 1004007 h 1798781"/>
              <a:gd name="connsiteX172" fmla="*/ 138209 w 5673186"/>
              <a:gd name="connsiteY172" fmla="*/ 981147 h 1798781"/>
              <a:gd name="connsiteX173" fmla="*/ 361094 w 5673186"/>
              <a:gd name="connsiteY173" fmla="*/ 1014484 h 1798781"/>
              <a:gd name="connsiteX174" fmla="*/ 801149 w 5673186"/>
              <a:gd name="connsiteY174" fmla="*/ 1075444 h 1798781"/>
              <a:gd name="connsiteX175" fmla="*/ 1055466 w 5673186"/>
              <a:gd name="connsiteY175" fmla="*/ 1090684 h 1798781"/>
              <a:gd name="connsiteX176" fmla="*/ 1075469 w 5673186"/>
              <a:gd name="connsiteY176" fmla="*/ 1067824 h 1798781"/>
              <a:gd name="connsiteX177" fmla="*/ 1076421 w 5673186"/>
              <a:gd name="connsiteY177" fmla="*/ 1052584 h 1798781"/>
              <a:gd name="connsiteX178" fmla="*/ 1060229 w 5673186"/>
              <a:gd name="connsiteY178" fmla="*/ 981147 h 1798781"/>
              <a:gd name="connsiteX179" fmla="*/ 917354 w 5673186"/>
              <a:gd name="connsiteY179" fmla="*/ 779217 h 1798781"/>
              <a:gd name="connsiteX180" fmla="*/ 948786 w 5673186"/>
              <a:gd name="connsiteY180" fmla="*/ 672536 h 1798781"/>
              <a:gd name="connsiteX181" fmla="*/ 977361 w 5673186"/>
              <a:gd name="connsiteY181" fmla="*/ 640151 h 1798781"/>
              <a:gd name="connsiteX182" fmla="*/ 1167861 w 5673186"/>
              <a:gd name="connsiteY182" fmla="*/ 472511 h 1798781"/>
              <a:gd name="connsiteX183" fmla="*/ 1367886 w 5673186"/>
              <a:gd name="connsiteY183" fmla="*/ 423934 h 1798781"/>
              <a:gd name="connsiteX184" fmla="*/ 1698404 w 5673186"/>
              <a:gd name="connsiteY184" fmla="*/ 513469 h 1798781"/>
              <a:gd name="connsiteX185" fmla="*/ 1767936 w 5673186"/>
              <a:gd name="connsiteY185" fmla="*/ 542997 h 1798781"/>
              <a:gd name="connsiteX186" fmla="*/ 2060354 w 5673186"/>
              <a:gd name="connsiteY186" fmla="*/ 700159 h 1798781"/>
              <a:gd name="connsiteX187" fmla="*/ 2223231 w 5673186"/>
              <a:gd name="connsiteY187" fmla="*/ 760167 h 1798781"/>
              <a:gd name="connsiteX188" fmla="*/ 2890934 w 5673186"/>
              <a:gd name="connsiteY188" fmla="*/ 920186 h 1798781"/>
              <a:gd name="connsiteX189" fmla="*/ 2939511 w 5673186"/>
              <a:gd name="connsiteY189" fmla="*/ 900184 h 1798781"/>
              <a:gd name="connsiteX190" fmla="*/ 3134774 w 5673186"/>
              <a:gd name="connsiteY190" fmla="*/ 654439 h 1798781"/>
              <a:gd name="connsiteX191" fmla="*/ 3645314 w 5673186"/>
              <a:gd name="connsiteY191" fmla="*/ 61031 h 1798781"/>
              <a:gd name="connsiteX192" fmla="*/ 3661506 w 5673186"/>
              <a:gd name="connsiteY192" fmla="*/ 41029 h 1798781"/>
              <a:gd name="connsiteX193" fmla="*/ 3725131 w 5673186"/>
              <a:gd name="connsiteY193" fmla="*/ 175 h 17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5673186" h="1798781">
                <a:moveTo>
                  <a:pt x="3911419" y="1189863"/>
                </a:moveTo>
                <a:cubicBezTo>
                  <a:pt x="3903918" y="1190459"/>
                  <a:pt x="3895822" y="1191649"/>
                  <a:pt x="3885344" y="1191649"/>
                </a:cubicBezTo>
                <a:cubicBezTo>
                  <a:pt x="3837719" y="1195459"/>
                  <a:pt x="3789141" y="1192602"/>
                  <a:pt x="3742469" y="1195459"/>
                </a:cubicBezTo>
                <a:cubicBezTo>
                  <a:pt x="3705321" y="1197364"/>
                  <a:pt x="3671031" y="1197364"/>
                  <a:pt x="3634836" y="1200222"/>
                </a:cubicBezTo>
                <a:cubicBezTo>
                  <a:pt x="3628169" y="1200222"/>
                  <a:pt x="3615786" y="1224987"/>
                  <a:pt x="3616739" y="1236417"/>
                </a:cubicBezTo>
                <a:cubicBezTo>
                  <a:pt x="3616739" y="1247847"/>
                  <a:pt x="3628169" y="1244037"/>
                  <a:pt x="3634836" y="1244037"/>
                </a:cubicBezTo>
                <a:cubicBezTo>
                  <a:pt x="3650076" y="1244989"/>
                  <a:pt x="3682461" y="1243084"/>
                  <a:pt x="3682461" y="1242131"/>
                </a:cubicBezTo>
                <a:cubicBezTo>
                  <a:pt x="3760566" y="1238322"/>
                  <a:pt x="3834861" y="1240227"/>
                  <a:pt x="3912966" y="1236417"/>
                </a:cubicBezTo>
                <a:cubicBezTo>
                  <a:pt x="3918681" y="1236417"/>
                  <a:pt x="3935826" y="1238322"/>
                  <a:pt x="3941541" y="1237369"/>
                </a:cubicBezTo>
                <a:cubicBezTo>
                  <a:pt x="3945351" y="1237369"/>
                  <a:pt x="3941541" y="1208794"/>
                  <a:pt x="3942494" y="1204032"/>
                </a:cubicBezTo>
                <a:cubicBezTo>
                  <a:pt x="3943446" y="1199269"/>
                  <a:pt x="3936779" y="1192602"/>
                  <a:pt x="3933921" y="1191649"/>
                </a:cubicBezTo>
                <a:cubicBezTo>
                  <a:pt x="3925825" y="1189268"/>
                  <a:pt x="3918920" y="1189268"/>
                  <a:pt x="3911419" y="1189863"/>
                </a:cubicBezTo>
                <a:close/>
                <a:moveTo>
                  <a:pt x="3725131" y="175"/>
                </a:moveTo>
                <a:cubicBezTo>
                  <a:pt x="3733896" y="-345"/>
                  <a:pt x="3743183" y="309"/>
                  <a:pt x="3752946" y="1976"/>
                </a:cubicBezTo>
                <a:cubicBezTo>
                  <a:pt x="3781521" y="6739"/>
                  <a:pt x="3811049" y="10549"/>
                  <a:pt x="3840576" y="17216"/>
                </a:cubicBezTo>
                <a:cubicBezTo>
                  <a:pt x="3853911" y="20074"/>
                  <a:pt x="3856769" y="25789"/>
                  <a:pt x="3852959" y="39124"/>
                </a:cubicBezTo>
                <a:cubicBezTo>
                  <a:pt x="3830099" y="117229"/>
                  <a:pt x="3806286" y="194381"/>
                  <a:pt x="3782474" y="271534"/>
                </a:cubicBezTo>
                <a:cubicBezTo>
                  <a:pt x="3753899" y="361069"/>
                  <a:pt x="3730086" y="395359"/>
                  <a:pt x="3703416" y="484894"/>
                </a:cubicBezTo>
                <a:cubicBezTo>
                  <a:pt x="3645314" y="682061"/>
                  <a:pt x="3585306" y="878276"/>
                  <a:pt x="3527204" y="1075444"/>
                </a:cubicBezTo>
                <a:cubicBezTo>
                  <a:pt x="3518631" y="1104972"/>
                  <a:pt x="3518631" y="1105924"/>
                  <a:pt x="3549111" y="1104972"/>
                </a:cubicBezTo>
                <a:cubicBezTo>
                  <a:pt x="3975831" y="1096399"/>
                  <a:pt x="4401599" y="1080207"/>
                  <a:pt x="4827366" y="1055442"/>
                </a:cubicBezTo>
                <a:cubicBezTo>
                  <a:pt x="5031201" y="1043059"/>
                  <a:pt x="5111211" y="1031629"/>
                  <a:pt x="5314094" y="1014484"/>
                </a:cubicBezTo>
                <a:cubicBezTo>
                  <a:pt x="5364576" y="1009722"/>
                  <a:pt x="5414107" y="1011626"/>
                  <a:pt x="5463636" y="1020199"/>
                </a:cubicBezTo>
                <a:cubicBezTo>
                  <a:pt x="5494116" y="1024961"/>
                  <a:pt x="5523644" y="1031629"/>
                  <a:pt x="5554124" y="1037344"/>
                </a:cubicBezTo>
                <a:cubicBezTo>
                  <a:pt x="5597939" y="1044012"/>
                  <a:pt x="5625561" y="1048774"/>
                  <a:pt x="5673186" y="1062109"/>
                </a:cubicBezTo>
                <a:cubicBezTo>
                  <a:pt x="5616036" y="1064967"/>
                  <a:pt x="5541741" y="1052584"/>
                  <a:pt x="5517929" y="1057347"/>
                </a:cubicBezTo>
                <a:cubicBezTo>
                  <a:pt x="5364576" y="1077349"/>
                  <a:pt x="5334096" y="1097352"/>
                  <a:pt x="5180744" y="1117354"/>
                </a:cubicBezTo>
                <a:lnTo>
                  <a:pt x="4631151" y="1188792"/>
                </a:lnTo>
                <a:cubicBezTo>
                  <a:pt x="4594004" y="1194507"/>
                  <a:pt x="4567334" y="1199269"/>
                  <a:pt x="4523519" y="1204984"/>
                </a:cubicBezTo>
                <a:cubicBezTo>
                  <a:pt x="4529234" y="1214509"/>
                  <a:pt x="4535901" y="1230702"/>
                  <a:pt x="4541616" y="1230702"/>
                </a:cubicBezTo>
                <a:cubicBezTo>
                  <a:pt x="4618769" y="1232606"/>
                  <a:pt x="4657821" y="1228797"/>
                  <a:pt x="4734974" y="1224987"/>
                </a:cubicBezTo>
                <a:cubicBezTo>
                  <a:pt x="4759739" y="1223081"/>
                  <a:pt x="4784504" y="1223081"/>
                  <a:pt x="4813079" y="1231654"/>
                </a:cubicBezTo>
                <a:cubicBezTo>
                  <a:pt x="4800696" y="1240227"/>
                  <a:pt x="4791171" y="1240227"/>
                  <a:pt x="4781646" y="1240227"/>
                </a:cubicBezTo>
                <a:cubicBezTo>
                  <a:pt x="4670204" y="1245942"/>
                  <a:pt x="4596861" y="1264039"/>
                  <a:pt x="4484466" y="1265944"/>
                </a:cubicBezTo>
                <a:cubicBezTo>
                  <a:pt x="4470179" y="1265944"/>
                  <a:pt x="4457796" y="1268802"/>
                  <a:pt x="4449224" y="1282137"/>
                </a:cubicBezTo>
                <a:cubicBezTo>
                  <a:pt x="4446366" y="1285947"/>
                  <a:pt x="4442556" y="1289756"/>
                  <a:pt x="4438746" y="1291662"/>
                </a:cubicBezTo>
                <a:cubicBezTo>
                  <a:pt x="4414934" y="1305949"/>
                  <a:pt x="4403504" y="1359289"/>
                  <a:pt x="4415886" y="1384054"/>
                </a:cubicBezTo>
                <a:cubicBezTo>
                  <a:pt x="4422554" y="1396437"/>
                  <a:pt x="4440651" y="1405009"/>
                  <a:pt x="4437794" y="1417392"/>
                </a:cubicBezTo>
                <a:cubicBezTo>
                  <a:pt x="4433984" y="1430727"/>
                  <a:pt x="4412076" y="1422154"/>
                  <a:pt x="4402551" y="1430727"/>
                </a:cubicBezTo>
                <a:cubicBezTo>
                  <a:pt x="4359689" y="1468827"/>
                  <a:pt x="4312064" y="1451681"/>
                  <a:pt x="4265391" y="1441204"/>
                </a:cubicBezTo>
                <a:cubicBezTo>
                  <a:pt x="4243484" y="1436442"/>
                  <a:pt x="4222529" y="1433584"/>
                  <a:pt x="4201574" y="1445014"/>
                </a:cubicBezTo>
                <a:cubicBezTo>
                  <a:pt x="4193001" y="1449777"/>
                  <a:pt x="4182524" y="1450729"/>
                  <a:pt x="4172999" y="1449777"/>
                </a:cubicBezTo>
                <a:cubicBezTo>
                  <a:pt x="4123469" y="1444062"/>
                  <a:pt x="4072986" y="1439299"/>
                  <a:pt x="4025361" y="1421202"/>
                </a:cubicBezTo>
                <a:cubicBezTo>
                  <a:pt x="3996786" y="1409772"/>
                  <a:pt x="3981546" y="1345954"/>
                  <a:pt x="3965354" y="1319284"/>
                </a:cubicBezTo>
                <a:cubicBezTo>
                  <a:pt x="3959639" y="1310712"/>
                  <a:pt x="3953924" y="1308806"/>
                  <a:pt x="3944399" y="1309759"/>
                </a:cubicBezTo>
                <a:cubicBezTo>
                  <a:pt x="3848196" y="1319284"/>
                  <a:pt x="3712941" y="1328809"/>
                  <a:pt x="3616739" y="1338334"/>
                </a:cubicBezTo>
                <a:cubicBezTo>
                  <a:pt x="3599594" y="1339287"/>
                  <a:pt x="3591021" y="1349764"/>
                  <a:pt x="3585306" y="1364052"/>
                </a:cubicBezTo>
                <a:cubicBezTo>
                  <a:pt x="3578639" y="1379292"/>
                  <a:pt x="3572924" y="1393579"/>
                  <a:pt x="3563399" y="1406914"/>
                </a:cubicBezTo>
                <a:cubicBezTo>
                  <a:pt x="3540539" y="1439299"/>
                  <a:pt x="3510059" y="1434537"/>
                  <a:pt x="3471006" y="1439299"/>
                </a:cubicBezTo>
                <a:cubicBezTo>
                  <a:pt x="3352896" y="1454539"/>
                  <a:pt x="3271934" y="1474542"/>
                  <a:pt x="3153824" y="1492639"/>
                </a:cubicBezTo>
                <a:cubicBezTo>
                  <a:pt x="3007139" y="1515499"/>
                  <a:pt x="2860454" y="1557409"/>
                  <a:pt x="2712816" y="1567887"/>
                </a:cubicBezTo>
                <a:cubicBezTo>
                  <a:pt x="2696624" y="1568839"/>
                  <a:pt x="2689956" y="1572649"/>
                  <a:pt x="2689004" y="1589794"/>
                </a:cubicBezTo>
                <a:cubicBezTo>
                  <a:pt x="2688051" y="1611702"/>
                  <a:pt x="2686146" y="1611702"/>
                  <a:pt x="2661381" y="1645039"/>
                </a:cubicBezTo>
                <a:cubicBezTo>
                  <a:pt x="2664239" y="1648849"/>
                  <a:pt x="2668049" y="1646944"/>
                  <a:pt x="2671859" y="1646944"/>
                </a:cubicBezTo>
                <a:cubicBezTo>
                  <a:pt x="2691861" y="1644087"/>
                  <a:pt x="2710911" y="1663137"/>
                  <a:pt x="2720436" y="1687902"/>
                </a:cubicBezTo>
                <a:cubicBezTo>
                  <a:pt x="2730914" y="1713619"/>
                  <a:pt x="2727104" y="1751719"/>
                  <a:pt x="2709959" y="1765054"/>
                </a:cubicBezTo>
                <a:cubicBezTo>
                  <a:pt x="2695671" y="1775531"/>
                  <a:pt x="2681384" y="1784104"/>
                  <a:pt x="2668049" y="1772674"/>
                </a:cubicBezTo>
                <a:cubicBezTo>
                  <a:pt x="2664239" y="1768864"/>
                  <a:pt x="2661381" y="1764102"/>
                  <a:pt x="2657571" y="1760292"/>
                </a:cubicBezTo>
                <a:cubicBezTo>
                  <a:pt x="2640426" y="1741242"/>
                  <a:pt x="2634711" y="1750767"/>
                  <a:pt x="2622329" y="1772674"/>
                </a:cubicBezTo>
                <a:cubicBezTo>
                  <a:pt x="2614709" y="1786962"/>
                  <a:pt x="2604231" y="1774579"/>
                  <a:pt x="2587086" y="1770769"/>
                </a:cubicBezTo>
                <a:cubicBezTo>
                  <a:pt x="2575656" y="1767912"/>
                  <a:pt x="2565179" y="1769817"/>
                  <a:pt x="2555654" y="1778389"/>
                </a:cubicBezTo>
                <a:cubicBezTo>
                  <a:pt x="2541366" y="1791724"/>
                  <a:pt x="2527079" y="1806964"/>
                  <a:pt x="2513744" y="1793629"/>
                </a:cubicBezTo>
                <a:cubicBezTo>
                  <a:pt x="2508981" y="1788867"/>
                  <a:pt x="2505171" y="1783152"/>
                  <a:pt x="2500409" y="1778389"/>
                </a:cubicBezTo>
                <a:cubicBezTo>
                  <a:pt x="2485169" y="1762197"/>
                  <a:pt x="2479454" y="1763149"/>
                  <a:pt x="2469929" y="1783152"/>
                </a:cubicBezTo>
                <a:cubicBezTo>
                  <a:pt x="2464214" y="1795534"/>
                  <a:pt x="2456594" y="1796487"/>
                  <a:pt x="2441354" y="1796487"/>
                </a:cubicBezTo>
                <a:cubicBezTo>
                  <a:pt x="2426114" y="1796487"/>
                  <a:pt x="2415636" y="1787914"/>
                  <a:pt x="2410874" y="1775531"/>
                </a:cubicBezTo>
                <a:cubicBezTo>
                  <a:pt x="2403254" y="1756481"/>
                  <a:pt x="2392776" y="1760292"/>
                  <a:pt x="2372774" y="1764102"/>
                </a:cubicBezTo>
                <a:cubicBezTo>
                  <a:pt x="2357534" y="1766959"/>
                  <a:pt x="2347056" y="1757434"/>
                  <a:pt x="2341341" y="1743147"/>
                </a:cubicBezTo>
                <a:cubicBezTo>
                  <a:pt x="2330864" y="1718381"/>
                  <a:pt x="2333721" y="1665042"/>
                  <a:pt x="2344199" y="1641229"/>
                </a:cubicBezTo>
                <a:cubicBezTo>
                  <a:pt x="2349914" y="1627894"/>
                  <a:pt x="2362296" y="1623131"/>
                  <a:pt x="2376584" y="1624084"/>
                </a:cubicBezTo>
                <a:cubicBezTo>
                  <a:pt x="2391824" y="1625037"/>
                  <a:pt x="2401349" y="1624084"/>
                  <a:pt x="2407064" y="1638372"/>
                </a:cubicBezTo>
                <a:cubicBezTo>
                  <a:pt x="2409921" y="1645039"/>
                  <a:pt x="2408016" y="1654564"/>
                  <a:pt x="2419446" y="1654564"/>
                </a:cubicBezTo>
                <a:cubicBezTo>
                  <a:pt x="2430876" y="1654564"/>
                  <a:pt x="2433734" y="1645992"/>
                  <a:pt x="2436591" y="1638372"/>
                </a:cubicBezTo>
                <a:cubicBezTo>
                  <a:pt x="2443259" y="1622179"/>
                  <a:pt x="2442306" y="1605034"/>
                  <a:pt x="2442306" y="1586937"/>
                </a:cubicBezTo>
                <a:cubicBezTo>
                  <a:pt x="2442306" y="1554552"/>
                  <a:pt x="2422304" y="1561219"/>
                  <a:pt x="2406111" y="1555504"/>
                </a:cubicBezTo>
                <a:cubicBezTo>
                  <a:pt x="2398491" y="1552647"/>
                  <a:pt x="2390871" y="1548837"/>
                  <a:pt x="2383251" y="1545027"/>
                </a:cubicBezTo>
                <a:cubicBezTo>
                  <a:pt x="2364201" y="1534549"/>
                  <a:pt x="2354676" y="1538359"/>
                  <a:pt x="2348961" y="1558362"/>
                </a:cubicBezTo>
                <a:cubicBezTo>
                  <a:pt x="2342294" y="1579317"/>
                  <a:pt x="2336579" y="1601224"/>
                  <a:pt x="2330864" y="1622179"/>
                </a:cubicBezTo>
                <a:cubicBezTo>
                  <a:pt x="2328006" y="1633609"/>
                  <a:pt x="2322291" y="1638372"/>
                  <a:pt x="2309909" y="1638372"/>
                </a:cubicBezTo>
                <a:cubicBezTo>
                  <a:pt x="2283239" y="1639324"/>
                  <a:pt x="2261331" y="1636467"/>
                  <a:pt x="2239424" y="1615512"/>
                </a:cubicBezTo>
                <a:cubicBezTo>
                  <a:pt x="2227041" y="1603129"/>
                  <a:pt x="2201324" y="1605034"/>
                  <a:pt x="2181321" y="1600272"/>
                </a:cubicBezTo>
                <a:cubicBezTo>
                  <a:pt x="2178464" y="1599319"/>
                  <a:pt x="2172749" y="1602177"/>
                  <a:pt x="2174654" y="1604081"/>
                </a:cubicBezTo>
                <a:cubicBezTo>
                  <a:pt x="2187036" y="1619322"/>
                  <a:pt x="2167986" y="1627894"/>
                  <a:pt x="2166081" y="1640277"/>
                </a:cubicBezTo>
                <a:cubicBezTo>
                  <a:pt x="2163224" y="1651706"/>
                  <a:pt x="2164176" y="1656469"/>
                  <a:pt x="2178464" y="1655517"/>
                </a:cubicBezTo>
                <a:cubicBezTo>
                  <a:pt x="2208944" y="1652659"/>
                  <a:pt x="2217516" y="1659327"/>
                  <a:pt x="2226089" y="1685044"/>
                </a:cubicBezTo>
                <a:cubicBezTo>
                  <a:pt x="2235614" y="1715524"/>
                  <a:pt x="2227994" y="1751719"/>
                  <a:pt x="2208944" y="1763149"/>
                </a:cubicBezTo>
                <a:cubicBezTo>
                  <a:pt x="2194656" y="1771722"/>
                  <a:pt x="2180369" y="1768864"/>
                  <a:pt x="2168939" y="1757434"/>
                </a:cubicBezTo>
                <a:cubicBezTo>
                  <a:pt x="2164176" y="1752672"/>
                  <a:pt x="2160366" y="1746004"/>
                  <a:pt x="2155604" y="1741242"/>
                </a:cubicBezTo>
                <a:cubicBezTo>
                  <a:pt x="2143221" y="1727906"/>
                  <a:pt x="2131791" y="1726954"/>
                  <a:pt x="2123219" y="1744099"/>
                </a:cubicBezTo>
                <a:cubicBezTo>
                  <a:pt x="2115599" y="1758387"/>
                  <a:pt x="2105121" y="1768864"/>
                  <a:pt x="2087024" y="1766959"/>
                </a:cubicBezTo>
                <a:cubicBezTo>
                  <a:pt x="2067974" y="1765054"/>
                  <a:pt x="2061306" y="1751719"/>
                  <a:pt x="2057496" y="1736479"/>
                </a:cubicBezTo>
                <a:cubicBezTo>
                  <a:pt x="2054639" y="1724097"/>
                  <a:pt x="2049876" y="1722192"/>
                  <a:pt x="2038446" y="1725049"/>
                </a:cubicBezTo>
                <a:cubicBezTo>
                  <a:pt x="2011776" y="1729812"/>
                  <a:pt x="2000346" y="1722192"/>
                  <a:pt x="1994631" y="1695522"/>
                </a:cubicBezTo>
                <a:cubicBezTo>
                  <a:pt x="1990821" y="1678377"/>
                  <a:pt x="1990821" y="1661231"/>
                  <a:pt x="1993679" y="1645039"/>
                </a:cubicBezTo>
                <a:cubicBezTo>
                  <a:pt x="1997489" y="1627894"/>
                  <a:pt x="2007966" y="1615512"/>
                  <a:pt x="2026064" y="1614559"/>
                </a:cubicBezTo>
                <a:cubicBezTo>
                  <a:pt x="2043209" y="1613606"/>
                  <a:pt x="2054639" y="1623131"/>
                  <a:pt x="2060354" y="1639324"/>
                </a:cubicBezTo>
                <a:cubicBezTo>
                  <a:pt x="2062259" y="1645992"/>
                  <a:pt x="2061306" y="1656469"/>
                  <a:pt x="2072736" y="1655517"/>
                </a:cubicBezTo>
                <a:cubicBezTo>
                  <a:pt x="2082261" y="1655517"/>
                  <a:pt x="2089881" y="1650754"/>
                  <a:pt x="2093691" y="1641229"/>
                </a:cubicBezTo>
                <a:cubicBezTo>
                  <a:pt x="2095596" y="1635514"/>
                  <a:pt x="2098454" y="1630752"/>
                  <a:pt x="2099406" y="1625989"/>
                </a:cubicBezTo>
                <a:cubicBezTo>
                  <a:pt x="2105121" y="1597414"/>
                  <a:pt x="2089881" y="1568839"/>
                  <a:pt x="2101311" y="1539312"/>
                </a:cubicBezTo>
                <a:cubicBezTo>
                  <a:pt x="2098454" y="1538359"/>
                  <a:pt x="2096549" y="1538359"/>
                  <a:pt x="2093691" y="1538359"/>
                </a:cubicBezTo>
                <a:cubicBezTo>
                  <a:pt x="2087024" y="1557409"/>
                  <a:pt x="2079404" y="1575506"/>
                  <a:pt x="2072736" y="1594556"/>
                </a:cubicBezTo>
                <a:cubicBezTo>
                  <a:pt x="2068926" y="1606939"/>
                  <a:pt x="2062259" y="1609797"/>
                  <a:pt x="2049876" y="1606939"/>
                </a:cubicBezTo>
                <a:cubicBezTo>
                  <a:pt x="2012729" y="1599319"/>
                  <a:pt x="1978439" y="1583127"/>
                  <a:pt x="1942244" y="1573602"/>
                </a:cubicBezTo>
                <a:cubicBezTo>
                  <a:pt x="1935576" y="1571697"/>
                  <a:pt x="1928909" y="1567887"/>
                  <a:pt x="1926051" y="1561219"/>
                </a:cubicBezTo>
                <a:cubicBezTo>
                  <a:pt x="1915574" y="1538359"/>
                  <a:pt x="1895571" y="1529787"/>
                  <a:pt x="1874616" y="1522167"/>
                </a:cubicBezTo>
                <a:cubicBezTo>
                  <a:pt x="1846041" y="1511689"/>
                  <a:pt x="1840326" y="1495497"/>
                  <a:pt x="1852709" y="1466922"/>
                </a:cubicBezTo>
                <a:cubicBezTo>
                  <a:pt x="1871759" y="1424059"/>
                  <a:pt x="1846359" y="1426123"/>
                  <a:pt x="1826039" y="1415487"/>
                </a:cubicBezTo>
                <a:cubicBezTo>
                  <a:pt x="1805719" y="1404851"/>
                  <a:pt x="1752538" y="1397230"/>
                  <a:pt x="1730789" y="1403104"/>
                </a:cubicBezTo>
                <a:cubicBezTo>
                  <a:pt x="1696499" y="1385006"/>
                  <a:pt x="1702214" y="1407867"/>
                  <a:pt x="1695546" y="1450729"/>
                </a:cubicBezTo>
                <a:cubicBezTo>
                  <a:pt x="1695546" y="1454539"/>
                  <a:pt x="1694118" y="1460255"/>
                  <a:pt x="1694594" y="1474542"/>
                </a:cubicBezTo>
                <a:cubicBezTo>
                  <a:pt x="1695070" y="1488829"/>
                  <a:pt x="1696023" y="1516610"/>
                  <a:pt x="1698404" y="1536454"/>
                </a:cubicBezTo>
                <a:cubicBezTo>
                  <a:pt x="1709834" y="1554552"/>
                  <a:pt x="1710786" y="1573602"/>
                  <a:pt x="1708881" y="1593604"/>
                </a:cubicBezTo>
                <a:cubicBezTo>
                  <a:pt x="1707929" y="1590747"/>
                  <a:pt x="1704119" y="1589794"/>
                  <a:pt x="1697451" y="1592652"/>
                </a:cubicBezTo>
                <a:cubicBezTo>
                  <a:pt x="1692689" y="1594556"/>
                  <a:pt x="1688879" y="1596462"/>
                  <a:pt x="1687926" y="1601224"/>
                </a:cubicBezTo>
                <a:cubicBezTo>
                  <a:pt x="1691736" y="1607892"/>
                  <a:pt x="1697451" y="1605987"/>
                  <a:pt x="1702214" y="1605987"/>
                </a:cubicBezTo>
                <a:cubicBezTo>
                  <a:pt x="1733646" y="1607892"/>
                  <a:pt x="1745076" y="1619322"/>
                  <a:pt x="1743171" y="1650754"/>
                </a:cubicBezTo>
                <a:cubicBezTo>
                  <a:pt x="1742219" y="1669804"/>
                  <a:pt x="1740314" y="1688854"/>
                  <a:pt x="1726979" y="1704094"/>
                </a:cubicBezTo>
                <a:cubicBezTo>
                  <a:pt x="1709834" y="1724097"/>
                  <a:pt x="1690784" y="1723144"/>
                  <a:pt x="1676496" y="1701237"/>
                </a:cubicBezTo>
                <a:cubicBezTo>
                  <a:pt x="1672686" y="1695522"/>
                  <a:pt x="1669829" y="1687902"/>
                  <a:pt x="1665066" y="1682187"/>
                </a:cubicBezTo>
                <a:cubicBezTo>
                  <a:pt x="1654589" y="1671709"/>
                  <a:pt x="1644111" y="1663137"/>
                  <a:pt x="1633634" y="1683139"/>
                </a:cubicBezTo>
                <a:cubicBezTo>
                  <a:pt x="1626014" y="1698379"/>
                  <a:pt x="1614584" y="1703142"/>
                  <a:pt x="1597439" y="1699331"/>
                </a:cubicBezTo>
                <a:cubicBezTo>
                  <a:pt x="1580294" y="1695522"/>
                  <a:pt x="1576484" y="1684092"/>
                  <a:pt x="1573626" y="1669804"/>
                </a:cubicBezTo>
                <a:cubicBezTo>
                  <a:pt x="1566006" y="1633609"/>
                  <a:pt x="1559339" y="1654564"/>
                  <a:pt x="1592676" y="1636467"/>
                </a:cubicBezTo>
                <a:cubicBezTo>
                  <a:pt x="1598391" y="1633609"/>
                  <a:pt x="1598391" y="1633609"/>
                  <a:pt x="1599344" y="1620274"/>
                </a:cubicBezTo>
                <a:cubicBezTo>
                  <a:pt x="1563149" y="1631704"/>
                  <a:pt x="1551719" y="1628847"/>
                  <a:pt x="1543146" y="1605034"/>
                </a:cubicBezTo>
                <a:cubicBezTo>
                  <a:pt x="1531716" y="1573602"/>
                  <a:pt x="1545051" y="1526929"/>
                  <a:pt x="1568864" y="1517404"/>
                </a:cubicBezTo>
                <a:cubicBezTo>
                  <a:pt x="1584104" y="1510737"/>
                  <a:pt x="1602201" y="1518356"/>
                  <a:pt x="1609821" y="1535502"/>
                </a:cubicBezTo>
                <a:cubicBezTo>
                  <a:pt x="1612679" y="1542169"/>
                  <a:pt x="1614584" y="1548837"/>
                  <a:pt x="1615536" y="1555504"/>
                </a:cubicBezTo>
                <a:cubicBezTo>
                  <a:pt x="1617441" y="1563124"/>
                  <a:pt x="1623156" y="1565029"/>
                  <a:pt x="1628871" y="1565981"/>
                </a:cubicBezTo>
                <a:cubicBezTo>
                  <a:pt x="1637444" y="1566934"/>
                  <a:pt x="1639349" y="1560267"/>
                  <a:pt x="1640301" y="1554552"/>
                </a:cubicBezTo>
                <a:cubicBezTo>
                  <a:pt x="1642206" y="1541217"/>
                  <a:pt x="1644111" y="1526929"/>
                  <a:pt x="1645064" y="1513594"/>
                </a:cubicBezTo>
                <a:cubicBezTo>
                  <a:pt x="1646969" y="1486924"/>
                  <a:pt x="1627919" y="1464064"/>
                  <a:pt x="1625061" y="1436442"/>
                </a:cubicBezTo>
                <a:cubicBezTo>
                  <a:pt x="1624109" y="1430727"/>
                  <a:pt x="1626014" y="1377387"/>
                  <a:pt x="1619346" y="1374529"/>
                </a:cubicBezTo>
                <a:lnTo>
                  <a:pt x="1560291" y="1371672"/>
                </a:lnTo>
                <a:cubicBezTo>
                  <a:pt x="1527906" y="1365956"/>
                  <a:pt x="1494569" y="1361194"/>
                  <a:pt x="1461231" y="1354527"/>
                </a:cubicBezTo>
                <a:cubicBezTo>
                  <a:pt x="1432656" y="1348812"/>
                  <a:pt x="1424084" y="1360242"/>
                  <a:pt x="1400271" y="1341192"/>
                </a:cubicBezTo>
                <a:cubicBezTo>
                  <a:pt x="1395509" y="1337381"/>
                  <a:pt x="1388841" y="1330714"/>
                  <a:pt x="1382174" y="1335477"/>
                </a:cubicBezTo>
                <a:cubicBezTo>
                  <a:pt x="1375506" y="1340239"/>
                  <a:pt x="1379316" y="1347859"/>
                  <a:pt x="1380269" y="1354527"/>
                </a:cubicBezTo>
                <a:cubicBezTo>
                  <a:pt x="1381221" y="1367862"/>
                  <a:pt x="1381221" y="1380244"/>
                  <a:pt x="1376459" y="1392627"/>
                </a:cubicBezTo>
                <a:cubicBezTo>
                  <a:pt x="1371696" y="1404056"/>
                  <a:pt x="1350741" y="1400247"/>
                  <a:pt x="1331691" y="1401199"/>
                </a:cubicBezTo>
                <a:cubicBezTo>
                  <a:pt x="1312641" y="1403104"/>
                  <a:pt x="1300259" y="1397389"/>
                  <a:pt x="1293591" y="1379292"/>
                </a:cubicBezTo>
                <a:cubicBezTo>
                  <a:pt x="1291686" y="1375481"/>
                  <a:pt x="1288829" y="1372624"/>
                  <a:pt x="1285971" y="1367862"/>
                </a:cubicBezTo>
                <a:cubicBezTo>
                  <a:pt x="1284066" y="1371672"/>
                  <a:pt x="1282161" y="1372624"/>
                  <a:pt x="1281209" y="1374529"/>
                </a:cubicBezTo>
                <a:cubicBezTo>
                  <a:pt x="1272636" y="1393579"/>
                  <a:pt x="1261206" y="1408819"/>
                  <a:pt x="1237394" y="1402152"/>
                </a:cubicBezTo>
                <a:cubicBezTo>
                  <a:pt x="1215486" y="1396437"/>
                  <a:pt x="1184054" y="1377387"/>
                  <a:pt x="1182149" y="1358337"/>
                </a:cubicBezTo>
                <a:cubicBezTo>
                  <a:pt x="1180244" y="1340239"/>
                  <a:pt x="1183101" y="1322142"/>
                  <a:pt x="1190721" y="1304997"/>
                </a:cubicBezTo>
                <a:cubicBezTo>
                  <a:pt x="1195484" y="1294519"/>
                  <a:pt x="1220249" y="1291662"/>
                  <a:pt x="1210724" y="1289756"/>
                </a:cubicBezTo>
                <a:cubicBezTo>
                  <a:pt x="1174529" y="1284042"/>
                  <a:pt x="1128809" y="1267849"/>
                  <a:pt x="1092614" y="1261181"/>
                </a:cubicBezTo>
                <a:cubicBezTo>
                  <a:pt x="1082136" y="1259277"/>
                  <a:pt x="1072611" y="1261181"/>
                  <a:pt x="1064039" y="1266897"/>
                </a:cubicBezTo>
                <a:cubicBezTo>
                  <a:pt x="1042131" y="1281184"/>
                  <a:pt x="1029749" y="1307854"/>
                  <a:pt x="1003079" y="1313569"/>
                </a:cubicBezTo>
                <a:cubicBezTo>
                  <a:pt x="996411" y="1314522"/>
                  <a:pt x="995459" y="1318331"/>
                  <a:pt x="997364" y="1324999"/>
                </a:cubicBezTo>
                <a:cubicBezTo>
                  <a:pt x="1000221" y="1333572"/>
                  <a:pt x="1002126" y="1343097"/>
                  <a:pt x="1003079" y="1351669"/>
                </a:cubicBezTo>
                <a:cubicBezTo>
                  <a:pt x="1007841" y="1387864"/>
                  <a:pt x="984029" y="1416439"/>
                  <a:pt x="947834" y="1421202"/>
                </a:cubicBezTo>
                <a:lnTo>
                  <a:pt x="943071" y="1421202"/>
                </a:lnTo>
                <a:cubicBezTo>
                  <a:pt x="878301" y="1406914"/>
                  <a:pt x="810674" y="1417392"/>
                  <a:pt x="745904" y="1403104"/>
                </a:cubicBezTo>
                <a:cubicBezTo>
                  <a:pt x="717329" y="1396437"/>
                  <a:pt x="662084" y="1404056"/>
                  <a:pt x="636366" y="1389769"/>
                </a:cubicBezTo>
                <a:cubicBezTo>
                  <a:pt x="584931" y="1361194"/>
                  <a:pt x="593504" y="1297377"/>
                  <a:pt x="600171" y="1240227"/>
                </a:cubicBezTo>
                <a:cubicBezTo>
                  <a:pt x="601124" y="1233559"/>
                  <a:pt x="603981" y="1226892"/>
                  <a:pt x="600171" y="1220224"/>
                </a:cubicBezTo>
                <a:cubicBezTo>
                  <a:pt x="588741" y="1219272"/>
                  <a:pt x="565881" y="1209747"/>
                  <a:pt x="560166" y="1216414"/>
                </a:cubicBezTo>
                <a:cubicBezTo>
                  <a:pt x="548736" y="1231654"/>
                  <a:pt x="536354" y="1263087"/>
                  <a:pt x="517304" y="1267849"/>
                </a:cubicBezTo>
                <a:cubicBezTo>
                  <a:pt x="506826" y="1270706"/>
                  <a:pt x="506826" y="1275469"/>
                  <a:pt x="510636" y="1284042"/>
                </a:cubicBezTo>
                <a:cubicBezTo>
                  <a:pt x="514446" y="1291662"/>
                  <a:pt x="518256" y="1301187"/>
                  <a:pt x="519209" y="1309759"/>
                </a:cubicBezTo>
                <a:cubicBezTo>
                  <a:pt x="524924" y="1347859"/>
                  <a:pt x="516351" y="1384054"/>
                  <a:pt x="477299" y="1384054"/>
                </a:cubicBezTo>
                <a:cubicBezTo>
                  <a:pt x="425864" y="1384054"/>
                  <a:pt x="374429" y="1383102"/>
                  <a:pt x="322994" y="1382149"/>
                </a:cubicBezTo>
                <a:cubicBezTo>
                  <a:pt x="275369" y="1381197"/>
                  <a:pt x="227744" y="1365004"/>
                  <a:pt x="186786" y="1338334"/>
                </a:cubicBezTo>
                <a:cubicBezTo>
                  <a:pt x="132494" y="1303092"/>
                  <a:pt x="110586" y="1247847"/>
                  <a:pt x="127731" y="1189744"/>
                </a:cubicBezTo>
                <a:cubicBezTo>
                  <a:pt x="145829" y="1128784"/>
                  <a:pt x="192501" y="1092589"/>
                  <a:pt x="257271" y="1089732"/>
                </a:cubicBezTo>
                <a:cubicBezTo>
                  <a:pt x="275369" y="1088779"/>
                  <a:pt x="294419" y="1094494"/>
                  <a:pt x="318231" y="1084969"/>
                </a:cubicBezTo>
                <a:cubicBezTo>
                  <a:pt x="279179" y="1070682"/>
                  <a:pt x="243936" y="1065919"/>
                  <a:pt x="208694" y="1059252"/>
                </a:cubicBezTo>
                <a:cubicBezTo>
                  <a:pt x="132494" y="1044964"/>
                  <a:pt x="102966" y="1030676"/>
                  <a:pt x="26766" y="1016389"/>
                </a:cubicBezTo>
                <a:cubicBezTo>
                  <a:pt x="17241" y="1015436"/>
                  <a:pt x="3906" y="1017342"/>
                  <a:pt x="96" y="1004007"/>
                </a:cubicBezTo>
                <a:cubicBezTo>
                  <a:pt x="-3714" y="990672"/>
                  <a:pt x="107729" y="975432"/>
                  <a:pt x="138209" y="981147"/>
                </a:cubicBezTo>
                <a:cubicBezTo>
                  <a:pt x="241079" y="1000197"/>
                  <a:pt x="257271" y="995434"/>
                  <a:pt x="361094" y="1014484"/>
                </a:cubicBezTo>
                <a:cubicBezTo>
                  <a:pt x="506826" y="1042107"/>
                  <a:pt x="653511" y="1063062"/>
                  <a:pt x="801149" y="1075444"/>
                </a:cubicBezTo>
                <a:cubicBezTo>
                  <a:pt x="879254" y="1082112"/>
                  <a:pt x="976409" y="1095447"/>
                  <a:pt x="1055466" y="1090684"/>
                </a:cubicBezTo>
                <a:cubicBezTo>
                  <a:pt x="1069754" y="1090684"/>
                  <a:pt x="1086899" y="1091637"/>
                  <a:pt x="1075469" y="1067824"/>
                </a:cubicBezTo>
                <a:cubicBezTo>
                  <a:pt x="1073564" y="1064014"/>
                  <a:pt x="1074516" y="1057347"/>
                  <a:pt x="1076421" y="1052584"/>
                </a:cubicBezTo>
                <a:cubicBezTo>
                  <a:pt x="1089756" y="1024009"/>
                  <a:pt x="1078326" y="1004007"/>
                  <a:pt x="1060229" y="981147"/>
                </a:cubicBezTo>
                <a:cubicBezTo>
                  <a:pt x="1014509" y="924949"/>
                  <a:pt x="926879" y="851607"/>
                  <a:pt x="917354" y="779217"/>
                </a:cubicBezTo>
                <a:cubicBezTo>
                  <a:pt x="911639" y="738259"/>
                  <a:pt x="923069" y="703017"/>
                  <a:pt x="948786" y="672536"/>
                </a:cubicBezTo>
                <a:cubicBezTo>
                  <a:pt x="957359" y="661107"/>
                  <a:pt x="967836" y="650629"/>
                  <a:pt x="977361" y="640151"/>
                </a:cubicBezTo>
                <a:cubicBezTo>
                  <a:pt x="1028796" y="584907"/>
                  <a:pt x="1118331" y="530614"/>
                  <a:pt x="1167861" y="472511"/>
                </a:cubicBezTo>
                <a:cubicBezTo>
                  <a:pt x="1218344" y="414409"/>
                  <a:pt x="1294544" y="414409"/>
                  <a:pt x="1367886" y="423934"/>
                </a:cubicBezTo>
                <a:cubicBezTo>
                  <a:pt x="1482186" y="439174"/>
                  <a:pt x="1590771" y="474416"/>
                  <a:pt x="1698404" y="513469"/>
                </a:cubicBezTo>
                <a:cubicBezTo>
                  <a:pt x="1713644" y="518232"/>
                  <a:pt x="1751744" y="536329"/>
                  <a:pt x="1767936" y="542997"/>
                </a:cubicBezTo>
                <a:cubicBezTo>
                  <a:pt x="1868901" y="585859"/>
                  <a:pt x="1966056" y="643961"/>
                  <a:pt x="2060354" y="700159"/>
                </a:cubicBezTo>
                <a:cubicBezTo>
                  <a:pt x="2109884" y="729686"/>
                  <a:pt x="2167986" y="745879"/>
                  <a:pt x="2223231" y="760167"/>
                </a:cubicBezTo>
                <a:cubicBezTo>
                  <a:pt x="2446116" y="817317"/>
                  <a:pt x="2669001" y="857322"/>
                  <a:pt x="2890934" y="920186"/>
                </a:cubicBezTo>
                <a:cubicBezTo>
                  <a:pt x="2914746" y="926854"/>
                  <a:pt x="2927129" y="915424"/>
                  <a:pt x="2939511" y="900184"/>
                </a:cubicBezTo>
                <a:cubicBezTo>
                  <a:pt x="3005234" y="818269"/>
                  <a:pt x="3070004" y="737307"/>
                  <a:pt x="3134774" y="654439"/>
                </a:cubicBezTo>
                <a:cubicBezTo>
                  <a:pt x="3304319" y="437269"/>
                  <a:pt x="3471959" y="275344"/>
                  <a:pt x="3645314" y="61031"/>
                </a:cubicBezTo>
                <a:cubicBezTo>
                  <a:pt x="3651029" y="54364"/>
                  <a:pt x="3657696" y="48649"/>
                  <a:pt x="3661506" y="41029"/>
                </a:cubicBezTo>
                <a:cubicBezTo>
                  <a:pt x="3677223" y="13883"/>
                  <a:pt x="3698833" y="1738"/>
                  <a:pt x="3725131" y="17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>
              <a:solidFill>
                <a:schemeClr val="accent3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9E621FE-C318-4580-968F-2AD4437D6FF2}"/>
              </a:ext>
            </a:extLst>
          </p:cNvPr>
          <p:cNvGrpSpPr/>
          <p:nvPr/>
        </p:nvGrpSpPr>
        <p:grpSpPr>
          <a:xfrm flipH="1">
            <a:off x="3458297" y="5374823"/>
            <a:ext cx="3628743" cy="1181863"/>
            <a:chOff x="342804" y="1541415"/>
            <a:chExt cx="9509699" cy="3097260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8CF7B32-A3DF-4B7F-B311-B724CF95B1CC}"/>
                </a:ext>
              </a:extLst>
            </p:cNvPr>
            <p:cNvSpPr/>
            <p:nvPr/>
          </p:nvSpPr>
          <p:spPr>
            <a:xfrm>
              <a:off x="6567993" y="1819126"/>
              <a:ext cx="134121" cy="640802"/>
            </a:xfrm>
            <a:custGeom>
              <a:avLst/>
              <a:gdLst>
                <a:gd name="connsiteX0" fmla="*/ 173355 w 171450"/>
                <a:gd name="connsiteY0" fmla="*/ 763928 h 819150"/>
                <a:gd name="connsiteX1" fmla="*/ 136207 w 171450"/>
                <a:gd name="connsiteY1" fmla="*/ 821078 h 819150"/>
                <a:gd name="connsiteX2" fmla="*/ 113348 w 171450"/>
                <a:gd name="connsiteY2" fmla="*/ 763928 h 819150"/>
                <a:gd name="connsiteX3" fmla="*/ 115252 w 171450"/>
                <a:gd name="connsiteY3" fmla="*/ 374356 h 819150"/>
                <a:gd name="connsiteX4" fmla="*/ 81915 w 171450"/>
                <a:gd name="connsiteY4" fmla="*/ 343876 h 819150"/>
                <a:gd name="connsiteX5" fmla="*/ 15240 w 171450"/>
                <a:gd name="connsiteY5" fmla="*/ 343876 h 819150"/>
                <a:gd name="connsiteX6" fmla="*/ 0 w 171450"/>
                <a:gd name="connsiteY6" fmla="*/ 329588 h 819150"/>
                <a:gd name="connsiteX7" fmla="*/ 16193 w 171450"/>
                <a:gd name="connsiteY7" fmla="*/ 318158 h 819150"/>
                <a:gd name="connsiteX8" fmla="*/ 59055 w 171450"/>
                <a:gd name="connsiteY8" fmla="*/ 318158 h 819150"/>
                <a:gd name="connsiteX9" fmla="*/ 116205 w 171450"/>
                <a:gd name="connsiteY9" fmla="*/ 261961 h 819150"/>
                <a:gd name="connsiteX10" fmla="*/ 58102 w 171450"/>
                <a:gd name="connsiteY10" fmla="*/ 206716 h 819150"/>
                <a:gd name="connsiteX11" fmla="*/ 20002 w 171450"/>
                <a:gd name="connsiteY11" fmla="*/ 206716 h 819150"/>
                <a:gd name="connsiteX12" fmla="*/ 952 w 171450"/>
                <a:gd name="connsiteY12" fmla="*/ 192428 h 819150"/>
                <a:gd name="connsiteX13" fmla="*/ 20002 w 171450"/>
                <a:gd name="connsiteY13" fmla="*/ 182903 h 819150"/>
                <a:gd name="connsiteX14" fmla="*/ 29527 w 171450"/>
                <a:gd name="connsiteY14" fmla="*/ 182903 h 819150"/>
                <a:gd name="connsiteX15" fmla="*/ 114300 w 171450"/>
                <a:gd name="connsiteY15" fmla="*/ 95273 h 819150"/>
                <a:gd name="connsiteX16" fmla="*/ 114300 w 171450"/>
                <a:gd name="connsiteY16" fmla="*/ 47648 h 819150"/>
                <a:gd name="connsiteX17" fmla="*/ 143827 w 171450"/>
                <a:gd name="connsiteY17" fmla="*/ 23 h 819150"/>
                <a:gd name="connsiteX18" fmla="*/ 170498 w 171450"/>
                <a:gd name="connsiteY18" fmla="*/ 50506 h 819150"/>
                <a:gd name="connsiteX19" fmla="*/ 173355 w 171450"/>
                <a:gd name="connsiteY19" fmla="*/ 763928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1450" h="819150">
                  <a:moveTo>
                    <a:pt x="173355" y="763928"/>
                  </a:moveTo>
                  <a:cubicBezTo>
                    <a:pt x="167640" y="786788"/>
                    <a:pt x="187643" y="828698"/>
                    <a:pt x="136207" y="821078"/>
                  </a:cubicBezTo>
                  <a:cubicBezTo>
                    <a:pt x="98107" y="815363"/>
                    <a:pt x="122873" y="782026"/>
                    <a:pt x="113348" y="763928"/>
                  </a:cubicBezTo>
                  <a:cubicBezTo>
                    <a:pt x="113348" y="634388"/>
                    <a:pt x="113348" y="503896"/>
                    <a:pt x="115252" y="374356"/>
                  </a:cubicBezTo>
                  <a:cubicBezTo>
                    <a:pt x="115252" y="346733"/>
                    <a:pt x="104775" y="342923"/>
                    <a:pt x="81915" y="343876"/>
                  </a:cubicBezTo>
                  <a:cubicBezTo>
                    <a:pt x="60007" y="344828"/>
                    <a:pt x="37148" y="343876"/>
                    <a:pt x="15240" y="343876"/>
                  </a:cubicBezTo>
                  <a:cubicBezTo>
                    <a:pt x="5715" y="343876"/>
                    <a:pt x="0" y="339113"/>
                    <a:pt x="0" y="329588"/>
                  </a:cubicBezTo>
                  <a:cubicBezTo>
                    <a:pt x="0" y="318158"/>
                    <a:pt x="8573" y="318158"/>
                    <a:pt x="16193" y="318158"/>
                  </a:cubicBezTo>
                  <a:cubicBezTo>
                    <a:pt x="30480" y="318158"/>
                    <a:pt x="44768" y="316253"/>
                    <a:pt x="59055" y="318158"/>
                  </a:cubicBezTo>
                  <a:cubicBezTo>
                    <a:pt x="105727" y="326731"/>
                    <a:pt x="115252" y="307681"/>
                    <a:pt x="116205" y="261961"/>
                  </a:cubicBezTo>
                  <a:cubicBezTo>
                    <a:pt x="117157" y="214336"/>
                    <a:pt x="102870" y="199096"/>
                    <a:pt x="58102" y="206716"/>
                  </a:cubicBezTo>
                  <a:cubicBezTo>
                    <a:pt x="45720" y="208621"/>
                    <a:pt x="32385" y="206716"/>
                    <a:pt x="20002" y="206716"/>
                  </a:cubicBezTo>
                  <a:cubicBezTo>
                    <a:pt x="10477" y="206716"/>
                    <a:pt x="0" y="205763"/>
                    <a:pt x="952" y="192428"/>
                  </a:cubicBezTo>
                  <a:cubicBezTo>
                    <a:pt x="1905" y="181951"/>
                    <a:pt x="12382" y="183856"/>
                    <a:pt x="20002" y="182903"/>
                  </a:cubicBezTo>
                  <a:cubicBezTo>
                    <a:pt x="22860" y="182903"/>
                    <a:pt x="26670" y="182903"/>
                    <a:pt x="29527" y="182903"/>
                  </a:cubicBezTo>
                  <a:cubicBezTo>
                    <a:pt x="114300" y="179093"/>
                    <a:pt x="114300" y="179093"/>
                    <a:pt x="114300" y="95273"/>
                  </a:cubicBezTo>
                  <a:cubicBezTo>
                    <a:pt x="114300" y="79081"/>
                    <a:pt x="113348" y="63841"/>
                    <a:pt x="114300" y="47648"/>
                  </a:cubicBezTo>
                  <a:cubicBezTo>
                    <a:pt x="116205" y="27646"/>
                    <a:pt x="100013" y="-929"/>
                    <a:pt x="143827" y="23"/>
                  </a:cubicBezTo>
                  <a:cubicBezTo>
                    <a:pt x="188595" y="976"/>
                    <a:pt x="170498" y="32408"/>
                    <a:pt x="170498" y="50506"/>
                  </a:cubicBezTo>
                  <a:cubicBezTo>
                    <a:pt x="172402" y="288631"/>
                    <a:pt x="172402" y="525803"/>
                    <a:pt x="173355" y="76392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8D5B2B1-1AD3-4517-9F35-7086AC0043F1}"/>
                </a:ext>
              </a:extLst>
            </p:cNvPr>
            <p:cNvSpPr/>
            <p:nvPr/>
          </p:nvSpPr>
          <p:spPr>
            <a:xfrm>
              <a:off x="8661003" y="1992732"/>
              <a:ext cx="44706" cy="715315"/>
            </a:xfrm>
            <a:custGeom>
              <a:avLst/>
              <a:gdLst>
                <a:gd name="connsiteX0" fmla="*/ 60997 w 57150"/>
                <a:gd name="connsiteY0" fmla="*/ 827752 h 914400"/>
                <a:gd name="connsiteX1" fmla="*/ 60043 w 57150"/>
                <a:gd name="connsiteY1" fmla="*/ 888713 h 914400"/>
                <a:gd name="connsiteX2" fmla="*/ 30516 w 57150"/>
                <a:gd name="connsiteY2" fmla="*/ 915383 h 914400"/>
                <a:gd name="connsiteX3" fmla="*/ 1941 w 57150"/>
                <a:gd name="connsiteY3" fmla="*/ 888713 h 914400"/>
                <a:gd name="connsiteX4" fmla="*/ 37 w 57150"/>
                <a:gd name="connsiteY4" fmla="*/ 827752 h 914400"/>
                <a:gd name="connsiteX5" fmla="*/ 989 w 57150"/>
                <a:gd name="connsiteY5" fmla="*/ 38130 h 914400"/>
                <a:gd name="connsiteX6" fmla="*/ 25754 w 57150"/>
                <a:gd name="connsiteY6" fmla="*/ 30 h 914400"/>
                <a:gd name="connsiteX7" fmla="*/ 60043 w 57150"/>
                <a:gd name="connsiteY7" fmla="*/ 34320 h 914400"/>
                <a:gd name="connsiteX8" fmla="*/ 59091 w 57150"/>
                <a:gd name="connsiteY8" fmla="*/ 458183 h 914400"/>
                <a:gd name="connsiteX9" fmla="*/ 60997 w 57150"/>
                <a:gd name="connsiteY9" fmla="*/ 827752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50" h="914400">
                  <a:moveTo>
                    <a:pt x="60997" y="827752"/>
                  </a:moveTo>
                  <a:cubicBezTo>
                    <a:pt x="60043" y="847755"/>
                    <a:pt x="59091" y="868710"/>
                    <a:pt x="60043" y="888713"/>
                  </a:cubicBezTo>
                  <a:cubicBezTo>
                    <a:pt x="60997" y="909668"/>
                    <a:pt x="49566" y="915383"/>
                    <a:pt x="30516" y="915383"/>
                  </a:cubicBezTo>
                  <a:cubicBezTo>
                    <a:pt x="11466" y="915383"/>
                    <a:pt x="989" y="909668"/>
                    <a:pt x="1941" y="888713"/>
                  </a:cubicBezTo>
                  <a:cubicBezTo>
                    <a:pt x="1941" y="868710"/>
                    <a:pt x="989" y="848708"/>
                    <a:pt x="37" y="827752"/>
                  </a:cubicBezTo>
                  <a:cubicBezTo>
                    <a:pt x="37" y="564863"/>
                    <a:pt x="989" y="301020"/>
                    <a:pt x="989" y="38130"/>
                  </a:cubicBezTo>
                  <a:cubicBezTo>
                    <a:pt x="989" y="20985"/>
                    <a:pt x="-7584" y="-922"/>
                    <a:pt x="25754" y="30"/>
                  </a:cubicBezTo>
                  <a:cubicBezTo>
                    <a:pt x="52424" y="30"/>
                    <a:pt x="60043" y="6698"/>
                    <a:pt x="60043" y="34320"/>
                  </a:cubicBezTo>
                  <a:cubicBezTo>
                    <a:pt x="59091" y="175290"/>
                    <a:pt x="59091" y="316260"/>
                    <a:pt x="59091" y="458183"/>
                  </a:cubicBezTo>
                  <a:cubicBezTo>
                    <a:pt x="60043" y="580103"/>
                    <a:pt x="60043" y="703927"/>
                    <a:pt x="60997" y="827752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6C3FFBE-0C86-4F7F-B86E-B8E6744A8E14}"/>
                </a:ext>
              </a:extLst>
            </p:cNvPr>
            <p:cNvSpPr/>
            <p:nvPr/>
          </p:nvSpPr>
          <p:spPr>
            <a:xfrm>
              <a:off x="8176703" y="2640219"/>
              <a:ext cx="931399" cy="1221996"/>
            </a:xfrm>
            <a:custGeom>
              <a:avLst/>
              <a:gdLst>
                <a:gd name="connsiteX0" fmla="*/ 142875 w 1190625"/>
                <a:gd name="connsiteY0" fmla="*/ 1424047 h 1562100"/>
                <a:gd name="connsiteX1" fmla="*/ 0 w 1190625"/>
                <a:gd name="connsiteY1" fmla="*/ 1392614 h 1562100"/>
                <a:gd name="connsiteX2" fmla="*/ 88582 w 1190625"/>
                <a:gd name="connsiteY2" fmla="*/ 913507 h 1562100"/>
                <a:gd name="connsiteX3" fmla="*/ 257175 w 1190625"/>
                <a:gd name="connsiteY3" fmla="*/ 34349 h 1562100"/>
                <a:gd name="connsiteX4" fmla="*/ 300038 w 1190625"/>
                <a:gd name="connsiteY4" fmla="*/ 59 h 1562100"/>
                <a:gd name="connsiteX5" fmla="*/ 941069 w 1190625"/>
                <a:gd name="connsiteY5" fmla="*/ 59 h 1562100"/>
                <a:gd name="connsiteX6" fmla="*/ 982980 w 1190625"/>
                <a:gd name="connsiteY6" fmla="*/ 36254 h 1562100"/>
                <a:gd name="connsiteX7" fmla="*/ 1162050 w 1190625"/>
                <a:gd name="connsiteY7" fmla="*/ 1344037 h 1562100"/>
                <a:gd name="connsiteX8" fmla="*/ 1192530 w 1190625"/>
                <a:gd name="connsiteY8" fmla="*/ 1564064 h 1562100"/>
                <a:gd name="connsiteX9" fmla="*/ 1038225 w 1190625"/>
                <a:gd name="connsiteY9" fmla="*/ 1533584 h 1562100"/>
                <a:gd name="connsiteX10" fmla="*/ 1020127 w 1190625"/>
                <a:gd name="connsiteY10" fmla="*/ 1405949 h 1562100"/>
                <a:gd name="connsiteX11" fmla="*/ 909638 w 1190625"/>
                <a:gd name="connsiteY11" fmla="*/ 603944 h 1562100"/>
                <a:gd name="connsiteX12" fmla="*/ 855344 w 1190625"/>
                <a:gd name="connsiteY12" fmla="*/ 207704 h 1562100"/>
                <a:gd name="connsiteX13" fmla="*/ 786765 w 1190625"/>
                <a:gd name="connsiteY13" fmla="*/ 147697 h 1562100"/>
                <a:gd name="connsiteX14" fmla="*/ 453390 w 1190625"/>
                <a:gd name="connsiteY14" fmla="*/ 147697 h 1562100"/>
                <a:gd name="connsiteX15" fmla="*/ 376238 w 1190625"/>
                <a:gd name="connsiteY15" fmla="*/ 212467 h 1562100"/>
                <a:gd name="connsiteX16" fmla="*/ 160019 w 1190625"/>
                <a:gd name="connsiteY16" fmla="*/ 1339274 h 1562100"/>
                <a:gd name="connsiteX17" fmla="*/ 142875 w 1190625"/>
                <a:gd name="connsiteY17" fmla="*/ 1424047 h 156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0625" h="1562100">
                  <a:moveTo>
                    <a:pt x="142875" y="1424047"/>
                  </a:moveTo>
                  <a:cubicBezTo>
                    <a:pt x="97155" y="1424999"/>
                    <a:pt x="43815" y="1404997"/>
                    <a:pt x="0" y="1392614"/>
                  </a:cubicBezTo>
                  <a:cubicBezTo>
                    <a:pt x="29527" y="1232594"/>
                    <a:pt x="58102" y="1072574"/>
                    <a:pt x="88582" y="913507"/>
                  </a:cubicBezTo>
                  <a:cubicBezTo>
                    <a:pt x="144780" y="620137"/>
                    <a:pt x="201930" y="327719"/>
                    <a:pt x="257175" y="34349"/>
                  </a:cubicBezTo>
                  <a:cubicBezTo>
                    <a:pt x="262890" y="4822"/>
                    <a:pt x="274319" y="59"/>
                    <a:pt x="300038" y="59"/>
                  </a:cubicBezTo>
                  <a:cubicBezTo>
                    <a:pt x="405765" y="1012"/>
                    <a:pt x="853440" y="1964"/>
                    <a:pt x="941069" y="59"/>
                  </a:cubicBezTo>
                  <a:cubicBezTo>
                    <a:pt x="969644" y="-893"/>
                    <a:pt x="979169" y="9584"/>
                    <a:pt x="982980" y="36254"/>
                  </a:cubicBezTo>
                  <a:cubicBezTo>
                    <a:pt x="1042035" y="472499"/>
                    <a:pt x="1102042" y="908744"/>
                    <a:pt x="1162050" y="1344037"/>
                  </a:cubicBezTo>
                  <a:cubicBezTo>
                    <a:pt x="1174432" y="1436429"/>
                    <a:pt x="1180148" y="1471672"/>
                    <a:pt x="1192530" y="1564064"/>
                  </a:cubicBezTo>
                  <a:cubicBezTo>
                    <a:pt x="1194435" y="1579304"/>
                    <a:pt x="1043940" y="1547872"/>
                    <a:pt x="1038225" y="1533584"/>
                  </a:cubicBezTo>
                  <a:cubicBezTo>
                    <a:pt x="1023938" y="1451669"/>
                    <a:pt x="1031557" y="1487864"/>
                    <a:pt x="1020127" y="1405949"/>
                  </a:cubicBezTo>
                  <a:cubicBezTo>
                    <a:pt x="982980" y="1139249"/>
                    <a:pt x="945832" y="871597"/>
                    <a:pt x="909638" y="603944"/>
                  </a:cubicBezTo>
                  <a:cubicBezTo>
                    <a:pt x="891540" y="471547"/>
                    <a:pt x="872490" y="340102"/>
                    <a:pt x="855344" y="207704"/>
                  </a:cubicBezTo>
                  <a:cubicBezTo>
                    <a:pt x="847725" y="150554"/>
                    <a:pt x="843915" y="147697"/>
                    <a:pt x="786765" y="147697"/>
                  </a:cubicBezTo>
                  <a:cubicBezTo>
                    <a:pt x="675323" y="147697"/>
                    <a:pt x="564832" y="147697"/>
                    <a:pt x="453390" y="147697"/>
                  </a:cubicBezTo>
                  <a:cubicBezTo>
                    <a:pt x="391477" y="147697"/>
                    <a:pt x="387667" y="150554"/>
                    <a:pt x="376238" y="212467"/>
                  </a:cubicBezTo>
                  <a:cubicBezTo>
                    <a:pt x="304800" y="587752"/>
                    <a:pt x="233363" y="963989"/>
                    <a:pt x="160019" y="1339274"/>
                  </a:cubicBezTo>
                  <a:cubicBezTo>
                    <a:pt x="154305" y="1364039"/>
                    <a:pt x="156210" y="1396424"/>
                    <a:pt x="142875" y="142404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13306CF-6B33-4DF9-B4AD-78D98AD2827D}"/>
                </a:ext>
              </a:extLst>
            </p:cNvPr>
            <p:cNvSpPr/>
            <p:nvPr/>
          </p:nvSpPr>
          <p:spPr>
            <a:xfrm>
              <a:off x="6178295" y="2415936"/>
              <a:ext cx="923947" cy="1192191"/>
            </a:xfrm>
            <a:custGeom>
              <a:avLst/>
              <a:gdLst>
                <a:gd name="connsiteX0" fmla="*/ 984885 w 1181100"/>
                <a:gd name="connsiteY0" fmla="*/ 36254 h 1524000"/>
                <a:gd name="connsiteX1" fmla="*/ 942975 w 1181100"/>
                <a:gd name="connsiteY1" fmla="*/ 59 h 1524000"/>
                <a:gd name="connsiteX2" fmla="*/ 307657 w 1181100"/>
                <a:gd name="connsiteY2" fmla="*/ 59 h 1524000"/>
                <a:gd name="connsiteX3" fmla="*/ 258127 w 1181100"/>
                <a:gd name="connsiteY3" fmla="*/ 38159 h 1524000"/>
                <a:gd name="connsiteX4" fmla="*/ 51435 w 1181100"/>
                <a:gd name="connsiteY4" fmla="*/ 1122104 h 1524000"/>
                <a:gd name="connsiteX5" fmla="*/ 0 w 1181100"/>
                <a:gd name="connsiteY5" fmla="*/ 1398329 h 1524000"/>
                <a:gd name="connsiteX6" fmla="*/ 148590 w 1181100"/>
                <a:gd name="connsiteY6" fmla="*/ 1398329 h 1524000"/>
                <a:gd name="connsiteX7" fmla="*/ 378143 w 1181100"/>
                <a:gd name="connsiteY7" fmla="*/ 208657 h 1524000"/>
                <a:gd name="connsiteX8" fmla="*/ 449580 w 1181100"/>
                <a:gd name="connsiteY8" fmla="*/ 148649 h 1524000"/>
                <a:gd name="connsiteX9" fmla="*/ 782955 w 1181100"/>
                <a:gd name="connsiteY9" fmla="*/ 148649 h 1524000"/>
                <a:gd name="connsiteX10" fmla="*/ 857250 w 1181100"/>
                <a:gd name="connsiteY10" fmla="*/ 213419 h 1524000"/>
                <a:gd name="connsiteX11" fmla="*/ 1019175 w 1181100"/>
                <a:gd name="connsiteY11" fmla="*/ 1391662 h 1524000"/>
                <a:gd name="connsiteX12" fmla="*/ 1049655 w 1181100"/>
                <a:gd name="connsiteY12" fmla="*/ 1529774 h 1524000"/>
                <a:gd name="connsiteX13" fmla="*/ 1185863 w 1181100"/>
                <a:gd name="connsiteY13" fmla="*/ 1512629 h 1524000"/>
                <a:gd name="connsiteX14" fmla="*/ 984885 w 1181100"/>
                <a:gd name="connsiteY14" fmla="*/ 36254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100" h="1524000">
                  <a:moveTo>
                    <a:pt x="984885" y="36254"/>
                  </a:moveTo>
                  <a:cubicBezTo>
                    <a:pt x="981075" y="9584"/>
                    <a:pt x="971550" y="-893"/>
                    <a:pt x="942975" y="59"/>
                  </a:cubicBezTo>
                  <a:cubicBezTo>
                    <a:pt x="852488" y="1964"/>
                    <a:pt x="409575" y="1012"/>
                    <a:pt x="307657" y="59"/>
                  </a:cubicBezTo>
                  <a:cubicBezTo>
                    <a:pt x="279082" y="59"/>
                    <a:pt x="264795" y="3869"/>
                    <a:pt x="258127" y="38159"/>
                  </a:cubicBezTo>
                  <a:cubicBezTo>
                    <a:pt x="190500" y="400109"/>
                    <a:pt x="120015" y="761107"/>
                    <a:pt x="51435" y="1122104"/>
                  </a:cubicBezTo>
                  <a:cubicBezTo>
                    <a:pt x="34290" y="1214497"/>
                    <a:pt x="17145" y="1305937"/>
                    <a:pt x="0" y="1398329"/>
                  </a:cubicBezTo>
                  <a:lnTo>
                    <a:pt x="148590" y="1398329"/>
                  </a:lnTo>
                  <a:cubicBezTo>
                    <a:pt x="153352" y="1382137"/>
                    <a:pt x="303847" y="588704"/>
                    <a:pt x="378143" y="208657"/>
                  </a:cubicBezTo>
                  <a:cubicBezTo>
                    <a:pt x="389572" y="151507"/>
                    <a:pt x="393382" y="148649"/>
                    <a:pt x="449580" y="148649"/>
                  </a:cubicBezTo>
                  <a:cubicBezTo>
                    <a:pt x="561022" y="148649"/>
                    <a:pt x="671513" y="148649"/>
                    <a:pt x="782955" y="148649"/>
                  </a:cubicBezTo>
                  <a:cubicBezTo>
                    <a:pt x="846772" y="148649"/>
                    <a:pt x="848677" y="150554"/>
                    <a:pt x="857250" y="213419"/>
                  </a:cubicBezTo>
                  <a:cubicBezTo>
                    <a:pt x="911543" y="605849"/>
                    <a:pt x="963930" y="999232"/>
                    <a:pt x="1019175" y="1391662"/>
                  </a:cubicBezTo>
                  <a:cubicBezTo>
                    <a:pt x="1025843" y="1438334"/>
                    <a:pt x="1023938" y="1486912"/>
                    <a:pt x="1049655" y="1529774"/>
                  </a:cubicBezTo>
                  <a:cubicBezTo>
                    <a:pt x="1087755" y="1528822"/>
                    <a:pt x="1177290" y="1511677"/>
                    <a:pt x="1185863" y="1512629"/>
                  </a:cubicBezTo>
                  <a:cubicBezTo>
                    <a:pt x="1173480" y="1424999"/>
                    <a:pt x="1039177" y="440114"/>
                    <a:pt x="984885" y="3625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204D068-1516-493A-9C3A-7733E791D834}"/>
                </a:ext>
              </a:extLst>
            </p:cNvPr>
            <p:cNvSpPr/>
            <p:nvPr/>
          </p:nvSpPr>
          <p:spPr>
            <a:xfrm>
              <a:off x="8279530" y="2728903"/>
              <a:ext cx="707863" cy="1072972"/>
            </a:xfrm>
            <a:custGeom>
              <a:avLst/>
              <a:gdLst>
                <a:gd name="connsiteX0" fmla="*/ 0 w 904875"/>
                <a:gd name="connsiteY0" fmla="*/ 1277342 h 1371600"/>
                <a:gd name="connsiteX1" fmla="*/ 230506 w 904875"/>
                <a:gd name="connsiteY1" fmla="*/ 60047 h 1371600"/>
                <a:gd name="connsiteX2" fmla="*/ 300991 w 904875"/>
                <a:gd name="connsiteY2" fmla="*/ 39 h 1371600"/>
                <a:gd name="connsiteX3" fmla="*/ 691516 w 904875"/>
                <a:gd name="connsiteY3" fmla="*/ 992 h 1371600"/>
                <a:gd name="connsiteX4" fmla="*/ 729616 w 904875"/>
                <a:gd name="connsiteY4" fmla="*/ 33377 h 1371600"/>
                <a:gd name="connsiteX5" fmla="*/ 911543 w 904875"/>
                <a:gd name="connsiteY5" fmla="*/ 1356400 h 1371600"/>
                <a:gd name="connsiteX6" fmla="*/ 560070 w 904875"/>
                <a:gd name="connsiteY6" fmla="*/ 1334492 h 1371600"/>
                <a:gd name="connsiteX7" fmla="*/ 0 w 904875"/>
                <a:gd name="connsiteY7" fmla="*/ 127734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5" h="1371600">
                  <a:moveTo>
                    <a:pt x="0" y="1277342"/>
                  </a:moveTo>
                  <a:cubicBezTo>
                    <a:pt x="37148" y="1081127"/>
                    <a:pt x="192406" y="270549"/>
                    <a:pt x="230506" y="60047"/>
                  </a:cubicBezTo>
                  <a:cubicBezTo>
                    <a:pt x="238125" y="15279"/>
                    <a:pt x="253366" y="-913"/>
                    <a:pt x="300991" y="39"/>
                  </a:cubicBezTo>
                  <a:cubicBezTo>
                    <a:pt x="431483" y="3849"/>
                    <a:pt x="561023" y="1944"/>
                    <a:pt x="691516" y="992"/>
                  </a:cubicBezTo>
                  <a:cubicBezTo>
                    <a:pt x="717233" y="992"/>
                    <a:pt x="726758" y="6707"/>
                    <a:pt x="729616" y="33377"/>
                  </a:cubicBezTo>
                  <a:cubicBezTo>
                    <a:pt x="752475" y="207684"/>
                    <a:pt x="876300" y="1088747"/>
                    <a:pt x="911543" y="1356400"/>
                  </a:cubicBezTo>
                  <a:cubicBezTo>
                    <a:pt x="918210" y="1409739"/>
                    <a:pt x="600075" y="1338302"/>
                    <a:pt x="560070" y="1334492"/>
                  </a:cubicBezTo>
                  <a:cubicBezTo>
                    <a:pt x="373381" y="1317347"/>
                    <a:pt x="186691" y="1296392"/>
                    <a:pt x="0" y="127734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EC2C594-95A8-4C9B-BDC4-B169CA741E25}"/>
                </a:ext>
              </a:extLst>
            </p:cNvPr>
            <p:cNvSpPr/>
            <p:nvPr/>
          </p:nvSpPr>
          <p:spPr>
            <a:xfrm>
              <a:off x="6277395" y="2505281"/>
              <a:ext cx="715315" cy="1072972"/>
            </a:xfrm>
            <a:custGeom>
              <a:avLst/>
              <a:gdLst>
                <a:gd name="connsiteX0" fmla="*/ 0 w 914400"/>
                <a:gd name="connsiteY0" fmla="*/ 1304122 h 1371600"/>
                <a:gd name="connsiteX1" fmla="*/ 238125 w 914400"/>
                <a:gd name="connsiteY1" fmla="*/ 52537 h 1371600"/>
                <a:gd name="connsiteX2" fmla="*/ 300038 w 914400"/>
                <a:gd name="connsiteY2" fmla="*/ 150 h 1371600"/>
                <a:gd name="connsiteX3" fmla="*/ 675323 w 914400"/>
                <a:gd name="connsiteY3" fmla="*/ 150 h 1371600"/>
                <a:gd name="connsiteX4" fmla="*/ 741045 w 914400"/>
                <a:gd name="connsiteY4" fmla="*/ 58252 h 1371600"/>
                <a:gd name="connsiteX5" fmla="*/ 921068 w 914400"/>
                <a:gd name="connsiteY5" fmla="*/ 1374607 h 1371600"/>
                <a:gd name="connsiteX6" fmla="*/ 0 w 914400"/>
                <a:gd name="connsiteY6" fmla="*/ 130412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1371600">
                  <a:moveTo>
                    <a:pt x="0" y="1304122"/>
                  </a:moveTo>
                  <a:cubicBezTo>
                    <a:pt x="39052" y="1099335"/>
                    <a:pt x="199073" y="264945"/>
                    <a:pt x="238125" y="52537"/>
                  </a:cubicBezTo>
                  <a:cubicBezTo>
                    <a:pt x="244793" y="14437"/>
                    <a:pt x="257175" y="-1755"/>
                    <a:pt x="300038" y="150"/>
                  </a:cubicBezTo>
                  <a:cubicBezTo>
                    <a:pt x="424815" y="3960"/>
                    <a:pt x="550545" y="4912"/>
                    <a:pt x="675323" y="150"/>
                  </a:cubicBezTo>
                  <a:cubicBezTo>
                    <a:pt x="722948" y="-1755"/>
                    <a:pt x="736282" y="15390"/>
                    <a:pt x="741045" y="58252"/>
                  </a:cubicBezTo>
                  <a:cubicBezTo>
                    <a:pt x="764857" y="244942"/>
                    <a:pt x="886777" y="1122195"/>
                    <a:pt x="921068" y="1374607"/>
                  </a:cubicBezTo>
                  <a:cubicBezTo>
                    <a:pt x="922973" y="1381275"/>
                    <a:pt x="5715" y="1302217"/>
                    <a:pt x="0" y="130412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BDC8B59-10D3-4BFA-8A10-40A05196A0EA}"/>
                </a:ext>
              </a:extLst>
            </p:cNvPr>
            <p:cNvSpPr/>
            <p:nvPr/>
          </p:nvSpPr>
          <p:spPr>
            <a:xfrm>
              <a:off x="342804" y="2386179"/>
              <a:ext cx="9464439" cy="2252496"/>
            </a:xfrm>
            <a:custGeom>
              <a:avLst/>
              <a:gdLst>
                <a:gd name="connsiteX0" fmla="*/ 4574879 w 4752721"/>
                <a:gd name="connsiteY0" fmla="*/ 766307 h 1131127"/>
                <a:gd name="connsiteX1" fmla="*/ 4555422 w 4752721"/>
                <a:gd name="connsiteY1" fmla="*/ 785764 h 1131127"/>
                <a:gd name="connsiteX2" fmla="*/ 4555422 w 4752721"/>
                <a:gd name="connsiteY2" fmla="*/ 807092 h 1131127"/>
                <a:gd name="connsiteX3" fmla="*/ 4574879 w 4752721"/>
                <a:gd name="connsiteY3" fmla="*/ 826549 h 1131127"/>
                <a:gd name="connsiteX4" fmla="*/ 4639986 w 4752721"/>
                <a:gd name="connsiteY4" fmla="*/ 826549 h 1131127"/>
                <a:gd name="connsiteX5" fmla="*/ 4659443 w 4752721"/>
                <a:gd name="connsiteY5" fmla="*/ 807092 h 1131127"/>
                <a:gd name="connsiteX6" fmla="*/ 4659443 w 4752721"/>
                <a:gd name="connsiteY6" fmla="*/ 785764 h 1131127"/>
                <a:gd name="connsiteX7" fmla="*/ 4639986 w 4752721"/>
                <a:gd name="connsiteY7" fmla="*/ 766307 h 1131127"/>
                <a:gd name="connsiteX8" fmla="*/ 2344805 w 4752721"/>
                <a:gd name="connsiteY8" fmla="*/ 0 h 1131127"/>
                <a:gd name="connsiteX9" fmla="*/ 2409538 w 4752721"/>
                <a:gd name="connsiteY9" fmla="*/ 1871 h 1131127"/>
                <a:gd name="connsiteX10" fmla="*/ 2549478 w 4752721"/>
                <a:gd name="connsiteY10" fmla="*/ 81944 h 1131127"/>
                <a:gd name="connsiteX11" fmla="*/ 2593257 w 4752721"/>
                <a:gd name="connsiteY11" fmla="*/ 199809 h 1131127"/>
                <a:gd name="connsiteX12" fmla="*/ 2602611 w 4752721"/>
                <a:gd name="connsiteY12" fmla="*/ 225253 h 1131127"/>
                <a:gd name="connsiteX13" fmla="*/ 2649383 w 4752721"/>
                <a:gd name="connsiteY13" fmla="*/ 297468 h 1131127"/>
                <a:gd name="connsiteX14" fmla="*/ 2671833 w 4752721"/>
                <a:gd name="connsiteY14" fmla="*/ 314680 h 1131127"/>
                <a:gd name="connsiteX15" fmla="*/ 2879499 w 4752721"/>
                <a:gd name="connsiteY15" fmla="*/ 336756 h 1131127"/>
                <a:gd name="connsiteX16" fmla="*/ 2893718 w 4752721"/>
                <a:gd name="connsiteY16" fmla="*/ 353594 h 1131127"/>
                <a:gd name="connsiteX17" fmla="*/ 2886983 w 4752721"/>
                <a:gd name="connsiteY17" fmla="*/ 543674 h 1131127"/>
                <a:gd name="connsiteX18" fmla="*/ 4216421 w 4752721"/>
                <a:gd name="connsiteY18" fmla="*/ 698208 h 1131127"/>
                <a:gd name="connsiteX19" fmla="*/ 4508651 w 4752721"/>
                <a:gd name="connsiteY19" fmla="*/ 731509 h 1131127"/>
                <a:gd name="connsiteX20" fmla="*/ 4518753 w 4752721"/>
                <a:gd name="connsiteY20" fmla="*/ 739741 h 1131127"/>
                <a:gd name="connsiteX21" fmla="*/ 4531476 w 4752721"/>
                <a:gd name="connsiteY21" fmla="*/ 776784 h 1131127"/>
                <a:gd name="connsiteX22" fmla="*/ 4548313 w 4752721"/>
                <a:gd name="connsiteY22" fmla="*/ 738619 h 1131127"/>
                <a:gd name="connsiteX23" fmla="*/ 4669171 w 4752721"/>
                <a:gd name="connsiteY23" fmla="*/ 738619 h 1131127"/>
                <a:gd name="connsiteX24" fmla="*/ 4681893 w 4752721"/>
                <a:gd name="connsiteY24" fmla="*/ 744231 h 1131127"/>
                <a:gd name="connsiteX25" fmla="*/ 4686757 w 4752721"/>
                <a:gd name="connsiteY25" fmla="*/ 756205 h 1131127"/>
                <a:gd name="connsiteX26" fmla="*/ 4686009 w 4752721"/>
                <a:gd name="connsiteY26" fmla="*/ 836652 h 1131127"/>
                <a:gd name="connsiteX27" fmla="*/ 4726794 w 4752721"/>
                <a:gd name="connsiteY27" fmla="*/ 842265 h 1131127"/>
                <a:gd name="connsiteX28" fmla="*/ 4751864 w 4752721"/>
                <a:gd name="connsiteY28" fmla="*/ 864341 h 1131127"/>
                <a:gd name="connsiteX29" fmla="*/ 4689002 w 4752721"/>
                <a:gd name="connsiteY29" fmla="*/ 1131127 h 1131127"/>
                <a:gd name="connsiteX30" fmla="*/ 506116 w 4752721"/>
                <a:gd name="connsiteY30" fmla="*/ 1117282 h 1131127"/>
                <a:gd name="connsiteX31" fmla="*/ 478428 w 4752721"/>
                <a:gd name="connsiteY31" fmla="*/ 966116 h 1131127"/>
                <a:gd name="connsiteX32" fmla="*/ 290966 w 4752721"/>
                <a:gd name="connsiteY32" fmla="*/ 526088 h 1131127"/>
                <a:gd name="connsiteX33" fmla="*/ 56734 w 4752721"/>
                <a:gd name="connsiteY33" fmla="*/ 243961 h 1131127"/>
                <a:gd name="connsiteX34" fmla="*/ 2104 w 4752721"/>
                <a:gd name="connsiteY34" fmla="*/ 182971 h 1131127"/>
                <a:gd name="connsiteX35" fmla="*/ 12956 w 4752721"/>
                <a:gd name="connsiteY35" fmla="*/ 159772 h 1131127"/>
                <a:gd name="connsiteX36" fmla="*/ 1746502 w 4752721"/>
                <a:gd name="connsiteY36" fmla="*/ 393631 h 1131127"/>
                <a:gd name="connsiteX37" fmla="*/ 1850522 w 4752721"/>
                <a:gd name="connsiteY37" fmla="*/ 464724 h 1131127"/>
                <a:gd name="connsiteX38" fmla="*/ 1885694 w 4752721"/>
                <a:gd name="connsiteY38" fmla="*/ 462479 h 1131127"/>
                <a:gd name="connsiteX39" fmla="*/ 1979986 w 4752721"/>
                <a:gd name="connsiteY39" fmla="*/ 353594 h 1131127"/>
                <a:gd name="connsiteX40" fmla="*/ 2021519 w 4752721"/>
                <a:gd name="connsiteY40" fmla="*/ 291855 h 1131127"/>
                <a:gd name="connsiteX41" fmla="*/ 2098225 w 4752721"/>
                <a:gd name="connsiteY41" fmla="*/ 105891 h 1131127"/>
                <a:gd name="connsiteX42" fmla="*/ 2131901 w 4752721"/>
                <a:gd name="connsiteY42" fmla="*/ 72590 h 1131127"/>
                <a:gd name="connsiteX43" fmla="*/ 2313375 w 4752721"/>
                <a:gd name="connsiteY43" fmla="*/ 69596 h 1131127"/>
                <a:gd name="connsiteX44" fmla="*/ 2323103 w 4752721"/>
                <a:gd name="connsiteY44" fmla="*/ 60616 h 1131127"/>
                <a:gd name="connsiteX45" fmla="*/ 2322729 w 4752721"/>
                <a:gd name="connsiteY45" fmla="*/ 25069 h 1131127"/>
                <a:gd name="connsiteX46" fmla="*/ 2344805 w 4752721"/>
                <a:gd name="connsiteY46" fmla="*/ 0 h 113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52721" h="1131127">
                  <a:moveTo>
                    <a:pt x="4574879" y="766307"/>
                  </a:moveTo>
                  <a:cubicBezTo>
                    <a:pt x="4564028" y="766307"/>
                    <a:pt x="4555422" y="774913"/>
                    <a:pt x="4555422" y="785764"/>
                  </a:cubicBezTo>
                  <a:lnTo>
                    <a:pt x="4555422" y="807092"/>
                  </a:lnTo>
                  <a:cubicBezTo>
                    <a:pt x="4555422" y="817943"/>
                    <a:pt x="4564028" y="826549"/>
                    <a:pt x="4574879" y="826549"/>
                  </a:cubicBezTo>
                  <a:lnTo>
                    <a:pt x="4639986" y="826549"/>
                  </a:lnTo>
                  <a:cubicBezTo>
                    <a:pt x="4650462" y="826549"/>
                    <a:pt x="4659443" y="817943"/>
                    <a:pt x="4659443" y="807092"/>
                  </a:cubicBezTo>
                  <a:lnTo>
                    <a:pt x="4659443" y="785764"/>
                  </a:lnTo>
                  <a:cubicBezTo>
                    <a:pt x="4659443" y="774913"/>
                    <a:pt x="4650837" y="766307"/>
                    <a:pt x="4639986" y="766307"/>
                  </a:cubicBezTo>
                  <a:close/>
                  <a:moveTo>
                    <a:pt x="2344805" y="0"/>
                  </a:moveTo>
                  <a:cubicBezTo>
                    <a:pt x="2351166" y="0"/>
                    <a:pt x="2393073" y="0"/>
                    <a:pt x="2409538" y="1871"/>
                  </a:cubicBezTo>
                  <a:cubicBezTo>
                    <a:pt x="2464541" y="13844"/>
                    <a:pt x="2512809" y="40785"/>
                    <a:pt x="2549478" y="81944"/>
                  </a:cubicBezTo>
                  <a:cubicBezTo>
                    <a:pt x="2577916" y="113749"/>
                    <a:pt x="2592508" y="155656"/>
                    <a:pt x="2593257" y="199809"/>
                  </a:cubicBezTo>
                  <a:cubicBezTo>
                    <a:pt x="2593631" y="209537"/>
                    <a:pt x="2594753" y="216646"/>
                    <a:pt x="2602611" y="225253"/>
                  </a:cubicBezTo>
                  <a:cubicBezTo>
                    <a:pt x="2622068" y="246580"/>
                    <a:pt x="2637035" y="271276"/>
                    <a:pt x="2649383" y="297468"/>
                  </a:cubicBezTo>
                  <a:cubicBezTo>
                    <a:pt x="2654995" y="309067"/>
                    <a:pt x="2660982" y="313557"/>
                    <a:pt x="2671833" y="314680"/>
                  </a:cubicBezTo>
                  <a:cubicBezTo>
                    <a:pt x="2748538" y="322163"/>
                    <a:pt x="2802794" y="330021"/>
                    <a:pt x="2879499" y="336756"/>
                  </a:cubicBezTo>
                  <a:cubicBezTo>
                    <a:pt x="2892595" y="337879"/>
                    <a:pt x="2894092" y="342369"/>
                    <a:pt x="2893718" y="353594"/>
                  </a:cubicBezTo>
                  <a:cubicBezTo>
                    <a:pt x="2892221" y="413462"/>
                    <a:pt x="2887731" y="483807"/>
                    <a:pt x="2886983" y="543674"/>
                  </a:cubicBezTo>
                  <a:cubicBezTo>
                    <a:pt x="2886983" y="548539"/>
                    <a:pt x="4204074" y="697086"/>
                    <a:pt x="4216421" y="698208"/>
                  </a:cubicBezTo>
                  <a:cubicBezTo>
                    <a:pt x="4232511" y="701201"/>
                    <a:pt x="4463002" y="726645"/>
                    <a:pt x="4508651" y="731509"/>
                  </a:cubicBezTo>
                  <a:cubicBezTo>
                    <a:pt x="4513515" y="731884"/>
                    <a:pt x="4517257" y="735251"/>
                    <a:pt x="4518753" y="739741"/>
                  </a:cubicBezTo>
                  <a:cubicBezTo>
                    <a:pt x="4524366" y="756579"/>
                    <a:pt x="4531476" y="776784"/>
                    <a:pt x="4531476" y="776784"/>
                  </a:cubicBezTo>
                  <a:cubicBezTo>
                    <a:pt x="4532224" y="743483"/>
                    <a:pt x="4538585" y="738619"/>
                    <a:pt x="4548313" y="738619"/>
                  </a:cubicBezTo>
                  <a:lnTo>
                    <a:pt x="4669171" y="738619"/>
                  </a:lnTo>
                  <a:cubicBezTo>
                    <a:pt x="4674036" y="738619"/>
                    <a:pt x="4678526" y="740864"/>
                    <a:pt x="4681893" y="744231"/>
                  </a:cubicBezTo>
                  <a:cubicBezTo>
                    <a:pt x="4681893" y="744231"/>
                    <a:pt x="4686757" y="749096"/>
                    <a:pt x="4686757" y="756205"/>
                  </a:cubicBezTo>
                  <a:lnTo>
                    <a:pt x="4686009" y="836652"/>
                  </a:lnTo>
                  <a:cubicBezTo>
                    <a:pt x="4686383" y="837400"/>
                    <a:pt x="4716691" y="842265"/>
                    <a:pt x="4726794" y="842265"/>
                  </a:cubicBezTo>
                  <a:cubicBezTo>
                    <a:pt x="4742509" y="840768"/>
                    <a:pt x="4756354" y="841517"/>
                    <a:pt x="4751864" y="864341"/>
                  </a:cubicBezTo>
                  <a:cubicBezTo>
                    <a:pt x="4751116" y="869205"/>
                    <a:pt x="4727169" y="1131127"/>
                    <a:pt x="4689002" y="1131127"/>
                  </a:cubicBezTo>
                  <a:cubicBezTo>
                    <a:pt x="4296120" y="1131127"/>
                    <a:pt x="1472607" y="1117282"/>
                    <a:pt x="506116" y="1117282"/>
                  </a:cubicBezTo>
                  <a:cubicBezTo>
                    <a:pt x="496762" y="1070885"/>
                    <a:pt x="488156" y="1012139"/>
                    <a:pt x="478428" y="966116"/>
                  </a:cubicBezTo>
                  <a:cubicBezTo>
                    <a:pt x="444752" y="807093"/>
                    <a:pt x="391245" y="656674"/>
                    <a:pt x="290966" y="526088"/>
                  </a:cubicBezTo>
                  <a:cubicBezTo>
                    <a:pt x="285354" y="518605"/>
                    <a:pt x="128949" y="330769"/>
                    <a:pt x="56734" y="243961"/>
                  </a:cubicBezTo>
                  <a:cubicBezTo>
                    <a:pt x="39148" y="223007"/>
                    <a:pt x="22310" y="201679"/>
                    <a:pt x="2104" y="182971"/>
                  </a:cubicBezTo>
                  <a:cubicBezTo>
                    <a:pt x="-4256" y="175487"/>
                    <a:pt x="5098" y="158650"/>
                    <a:pt x="12956" y="159772"/>
                  </a:cubicBezTo>
                  <a:cubicBezTo>
                    <a:pt x="106499" y="172494"/>
                    <a:pt x="1659319" y="382031"/>
                    <a:pt x="1746502" y="393631"/>
                  </a:cubicBezTo>
                  <a:cubicBezTo>
                    <a:pt x="1762966" y="395876"/>
                    <a:pt x="1834059" y="453498"/>
                    <a:pt x="1850522" y="464724"/>
                  </a:cubicBezTo>
                  <a:cubicBezTo>
                    <a:pt x="1862870" y="473330"/>
                    <a:pt x="1874843" y="468091"/>
                    <a:pt x="1885694" y="462479"/>
                  </a:cubicBezTo>
                  <a:cubicBezTo>
                    <a:pt x="1931344" y="438906"/>
                    <a:pt x="1961652" y="400740"/>
                    <a:pt x="1979986" y="353594"/>
                  </a:cubicBezTo>
                  <a:cubicBezTo>
                    <a:pt x="1989715" y="329273"/>
                    <a:pt x="2000940" y="310190"/>
                    <a:pt x="2021519" y="291855"/>
                  </a:cubicBezTo>
                  <a:cubicBezTo>
                    <a:pt x="2075775" y="243213"/>
                    <a:pt x="2096354" y="177733"/>
                    <a:pt x="2098225" y="105891"/>
                  </a:cubicBezTo>
                  <a:cubicBezTo>
                    <a:pt x="2098973" y="73338"/>
                    <a:pt x="2098599" y="73338"/>
                    <a:pt x="2131901" y="72590"/>
                  </a:cubicBezTo>
                  <a:cubicBezTo>
                    <a:pt x="2192517" y="71467"/>
                    <a:pt x="2252759" y="70345"/>
                    <a:pt x="2313375" y="69596"/>
                  </a:cubicBezTo>
                  <a:cubicBezTo>
                    <a:pt x="2320484" y="69596"/>
                    <a:pt x="2323478" y="68100"/>
                    <a:pt x="2323103" y="60616"/>
                  </a:cubicBezTo>
                  <a:cubicBezTo>
                    <a:pt x="2322729" y="48643"/>
                    <a:pt x="2324226" y="36669"/>
                    <a:pt x="2322729" y="25069"/>
                  </a:cubicBezTo>
                  <a:cubicBezTo>
                    <a:pt x="2320484" y="7484"/>
                    <a:pt x="2327593" y="0"/>
                    <a:pt x="2344805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54493E2-564F-48F5-858A-B5AC4CCC4B26}"/>
                </a:ext>
              </a:extLst>
            </p:cNvPr>
            <p:cNvSpPr/>
            <p:nvPr/>
          </p:nvSpPr>
          <p:spPr>
            <a:xfrm>
              <a:off x="434174" y="2766189"/>
              <a:ext cx="3956581" cy="789826"/>
            </a:xfrm>
            <a:custGeom>
              <a:avLst/>
              <a:gdLst>
                <a:gd name="connsiteX0" fmla="*/ 4358640 w 5057775"/>
                <a:gd name="connsiteY0" fmla="*/ 589597 h 1009650"/>
                <a:gd name="connsiteX1" fmla="*/ 0 w 5057775"/>
                <a:gd name="connsiteY1" fmla="*/ 0 h 1009650"/>
                <a:gd name="connsiteX2" fmla="*/ 481965 w 5057775"/>
                <a:gd name="connsiteY2" fmla="*/ 557213 h 1009650"/>
                <a:gd name="connsiteX3" fmla="*/ 5060633 w 5057775"/>
                <a:gd name="connsiteY3" fmla="*/ 1012508 h 1009650"/>
                <a:gd name="connsiteX4" fmla="*/ 4358640 w 5057775"/>
                <a:gd name="connsiteY4" fmla="*/ 589597 h 1009650"/>
                <a:gd name="connsiteX5" fmla="*/ 204787 w 5057775"/>
                <a:gd name="connsiteY5" fmla="*/ 231458 h 1009650"/>
                <a:gd name="connsiteX6" fmla="*/ 208598 w 5057775"/>
                <a:gd name="connsiteY6" fmla="*/ 228600 h 1009650"/>
                <a:gd name="connsiteX7" fmla="*/ 204787 w 5057775"/>
                <a:gd name="connsiteY7" fmla="*/ 231458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57775" h="1009650">
                  <a:moveTo>
                    <a:pt x="4358640" y="589597"/>
                  </a:moveTo>
                  <a:cubicBezTo>
                    <a:pt x="4037648" y="546735"/>
                    <a:pt x="586740" y="85725"/>
                    <a:pt x="0" y="0"/>
                  </a:cubicBezTo>
                  <a:cubicBezTo>
                    <a:pt x="63818" y="71438"/>
                    <a:pt x="317182" y="379095"/>
                    <a:pt x="481965" y="557213"/>
                  </a:cubicBezTo>
                  <a:cubicBezTo>
                    <a:pt x="1908810" y="706755"/>
                    <a:pt x="3591878" y="891540"/>
                    <a:pt x="5060633" y="1012508"/>
                  </a:cubicBezTo>
                  <a:cubicBezTo>
                    <a:pt x="4962525" y="964883"/>
                    <a:pt x="4516755" y="703897"/>
                    <a:pt x="4358640" y="589597"/>
                  </a:cubicBezTo>
                  <a:close/>
                  <a:moveTo>
                    <a:pt x="204787" y="231458"/>
                  </a:moveTo>
                  <a:cubicBezTo>
                    <a:pt x="206693" y="230505"/>
                    <a:pt x="207645" y="229552"/>
                    <a:pt x="208598" y="228600"/>
                  </a:cubicBezTo>
                  <a:cubicBezTo>
                    <a:pt x="207645" y="229552"/>
                    <a:pt x="206693" y="230505"/>
                    <a:pt x="204787" y="23145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FFD1167-A5FC-4A56-9D87-F9D4F4CB48EA}"/>
                </a:ext>
              </a:extLst>
            </p:cNvPr>
            <p:cNvSpPr/>
            <p:nvPr/>
          </p:nvSpPr>
          <p:spPr>
            <a:xfrm>
              <a:off x="894735" y="3285688"/>
              <a:ext cx="8859464" cy="1296507"/>
            </a:xfrm>
            <a:custGeom>
              <a:avLst/>
              <a:gdLst>
                <a:gd name="connsiteX0" fmla="*/ 5639654 w 11325225"/>
                <a:gd name="connsiteY0" fmla="*/ 1631440 h 1657350"/>
                <a:gd name="connsiteX1" fmla="*/ 673318 w 11325225"/>
                <a:gd name="connsiteY1" fmla="*/ 1596198 h 1657350"/>
                <a:gd name="connsiteX2" fmla="*/ 627598 w 11325225"/>
                <a:gd name="connsiteY2" fmla="*/ 1543810 h 1657350"/>
                <a:gd name="connsiteX3" fmla="*/ 539968 w 11325225"/>
                <a:gd name="connsiteY3" fmla="*/ 1132330 h 1657350"/>
                <a:gd name="connsiteX4" fmla="*/ 278983 w 11325225"/>
                <a:gd name="connsiteY4" fmla="*/ 437005 h 1657350"/>
                <a:gd name="connsiteX5" fmla="*/ 38953 w 11325225"/>
                <a:gd name="connsiteY5" fmla="*/ 88390 h 1657350"/>
                <a:gd name="connsiteX6" fmla="*/ 2758 w 11325225"/>
                <a:gd name="connsiteY6" fmla="*/ 16000 h 1657350"/>
                <a:gd name="connsiteX7" fmla="*/ 81816 w 11325225"/>
                <a:gd name="connsiteY7" fmla="*/ 5523 h 1657350"/>
                <a:gd name="connsiteX8" fmla="*/ 5390099 w 11325225"/>
                <a:gd name="connsiteY8" fmla="*/ 518920 h 1657350"/>
                <a:gd name="connsiteX9" fmla="*/ 10836494 w 11325225"/>
                <a:gd name="connsiteY9" fmla="*/ 1014220 h 1657350"/>
                <a:gd name="connsiteX10" fmla="*/ 11326078 w 11325225"/>
                <a:gd name="connsiteY10" fmla="*/ 1055178 h 1657350"/>
                <a:gd name="connsiteX11" fmla="*/ 11153676 w 11325225"/>
                <a:gd name="connsiteY11" fmla="*/ 1661920 h 1657350"/>
                <a:gd name="connsiteX12" fmla="*/ 5639654 w 11325225"/>
                <a:gd name="connsiteY12" fmla="*/ 163144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25225" h="1657350">
                  <a:moveTo>
                    <a:pt x="5639654" y="1631440"/>
                  </a:moveTo>
                  <a:cubicBezTo>
                    <a:pt x="5152926" y="1618105"/>
                    <a:pt x="830481" y="1597150"/>
                    <a:pt x="673318" y="1596198"/>
                  </a:cubicBezTo>
                  <a:cubicBezTo>
                    <a:pt x="631408" y="1596198"/>
                    <a:pt x="631408" y="1567623"/>
                    <a:pt x="627598" y="1543810"/>
                  </a:cubicBezTo>
                  <a:cubicBezTo>
                    <a:pt x="605691" y="1404745"/>
                    <a:pt x="574258" y="1268538"/>
                    <a:pt x="539968" y="1132330"/>
                  </a:cubicBezTo>
                  <a:cubicBezTo>
                    <a:pt x="479961" y="890395"/>
                    <a:pt x="399951" y="655128"/>
                    <a:pt x="278983" y="437005"/>
                  </a:cubicBezTo>
                  <a:cubicBezTo>
                    <a:pt x="217071" y="324610"/>
                    <a:pt x="116106" y="190308"/>
                    <a:pt x="38953" y="88390"/>
                  </a:cubicBezTo>
                  <a:cubicBezTo>
                    <a:pt x="22761" y="66483"/>
                    <a:pt x="-9624" y="41718"/>
                    <a:pt x="2758" y="16000"/>
                  </a:cubicBezTo>
                  <a:cubicBezTo>
                    <a:pt x="16093" y="-10670"/>
                    <a:pt x="55146" y="3618"/>
                    <a:pt x="81816" y="5523"/>
                  </a:cubicBezTo>
                  <a:cubicBezTo>
                    <a:pt x="200878" y="15048"/>
                    <a:pt x="5310088" y="511300"/>
                    <a:pt x="5390099" y="518920"/>
                  </a:cubicBezTo>
                  <a:cubicBezTo>
                    <a:pt x="5520591" y="531303"/>
                    <a:pt x="10736481" y="1004695"/>
                    <a:pt x="10836494" y="1014220"/>
                  </a:cubicBezTo>
                  <a:cubicBezTo>
                    <a:pt x="11004134" y="1036128"/>
                    <a:pt x="11326078" y="1055178"/>
                    <a:pt x="11326078" y="1055178"/>
                  </a:cubicBezTo>
                  <a:cubicBezTo>
                    <a:pt x="11326078" y="1055178"/>
                    <a:pt x="11284169" y="1661920"/>
                    <a:pt x="11153676" y="1661920"/>
                  </a:cubicBezTo>
                  <a:cubicBezTo>
                    <a:pt x="11013659" y="1661920"/>
                    <a:pt x="6147336" y="1645728"/>
                    <a:pt x="5639654" y="163144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9E64C24-B5C9-410A-9566-1C560CCF6DBB}"/>
                </a:ext>
              </a:extLst>
            </p:cNvPr>
            <p:cNvSpPr/>
            <p:nvPr/>
          </p:nvSpPr>
          <p:spPr>
            <a:xfrm>
              <a:off x="4139649" y="2576610"/>
              <a:ext cx="5206892" cy="1448085"/>
            </a:xfrm>
            <a:custGeom>
              <a:avLst/>
              <a:gdLst>
                <a:gd name="connsiteX0" fmla="*/ 873322 w 2614725"/>
                <a:gd name="connsiteY0" fmla="*/ 386306 h 727179"/>
                <a:gd name="connsiteX1" fmla="*/ 837027 w 2614725"/>
                <a:gd name="connsiteY1" fmla="*/ 422601 h 727179"/>
                <a:gd name="connsiteX2" fmla="*/ 873322 w 2614725"/>
                <a:gd name="connsiteY2" fmla="*/ 458896 h 727179"/>
                <a:gd name="connsiteX3" fmla="*/ 909617 w 2614725"/>
                <a:gd name="connsiteY3" fmla="*/ 422601 h 727179"/>
                <a:gd name="connsiteX4" fmla="*/ 873322 w 2614725"/>
                <a:gd name="connsiteY4" fmla="*/ 386306 h 727179"/>
                <a:gd name="connsiteX5" fmla="*/ 767056 w 2614725"/>
                <a:gd name="connsiteY5" fmla="*/ 376578 h 727179"/>
                <a:gd name="connsiteX6" fmla="*/ 730761 w 2614725"/>
                <a:gd name="connsiteY6" fmla="*/ 412873 h 727179"/>
                <a:gd name="connsiteX7" fmla="*/ 767056 w 2614725"/>
                <a:gd name="connsiteY7" fmla="*/ 449168 h 727179"/>
                <a:gd name="connsiteX8" fmla="*/ 803351 w 2614725"/>
                <a:gd name="connsiteY8" fmla="*/ 412873 h 727179"/>
                <a:gd name="connsiteX9" fmla="*/ 767056 w 2614725"/>
                <a:gd name="connsiteY9" fmla="*/ 376578 h 727179"/>
                <a:gd name="connsiteX10" fmla="*/ 660417 w 2614725"/>
                <a:gd name="connsiteY10" fmla="*/ 366849 h 727179"/>
                <a:gd name="connsiteX11" fmla="*/ 624122 w 2614725"/>
                <a:gd name="connsiteY11" fmla="*/ 403144 h 727179"/>
                <a:gd name="connsiteX12" fmla="*/ 660417 w 2614725"/>
                <a:gd name="connsiteY12" fmla="*/ 439439 h 727179"/>
                <a:gd name="connsiteX13" fmla="*/ 696712 w 2614725"/>
                <a:gd name="connsiteY13" fmla="*/ 403144 h 727179"/>
                <a:gd name="connsiteX14" fmla="*/ 660417 w 2614725"/>
                <a:gd name="connsiteY14" fmla="*/ 366849 h 727179"/>
                <a:gd name="connsiteX15" fmla="*/ 554151 w 2614725"/>
                <a:gd name="connsiteY15" fmla="*/ 357121 h 727179"/>
                <a:gd name="connsiteX16" fmla="*/ 517856 w 2614725"/>
                <a:gd name="connsiteY16" fmla="*/ 393416 h 727179"/>
                <a:gd name="connsiteX17" fmla="*/ 554151 w 2614725"/>
                <a:gd name="connsiteY17" fmla="*/ 429711 h 727179"/>
                <a:gd name="connsiteX18" fmla="*/ 590446 w 2614725"/>
                <a:gd name="connsiteY18" fmla="*/ 393416 h 727179"/>
                <a:gd name="connsiteX19" fmla="*/ 554151 w 2614725"/>
                <a:gd name="connsiteY19" fmla="*/ 357121 h 727179"/>
                <a:gd name="connsiteX20" fmla="*/ 447886 w 2614725"/>
                <a:gd name="connsiteY20" fmla="*/ 347392 h 727179"/>
                <a:gd name="connsiteX21" fmla="*/ 411591 w 2614725"/>
                <a:gd name="connsiteY21" fmla="*/ 383687 h 727179"/>
                <a:gd name="connsiteX22" fmla="*/ 447886 w 2614725"/>
                <a:gd name="connsiteY22" fmla="*/ 419982 h 727179"/>
                <a:gd name="connsiteX23" fmla="*/ 484181 w 2614725"/>
                <a:gd name="connsiteY23" fmla="*/ 383687 h 727179"/>
                <a:gd name="connsiteX24" fmla="*/ 447886 w 2614725"/>
                <a:gd name="connsiteY24" fmla="*/ 347392 h 727179"/>
                <a:gd name="connsiteX25" fmla="*/ 341621 w 2614725"/>
                <a:gd name="connsiteY25" fmla="*/ 337664 h 727179"/>
                <a:gd name="connsiteX26" fmla="*/ 305326 w 2614725"/>
                <a:gd name="connsiteY26" fmla="*/ 373959 h 727179"/>
                <a:gd name="connsiteX27" fmla="*/ 341621 w 2614725"/>
                <a:gd name="connsiteY27" fmla="*/ 410254 h 727179"/>
                <a:gd name="connsiteX28" fmla="*/ 377916 w 2614725"/>
                <a:gd name="connsiteY28" fmla="*/ 373959 h 727179"/>
                <a:gd name="connsiteX29" fmla="*/ 341621 w 2614725"/>
                <a:gd name="connsiteY29" fmla="*/ 337664 h 727179"/>
                <a:gd name="connsiteX30" fmla="*/ 385399 w 2614725"/>
                <a:gd name="connsiteY30" fmla="*/ 165544 h 727179"/>
                <a:gd name="connsiteX31" fmla="*/ 349104 w 2614725"/>
                <a:gd name="connsiteY31" fmla="*/ 201839 h 727179"/>
                <a:gd name="connsiteX32" fmla="*/ 385399 w 2614725"/>
                <a:gd name="connsiteY32" fmla="*/ 238134 h 727179"/>
                <a:gd name="connsiteX33" fmla="*/ 421694 w 2614725"/>
                <a:gd name="connsiteY33" fmla="*/ 201839 h 727179"/>
                <a:gd name="connsiteX34" fmla="*/ 385399 w 2614725"/>
                <a:gd name="connsiteY34" fmla="*/ 165544 h 727179"/>
                <a:gd name="connsiteX35" fmla="*/ 280631 w 2614725"/>
                <a:gd name="connsiteY35" fmla="*/ 165544 h 727179"/>
                <a:gd name="connsiteX36" fmla="*/ 244336 w 2614725"/>
                <a:gd name="connsiteY36" fmla="*/ 201839 h 727179"/>
                <a:gd name="connsiteX37" fmla="*/ 280631 w 2614725"/>
                <a:gd name="connsiteY37" fmla="*/ 238134 h 727179"/>
                <a:gd name="connsiteX38" fmla="*/ 316926 w 2614725"/>
                <a:gd name="connsiteY38" fmla="*/ 201839 h 727179"/>
                <a:gd name="connsiteX39" fmla="*/ 280631 w 2614725"/>
                <a:gd name="connsiteY39" fmla="*/ 165544 h 727179"/>
                <a:gd name="connsiteX40" fmla="*/ 453873 w 2614725"/>
                <a:gd name="connsiteY40" fmla="*/ 120269 h 727179"/>
                <a:gd name="connsiteX41" fmla="*/ 453873 w 2614725"/>
                <a:gd name="connsiteY41" fmla="*/ 192485 h 727179"/>
                <a:gd name="connsiteX42" fmla="*/ 512618 w 2614725"/>
                <a:gd name="connsiteY42" fmla="*/ 192485 h 727179"/>
                <a:gd name="connsiteX43" fmla="*/ 512618 w 2614725"/>
                <a:gd name="connsiteY43" fmla="*/ 120269 h 727179"/>
                <a:gd name="connsiteX44" fmla="*/ 453873 w 2614725"/>
                <a:gd name="connsiteY44" fmla="*/ 31590 h 727179"/>
                <a:gd name="connsiteX45" fmla="*/ 453873 w 2614725"/>
                <a:gd name="connsiteY45" fmla="*/ 103806 h 727179"/>
                <a:gd name="connsiteX46" fmla="*/ 512618 w 2614725"/>
                <a:gd name="connsiteY46" fmla="*/ 103806 h 727179"/>
                <a:gd name="connsiteX47" fmla="*/ 512618 w 2614725"/>
                <a:gd name="connsiteY47" fmla="*/ 31590 h 727179"/>
                <a:gd name="connsiteX48" fmla="*/ 383902 w 2614725"/>
                <a:gd name="connsiteY48" fmla="*/ 31590 h 727179"/>
                <a:gd name="connsiteX49" fmla="*/ 383902 w 2614725"/>
                <a:gd name="connsiteY49" fmla="*/ 103806 h 727179"/>
                <a:gd name="connsiteX50" fmla="*/ 442647 w 2614725"/>
                <a:gd name="connsiteY50" fmla="*/ 103806 h 727179"/>
                <a:gd name="connsiteX51" fmla="*/ 442647 w 2614725"/>
                <a:gd name="connsiteY51" fmla="*/ 31590 h 727179"/>
                <a:gd name="connsiteX52" fmla="*/ 311313 w 2614725"/>
                <a:gd name="connsiteY52" fmla="*/ 31590 h 727179"/>
                <a:gd name="connsiteX53" fmla="*/ 311313 w 2614725"/>
                <a:gd name="connsiteY53" fmla="*/ 103806 h 727179"/>
                <a:gd name="connsiteX54" fmla="*/ 370058 w 2614725"/>
                <a:gd name="connsiteY54" fmla="*/ 103806 h 727179"/>
                <a:gd name="connsiteX55" fmla="*/ 370058 w 2614725"/>
                <a:gd name="connsiteY55" fmla="*/ 31590 h 727179"/>
                <a:gd name="connsiteX56" fmla="*/ 236478 w 2614725"/>
                <a:gd name="connsiteY56" fmla="*/ 31590 h 727179"/>
                <a:gd name="connsiteX57" fmla="*/ 236478 w 2614725"/>
                <a:gd name="connsiteY57" fmla="*/ 103806 h 727179"/>
                <a:gd name="connsiteX58" fmla="*/ 295223 w 2614725"/>
                <a:gd name="connsiteY58" fmla="*/ 103806 h 727179"/>
                <a:gd name="connsiteX59" fmla="*/ 295223 w 2614725"/>
                <a:gd name="connsiteY59" fmla="*/ 31590 h 727179"/>
                <a:gd name="connsiteX60" fmla="*/ 296843 w 2614725"/>
                <a:gd name="connsiteY60" fmla="*/ 937 h 727179"/>
                <a:gd name="connsiteX61" fmla="*/ 607658 w 2614725"/>
                <a:gd name="connsiteY61" fmla="*/ 56660 h 727179"/>
                <a:gd name="connsiteX62" fmla="*/ 735999 w 2614725"/>
                <a:gd name="connsiteY62" fmla="*/ 244495 h 727179"/>
                <a:gd name="connsiteX63" fmla="*/ 959007 w 2614725"/>
                <a:gd name="connsiteY63" fmla="*/ 268442 h 727179"/>
                <a:gd name="connsiteX64" fmla="*/ 955265 w 2614725"/>
                <a:gd name="connsiteY64" fmla="*/ 468626 h 727179"/>
                <a:gd name="connsiteX65" fmla="*/ 2592274 w 2614725"/>
                <a:gd name="connsiteY65" fmla="*/ 656835 h 727179"/>
                <a:gd name="connsiteX66" fmla="*/ 2614725 w 2614725"/>
                <a:gd name="connsiteY66" fmla="*/ 727179 h 727179"/>
                <a:gd name="connsiteX67" fmla="*/ 199060 w 2614725"/>
                <a:gd name="connsiteY67" fmla="*/ 498933 h 727179"/>
                <a:gd name="connsiteX68" fmla="*/ 0 w 2614725"/>
                <a:gd name="connsiteY68" fmla="*/ 386307 h 727179"/>
                <a:gd name="connsiteX69" fmla="*/ 117865 w 2614725"/>
                <a:gd name="connsiteY69" fmla="*/ 236638 h 727179"/>
                <a:gd name="connsiteX70" fmla="*/ 221137 w 2614725"/>
                <a:gd name="connsiteY70" fmla="*/ 5772 h 727179"/>
                <a:gd name="connsiteX71" fmla="*/ 296843 w 2614725"/>
                <a:gd name="connsiteY71" fmla="*/ 937 h 7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14725" h="727179">
                  <a:moveTo>
                    <a:pt x="873322" y="386306"/>
                  </a:moveTo>
                  <a:cubicBezTo>
                    <a:pt x="853277" y="386306"/>
                    <a:pt x="837027" y="402556"/>
                    <a:pt x="837027" y="422601"/>
                  </a:cubicBezTo>
                  <a:cubicBezTo>
                    <a:pt x="837027" y="442646"/>
                    <a:pt x="853277" y="458896"/>
                    <a:pt x="873322" y="458896"/>
                  </a:cubicBezTo>
                  <a:cubicBezTo>
                    <a:pt x="893367" y="458896"/>
                    <a:pt x="909617" y="442646"/>
                    <a:pt x="909617" y="422601"/>
                  </a:cubicBezTo>
                  <a:cubicBezTo>
                    <a:pt x="909617" y="402556"/>
                    <a:pt x="893367" y="386306"/>
                    <a:pt x="873322" y="386306"/>
                  </a:cubicBezTo>
                  <a:close/>
                  <a:moveTo>
                    <a:pt x="767056" y="376578"/>
                  </a:moveTo>
                  <a:cubicBezTo>
                    <a:pt x="747010" y="376578"/>
                    <a:pt x="730761" y="392828"/>
                    <a:pt x="730761" y="412873"/>
                  </a:cubicBezTo>
                  <a:cubicBezTo>
                    <a:pt x="730761" y="432918"/>
                    <a:pt x="747010" y="449168"/>
                    <a:pt x="767056" y="449168"/>
                  </a:cubicBezTo>
                  <a:cubicBezTo>
                    <a:pt x="787101" y="449168"/>
                    <a:pt x="803351" y="432918"/>
                    <a:pt x="803351" y="412873"/>
                  </a:cubicBezTo>
                  <a:cubicBezTo>
                    <a:pt x="803351" y="392828"/>
                    <a:pt x="787101" y="376578"/>
                    <a:pt x="767056" y="376578"/>
                  </a:cubicBezTo>
                  <a:close/>
                  <a:moveTo>
                    <a:pt x="660417" y="366849"/>
                  </a:moveTo>
                  <a:cubicBezTo>
                    <a:pt x="640371" y="366849"/>
                    <a:pt x="624122" y="383099"/>
                    <a:pt x="624122" y="403144"/>
                  </a:cubicBezTo>
                  <a:cubicBezTo>
                    <a:pt x="624122" y="423189"/>
                    <a:pt x="640371" y="439439"/>
                    <a:pt x="660417" y="439439"/>
                  </a:cubicBezTo>
                  <a:cubicBezTo>
                    <a:pt x="680462" y="439439"/>
                    <a:pt x="696712" y="423189"/>
                    <a:pt x="696712" y="403144"/>
                  </a:cubicBezTo>
                  <a:cubicBezTo>
                    <a:pt x="696712" y="383099"/>
                    <a:pt x="680462" y="366849"/>
                    <a:pt x="660417" y="366849"/>
                  </a:cubicBezTo>
                  <a:close/>
                  <a:moveTo>
                    <a:pt x="554151" y="357121"/>
                  </a:moveTo>
                  <a:cubicBezTo>
                    <a:pt x="534106" y="357121"/>
                    <a:pt x="517856" y="373371"/>
                    <a:pt x="517856" y="393416"/>
                  </a:cubicBezTo>
                  <a:cubicBezTo>
                    <a:pt x="517856" y="413461"/>
                    <a:pt x="534106" y="429711"/>
                    <a:pt x="554151" y="429711"/>
                  </a:cubicBezTo>
                  <a:cubicBezTo>
                    <a:pt x="574196" y="429711"/>
                    <a:pt x="590446" y="413461"/>
                    <a:pt x="590446" y="393416"/>
                  </a:cubicBezTo>
                  <a:cubicBezTo>
                    <a:pt x="590446" y="373371"/>
                    <a:pt x="574196" y="357121"/>
                    <a:pt x="554151" y="357121"/>
                  </a:cubicBezTo>
                  <a:close/>
                  <a:moveTo>
                    <a:pt x="447886" y="347392"/>
                  </a:moveTo>
                  <a:cubicBezTo>
                    <a:pt x="427840" y="347392"/>
                    <a:pt x="411591" y="363641"/>
                    <a:pt x="411591" y="383687"/>
                  </a:cubicBezTo>
                  <a:cubicBezTo>
                    <a:pt x="411591" y="403732"/>
                    <a:pt x="427840" y="419982"/>
                    <a:pt x="447886" y="419982"/>
                  </a:cubicBezTo>
                  <a:cubicBezTo>
                    <a:pt x="467931" y="419982"/>
                    <a:pt x="484181" y="403732"/>
                    <a:pt x="484181" y="383687"/>
                  </a:cubicBezTo>
                  <a:cubicBezTo>
                    <a:pt x="484181" y="363641"/>
                    <a:pt x="467931" y="347392"/>
                    <a:pt x="447886" y="347392"/>
                  </a:cubicBezTo>
                  <a:close/>
                  <a:moveTo>
                    <a:pt x="341621" y="337664"/>
                  </a:moveTo>
                  <a:cubicBezTo>
                    <a:pt x="321575" y="337664"/>
                    <a:pt x="305326" y="353914"/>
                    <a:pt x="305326" y="373959"/>
                  </a:cubicBezTo>
                  <a:cubicBezTo>
                    <a:pt x="305326" y="394004"/>
                    <a:pt x="321575" y="410254"/>
                    <a:pt x="341621" y="410254"/>
                  </a:cubicBezTo>
                  <a:cubicBezTo>
                    <a:pt x="361666" y="410254"/>
                    <a:pt x="377916" y="394004"/>
                    <a:pt x="377916" y="373959"/>
                  </a:cubicBezTo>
                  <a:cubicBezTo>
                    <a:pt x="377916" y="353914"/>
                    <a:pt x="361666" y="337664"/>
                    <a:pt x="341621" y="337664"/>
                  </a:cubicBezTo>
                  <a:close/>
                  <a:moveTo>
                    <a:pt x="385399" y="165544"/>
                  </a:moveTo>
                  <a:cubicBezTo>
                    <a:pt x="365353" y="165544"/>
                    <a:pt x="349104" y="181794"/>
                    <a:pt x="349104" y="201839"/>
                  </a:cubicBezTo>
                  <a:cubicBezTo>
                    <a:pt x="349104" y="221884"/>
                    <a:pt x="365353" y="238134"/>
                    <a:pt x="385399" y="238134"/>
                  </a:cubicBezTo>
                  <a:cubicBezTo>
                    <a:pt x="405444" y="238134"/>
                    <a:pt x="421694" y="221884"/>
                    <a:pt x="421694" y="201839"/>
                  </a:cubicBezTo>
                  <a:cubicBezTo>
                    <a:pt x="421694" y="181794"/>
                    <a:pt x="405444" y="165544"/>
                    <a:pt x="385399" y="165544"/>
                  </a:cubicBezTo>
                  <a:close/>
                  <a:moveTo>
                    <a:pt x="280631" y="165544"/>
                  </a:moveTo>
                  <a:cubicBezTo>
                    <a:pt x="260585" y="165544"/>
                    <a:pt x="244336" y="181794"/>
                    <a:pt x="244336" y="201839"/>
                  </a:cubicBezTo>
                  <a:cubicBezTo>
                    <a:pt x="244336" y="221884"/>
                    <a:pt x="260585" y="238134"/>
                    <a:pt x="280631" y="238134"/>
                  </a:cubicBezTo>
                  <a:cubicBezTo>
                    <a:pt x="300676" y="238134"/>
                    <a:pt x="316926" y="221884"/>
                    <a:pt x="316926" y="201839"/>
                  </a:cubicBezTo>
                  <a:cubicBezTo>
                    <a:pt x="316926" y="181794"/>
                    <a:pt x="300676" y="165544"/>
                    <a:pt x="280631" y="165544"/>
                  </a:cubicBezTo>
                  <a:close/>
                  <a:moveTo>
                    <a:pt x="453873" y="120269"/>
                  </a:moveTo>
                  <a:lnTo>
                    <a:pt x="453873" y="192485"/>
                  </a:lnTo>
                  <a:lnTo>
                    <a:pt x="512618" y="192485"/>
                  </a:lnTo>
                  <a:lnTo>
                    <a:pt x="512618" y="120269"/>
                  </a:lnTo>
                  <a:close/>
                  <a:moveTo>
                    <a:pt x="453873" y="31590"/>
                  </a:moveTo>
                  <a:lnTo>
                    <a:pt x="453873" y="103806"/>
                  </a:lnTo>
                  <a:lnTo>
                    <a:pt x="512618" y="103806"/>
                  </a:lnTo>
                  <a:lnTo>
                    <a:pt x="512618" y="31590"/>
                  </a:lnTo>
                  <a:close/>
                  <a:moveTo>
                    <a:pt x="383902" y="31590"/>
                  </a:moveTo>
                  <a:lnTo>
                    <a:pt x="383902" y="103806"/>
                  </a:lnTo>
                  <a:lnTo>
                    <a:pt x="442647" y="103806"/>
                  </a:lnTo>
                  <a:lnTo>
                    <a:pt x="442647" y="31590"/>
                  </a:lnTo>
                  <a:close/>
                  <a:moveTo>
                    <a:pt x="311313" y="31590"/>
                  </a:moveTo>
                  <a:lnTo>
                    <a:pt x="311313" y="103806"/>
                  </a:lnTo>
                  <a:lnTo>
                    <a:pt x="370058" y="103806"/>
                  </a:lnTo>
                  <a:lnTo>
                    <a:pt x="370058" y="31590"/>
                  </a:lnTo>
                  <a:close/>
                  <a:moveTo>
                    <a:pt x="236478" y="31590"/>
                  </a:moveTo>
                  <a:lnTo>
                    <a:pt x="236478" y="103806"/>
                  </a:lnTo>
                  <a:lnTo>
                    <a:pt x="295223" y="103806"/>
                  </a:lnTo>
                  <a:lnTo>
                    <a:pt x="295223" y="31590"/>
                  </a:lnTo>
                  <a:close/>
                  <a:moveTo>
                    <a:pt x="296843" y="937"/>
                  </a:moveTo>
                  <a:cubicBezTo>
                    <a:pt x="397185" y="-2693"/>
                    <a:pt x="553777" y="1937"/>
                    <a:pt x="607658" y="56660"/>
                  </a:cubicBezTo>
                  <a:cubicBezTo>
                    <a:pt x="658172" y="116902"/>
                    <a:pt x="697460" y="188744"/>
                    <a:pt x="735999" y="244495"/>
                  </a:cubicBezTo>
                  <a:cubicBezTo>
                    <a:pt x="773043" y="250482"/>
                    <a:pt x="917848" y="268068"/>
                    <a:pt x="959007" y="268442"/>
                  </a:cubicBezTo>
                  <a:cubicBezTo>
                    <a:pt x="958259" y="314840"/>
                    <a:pt x="948156" y="460768"/>
                    <a:pt x="955265" y="468626"/>
                  </a:cubicBezTo>
                  <a:cubicBezTo>
                    <a:pt x="975470" y="490702"/>
                    <a:pt x="2540264" y="650100"/>
                    <a:pt x="2592274" y="656835"/>
                  </a:cubicBezTo>
                  <a:cubicBezTo>
                    <a:pt x="2600880" y="679285"/>
                    <a:pt x="2610983" y="715580"/>
                    <a:pt x="2614725" y="727179"/>
                  </a:cubicBezTo>
                  <a:cubicBezTo>
                    <a:pt x="2336339" y="704729"/>
                    <a:pt x="341246" y="510533"/>
                    <a:pt x="199060" y="498933"/>
                  </a:cubicBezTo>
                  <a:cubicBezTo>
                    <a:pt x="139193" y="462639"/>
                    <a:pt x="105517" y="447297"/>
                    <a:pt x="0" y="386307"/>
                  </a:cubicBezTo>
                  <a:cubicBezTo>
                    <a:pt x="70719" y="346645"/>
                    <a:pt x="70719" y="300247"/>
                    <a:pt x="117865" y="236638"/>
                  </a:cubicBezTo>
                  <a:cubicBezTo>
                    <a:pt x="148173" y="194730"/>
                    <a:pt x="225253" y="120644"/>
                    <a:pt x="221137" y="5772"/>
                  </a:cubicBezTo>
                  <a:cubicBezTo>
                    <a:pt x="236197" y="4276"/>
                    <a:pt x="263395" y="2148"/>
                    <a:pt x="296843" y="93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10A56B5-B6A1-46E0-963D-9693DF896E09}"/>
                </a:ext>
              </a:extLst>
            </p:cNvPr>
            <p:cNvSpPr/>
            <p:nvPr/>
          </p:nvSpPr>
          <p:spPr>
            <a:xfrm>
              <a:off x="9610661" y="3672252"/>
              <a:ext cx="241842" cy="391191"/>
            </a:xfrm>
            <a:custGeom>
              <a:avLst/>
              <a:gdLst>
                <a:gd name="connsiteX0" fmla="*/ 167303 w 241842"/>
                <a:gd name="connsiteY0" fmla="*/ 0 h 391191"/>
                <a:gd name="connsiteX1" fmla="*/ 189656 w 241842"/>
                <a:gd name="connsiteY1" fmla="*/ 0 h 391191"/>
                <a:gd name="connsiteX2" fmla="*/ 189656 w 241842"/>
                <a:gd name="connsiteY2" fmla="*/ 104973 h 391191"/>
                <a:gd name="connsiteX3" fmla="*/ 241842 w 241842"/>
                <a:gd name="connsiteY3" fmla="*/ 119048 h 391191"/>
                <a:gd name="connsiteX4" fmla="*/ 234275 w 241842"/>
                <a:gd name="connsiteY4" fmla="*/ 147105 h 391191"/>
                <a:gd name="connsiteX5" fmla="*/ 114401 w 241842"/>
                <a:gd name="connsiteY5" fmla="*/ 114774 h 391191"/>
                <a:gd name="connsiteX6" fmla="*/ 114401 w 241842"/>
                <a:gd name="connsiteY6" fmla="*/ 245179 h 391191"/>
                <a:gd name="connsiteX7" fmla="*/ 226988 w 241842"/>
                <a:gd name="connsiteY7" fmla="*/ 275545 h 391191"/>
                <a:gd name="connsiteX8" fmla="*/ 219421 w 241842"/>
                <a:gd name="connsiteY8" fmla="*/ 303601 h 391191"/>
                <a:gd name="connsiteX9" fmla="*/ 114401 w 241842"/>
                <a:gd name="connsiteY9" fmla="*/ 275276 h 391191"/>
                <a:gd name="connsiteX10" fmla="*/ 114401 w 241842"/>
                <a:gd name="connsiteY10" fmla="*/ 391191 h 391191"/>
                <a:gd name="connsiteX11" fmla="*/ 75654 w 241842"/>
                <a:gd name="connsiteY11" fmla="*/ 391191 h 391191"/>
                <a:gd name="connsiteX12" fmla="*/ 75654 w 241842"/>
                <a:gd name="connsiteY12" fmla="*/ 264826 h 391191"/>
                <a:gd name="connsiteX13" fmla="*/ 0 w 241842"/>
                <a:gd name="connsiteY13" fmla="*/ 244421 h 391191"/>
                <a:gd name="connsiteX14" fmla="*/ 7567 w 241842"/>
                <a:gd name="connsiteY14" fmla="*/ 216365 h 391191"/>
                <a:gd name="connsiteX15" fmla="*/ 75654 w 241842"/>
                <a:gd name="connsiteY15" fmla="*/ 234729 h 391191"/>
                <a:gd name="connsiteX16" fmla="*/ 75654 w 241842"/>
                <a:gd name="connsiteY16" fmla="*/ 104324 h 391191"/>
                <a:gd name="connsiteX17" fmla="*/ 14854 w 241842"/>
                <a:gd name="connsiteY17" fmla="*/ 87925 h 391191"/>
                <a:gd name="connsiteX18" fmla="*/ 22423 w 241842"/>
                <a:gd name="connsiteY18" fmla="*/ 59869 h 391191"/>
                <a:gd name="connsiteX19" fmla="*/ 75654 w 241842"/>
                <a:gd name="connsiteY19" fmla="*/ 74226 h 391191"/>
                <a:gd name="connsiteX20" fmla="*/ 75654 w 241842"/>
                <a:gd name="connsiteY20" fmla="*/ 8198 h 391191"/>
                <a:gd name="connsiteX21" fmla="*/ 114401 w 241842"/>
                <a:gd name="connsiteY21" fmla="*/ 8198 h 391191"/>
                <a:gd name="connsiteX22" fmla="*/ 114401 w 241842"/>
                <a:gd name="connsiteY22" fmla="*/ 84676 h 391191"/>
                <a:gd name="connsiteX23" fmla="*/ 167303 w 241842"/>
                <a:gd name="connsiteY23" fmla="*/ 98944 h 3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1842" h="391191">
                  <a:moveTo>
                    <a:pt x="167303" y="0"/>
                  </a:moveTo>
                  <a:lnTo>
                    <a:pt x="189656" y="0"/>
                  </a:lnTo>
                  <a:lnTo>
                    <a:pt x="189656" y="104973"/>
                  </a:lnTo>
                  <a:lnTo>
                    <a:pt x="241842" y="119048"/>
                  </a:lnTo>
                  <a:lnTo>
                    <a:pt x="234275" y="147105"/>
                  </a:lnTo>
                  <a:lnTo>
                    <a:pt x="114401" y="114774"/>
                  </a:lnTo>
                  <a:lnTo>
                    <a:pt x="114401" y="245179"/>
                  </a:lnTo>
                  <a:lnTo>
                    <a:pt x="226988" y="275545"/>
                  </a:lnTo>
                  <a:lnTo>
                    <a:pt x="219421" y="303601"/>
                  </a:lnTo>
                  <a:lnTo>
                    <a:pt x="114401" y="275276"/>
                  </a:lnTo>
                  <a:lnTo>
                    <a:pt x="114401" y="391191"/>
                  </a:lnTo>
                  <a:lnTo>
                    <a:pt x="75654" y="391191"/>
                  </a:lnTo>
                  <a:lnTo>
                    <a:pt x="75654" y="264826"/>
                  </a:lnTo>
                  <a:lnTo>
                    <a:pt x="0" y="244421"/>
                  </a:lnTo>
                  <a:lnTo>
                    <a:pt x="7567" y="216365"/>
                  </a:lnTo>
                  <a:lnTo>
                    <a:pt x="75654" y="234729"/>
                  </a:lnTo>
                  <a:lnTo>
                    <a:pt x="75654" y="104324"/>
                  </a:lnTo>
                  <a:lnTo>
                    <a:pt x="14854" y="87925"/>
                  </a:lnTo>
                  <a:lnTo>
                    <a:pt x="22423" y="59869"/>
                  </a:lnTo>
                  <a:lnTo>
                    <a:pt x="75654" y="74226"/>
                  </a:lnTo>
                  <a:lnTo>
                    <a:pt x="75654" y="8198"/>
                  </a:lnTo>
                  <a:lnTo>
                    <a:pt x="114401" y="8198"/>
                  </a:lnTo>
                  <a:lnTo>
                    <a:pt x="114401" y="84676"/>
                  </a:lnTo>
                  <a:lnTo>
                    <a:pt x="167303" y="98944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67D8222-C8AE-4875-9855-1D00CD30F8E5}"/>
                </a:ext>
              </a:extLst>
            </p:cNvPr>
            <p:cNvSpPr/>
            <p:nvPr/>
          </p:nvSpPr>
          <p:spPr>
            <a:xfrm>
              <a:off x="4921990" y="1541415"/>
              <a:ext cx="230987" cy="1043167"/>
            </a:xfrm>
            <a:custGeom>
              <a:avLst/>
              <a:gdLst>
                <a:gd name="connsiteX0" fmla="*/ 287700 w 295275"/>
                <a:gd name="connsiteY0" fmla="*/ 1141789 h 1333500"/>
                <a:gd name="connsiteX1" fmla="*/ 286748 w 295275"/>
                <a:gd name="connsiteY1" fmla="*/ 1303714 h 1333500"/>
                <a:gd name="connsiteX2" fmla="*/ 252458 w 295275"/>
                <a:gd name="connsiteY2" fmla="*/ 1338956 h 1333500"/>
                <a:gd name="connsiteX3" fmla="*/ 172448 w 295275"/>
                <a:gd name="connsiteY3" fmla="*/ 1259899 h 1333500"/>
                <a:gd name="connsiteX4" fmla="*/ 170543 w 295275"/>
                <a:gd name="connsiteY4" fmla="*/ 1131311 h 1333500"/>
                <a:gd name="connsiteX5" fmla="*/ 172448 w 295275"/>
                <a:gd name="connsiteY5" fmla="*/ 736024 h 1333500"/>
                <a:gd name="connsiteX6" fmla="*/ 144825 w 295275"/>
                <a:gd name="connsiteY6" fmla="*/ 709354 h 1333500"/>
                <a:gd name="connsiteX7" fmla="*/ 25763 w 295275"/>
                <a:gd name="connsiteY7" fmla="*/ 705544 h 1333500"/>
                <a:gd name="connsiteX8" fmla="*/ 45 w 295275"/>
                <a:gd name="connsiteY8" fmla="*/ 687446 h 1333500"/>
                <a:gd name="connsiteX9" fmla="*/ 27668 w 295275"/>
                <a:gd name="connsiteY9" fmla="*/ 673159 h 1333500"/>
                <a:gd name="connsiteX10" fmla="*/ 72436 w 295275"/>
                <a:gd name="connsiteY10" fmla="*/ 661729 h 1333500"/>
                <a:gd name="connsiteX11" fmla="*/ 70530 w 295275"/>
                <a:gd name="connsiteY11" fmla="*/ 581719 h 1333500"/>
                <a:gd name="connsiteX12" fmla="*/ 31478 w 295275"/>
                <a:gd name="connsiteY12" fmla="*/ 575051 h 1333500"/>
                <a:gd name="connsiteX13" fmla="*/ 10523 w 295275"/>
                <a:gd name="connsiteY13" fmla="*/ 561716 h 1333500"/>
                <a:gd name="connsiteX14" fmla="*/ 30525 w 295275"/>
                <a:gd name="connsiteY14" fmla="*/ 549334 h 1333500"/>
                <a:gd name="connsiteX15" fmla="*/ 140063 w 295275"/>
                <a:gd name="connsiteY15" fmla="*/ 549334 h 1333500"/>
                <a:gd name="connsiteX16" fmla="*/ 160066 w 295275"/>
                <a:gd name="connsiteY16" fmla="*/ 561716 h 1333500"/>
                <a:gd name="connsiteX17" fmla="*/ 139111 w 295275"/>
                <a:gd name="connsiteY17" fmla="*/ 575051 h 1333500"/>
                <a:gd name="connsiteX18" fmla="*/ 97200 w 295275"/>
                <a:gd name="connsiteY18" fmla="*/ 584576 h 1333500"/>
                <a:gd name="connsiteX19" fmla="*/ 101011 w 295275"/>
                <a:gd name="connsiteY19" fmla="*/ 668396 h 1333500"/>
                <a:gd name="connsiteX20" fmla="*/ 158161 w 295275"/>
                <a:gd name="connsiteY20" fmla="*/ 676016 h 1333500"/>
                <a:gd name="connsiteX21" fmla="*/ 170543 w 295275"/>
                <a:gd name="connsiteY21" fmla="*/ 641726 h 1333500"/>
                <a:gd name="connsiteX22" fmla="*/ 175305 w 295275"/>
                <a:gd name="connsiteY22" fmla="*/ 229294 h 1333500"/>
                <a:gd name="connsiteX23" fmla="*/ 188641 w 295275"/>
                <a:gd name="connsiteY23" fmla="*/ 201671 h 1333500"/>
                <a:gd name="connsiteX24" fmla="*/ 174353 w 295275"/>
                <a:gd name="connsiteY24" fmla="*/ 184526 h 1333500"/>
                <a:gd name="connsiteX25" fmla="*/ 191498 w 295275"/>
                <a:gd name="connsiteY25" fmla="*/ 119756 h 1333500"/>
                <a:gd name="connsiteX26" fmla="*/ 220073 w 295275"/>
                <a:gd name="connsiteY26" fmla="*/ 5456 h 1333500"/>
                <a:gd name="connsiteX27" fmla="*/ 244838 w 295275"/>
                <a:gd name="connsiteY27" fmla="*/ 10219 h 1333500"/>
                <a:gd name="connsiteX28" fmla="*/ 279128 w 295275"/>
                <a:gd name="connsiteY28" fmla="*/ 119756 h 1333500"/>
                <a:gd name="connsiteX29" fmla="*/ 288653 w 295275"/>
                <a:gd name="connsiteY29" fmla="*/ 189289 h 1333500"/>
                <a:gd name="connsiteX30" fmla="*/ 284843 w 295275"/>
                <a:gd name="connsiteY30" fmla="*/ 213101 h 1333500"/>
                <a:gd name="connsiteX31" fmla="*/ 287700 w 295275"/>
                <a:gd name="connsiteY31" fmla="*/ 1141789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95275" h="1333500">
                  <a:moveTo>
                    <a:pt x="287700" y="1141789"/>
                  </a:moveTo>
                  <a:cubicBezTo>
                    <a:pt x="286748" y="1196081"/>
                    <a:pt x="285795" y="1249421"/>
                    <a:pt x="286748" y="1303714"/>
                  </a:cubicBezTo>
                  <a:cubicBezTo>
                    <a:pt x="287700" y="1330384"/>
                    <a:pt x="279128" y="1338956"/>
                    <a:pt x="252458" y="1338956"/>
                  </a:cubicBezTo>
                  <a:cubicBezTo>
                    <a:pt x="172448" y="1339909"/>
                    <a:pt x="172448" y="1340861"/>
                    <a:pt x="172448" y="1259899"/>
                  </a:cubicBezTo>
                  <a:cubicBezTo>
                    <a:pt x="172448" y="1217036"/>
                    <a:pt x="171495" y="1174174"/>
                    <a:pt x="170543" y="1131311"/>
                  </a:cubicBezTo>
                  <a:cubicBezTo>
                    <a:pt x="171495" y="999866"/>
                    <a:pt x="171495" y="868421"/>
                    <a:pt x="172448" y="736024"/>
                  </a:cubicBezTo>
                  <a:cubicBezTo>
                    <a:pt x="172448" y="715069"/>
                    <a:pt x="165780" y="709354"/>
                    <a:pt x="144825" y="709354"/>
                  </a:cubicBezTo>
                  <a:cubicBezTo>
                    <a:pt x="104820" y="709354"/>
                    <a:pt x="65768" y="707449"/>
                    <a:pt x="25763" y="705544"/>
                  </a:cubicBezTo>
                  <a:cubicBezTo>
                    <a:pt x="13380" y="704591"/>
                    <a:pt x="-907" y="707449"/>
                    <a:pt x="45" y="687446"/>
                  </a:cubicBezTo>
                  <a:cubicBezTo>
                    <a:pt x="998" y="665539"/>
                    <a:pt x="17191" y="675064"/>
                    <a:pt x="27668" y="673159"/>
                  </a:cubicBezTo>
                  <a:cubicBezTo>
                    <a:pt x="42908" y="669349"/>
                    <a:pt x="67673" y="684589"/>
                    <a:pt x="72436" y="661729"/>
                  </a:cubicBezTo>
                  <a:cubicBezTo>
                    <a:pt x="77198" y="636011"/>
                    <a:pt x="76245" y="607436"/>
                    <a:pt x="70530" y="581719"/>
                  </a:cubicBezTo>
                  <a:cubicBezTo>
                    <a:pt x="66720" y="567431"/>
                    <a:pt x="44813" y="576956"/>
                    <a:pt x="31478" y="575051"/>
                  </a:cubicBezTo>
                  <a:cubicBezTo>
                    <a:pt x="21953" y="574099"/>
                    <a:pt x="11475" y="574099"/>
                    <a:pt x="10523" y="561716"/>
                  </a:cubicBezTo>
                  <a:cubicBezTo>
                    <a:pt x="9570" y="547429"/>
                    <a:pt x="21953" y="549334"/>
                    <a:pt x="30525" y="549334"/>
                  </a:cubicBezTo>
                  <a:cubicBezTo>
                    <a:pt x="66720" y="549334"/>
                    <a:pt x="103868" y="549334"/>
                    <a:pt x="140063" y="549334"/>
                  </a:cubicBezTo>
                  <a:cubicBezTo>
                    <a:pt x="148636" y="549334"/>
                    <a:pt x="161018" y="548381"/>
                    <a:pt x="160066" y="561716"/>
                  </a:cubicBezTo>
                  <a:cubicBezTo>
                    <a:pt x="159113" y="574099"/>
                    <a:pt x="148636" y="573146"/>
                    <a:pt x="139111" y="575051"/>
                  </a:cubicBezTo>
                  <a:cubicBezTo>
                    <a:pt x="124823" y="576956"/>
                    <a:pt x="101011" y="565526"/>
                    <a:pt x="97200" y="584576"/>
                  </a:cubicBezTo>
                  <a:cubicBezTo>
                    <a:pt x="92438" y="612199"/>
                    <a:pt x="90533" y="643631"/>
                    <a:pt x="101011" y="668396"/>
                  </a:cubicBezTo>
                  <a:cubicBezTo>
                    <a:pt x="106725" y="683636"/>
                    <a:pt x="139111" y="676969"/>
                    <a:pt x="158161" y="676016"/>
                  </a:cubicBezTo>
                  <a:cubicBezTo>
                    <a:pt x="180068" y="675064"/>
                    <a:pt x="169591" y="654109"/>
                    <a:pt x="170543" y="641726"/>
                  </a:cubicBezTo>
                  <a:cubicBezTo>
                    <a:pt x="171495" y="519806"/>
                    <a:pt x="172448" y="351214"/>
                    <a:pt x="175305" y="229294"/>
                  </a:cubicBezTo>
                  <a:cubicBezTo>
                    <a:pt x="176258" y="206434"/>
                    <a:pt x="176258" y="206434"/>
                    <a:pt x="188641" y="201671"/>
                  </a:cubicBezTo>
                  <a:cubicBezTo>
                    <a:pt x="197213" y="198814"/>
                    <a:pt x="180068" y="189289"/>
                    <a:pt x="174353" y="184526"/>
                  </a:cubicBezTo>
                  <a:cubicBezTo>
                    <a:pt x="152445" y="165476"/>
                    <a:pt x="166733" y="137854"/>
                    <a:pt x="191498" y="119756"/>
                  </a:cubicBezTo>
                  <a:cubicBezTo>
                    <a:pt x="230550" y="89276"/>
                    <a:pt x="209595" y="48319"/>
                    <a:pt x="220073" y="5456"/>
                  </a:cubicBezTo>
                  <a:cubicBezTo>
                    <a:pt x="221978" y="-4069"/>
                    <a:pt x="244838" y="-259"/>
                    <a:pt x="244838" y="10219"/>
                  </a:cubicBezTo>
                  <a:cubicBezTo>
                    <a:pt x="241028" y="69274"/>
                    <a:pt x="252458" y="99754"/>
                    <a:pt x="279128" y="119756"/>
                  </a:cubicBezTo>
                  <a:cubicBezTo>
                    <a:pt x="315323" y="146426"/>
                    <a:pt x="307703" y="177859"/>
                    <a:pt x="288653" y="189289"/>
                  </a:cubicBezTo>
                  <a:cubicBezTo>
                    <a:pt x="265793" y="202624"/>
                    <a:pt x="280080" y="202624"/>
                    <a:pt x="284843" y="213101"/>
                  </a:cubicBezTo>
                  <a:cubicBezTo>
                    <a:pt x="289605" y="225484"/>
                    <a:pt x="286748" y="844609"/>
                    <a:pt x="287700" y="1141789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32CB1A5-914C-4251-A727-465AEB798EEB}"/>
                </a:ext>
              </a:extLst>
            </p:cNvPr>
            <p:cNvGrpSpPr/>
            <p:nvPr/>
          </p:nvGrpSpPr>
          <p:grpSpPr>
            <a:xfrm>
              <a:off x="6288139" y="3256228"/>
              <a:ext cx="2633320" cy="537229"/>
              <a:chOff x="6288139" y="3256228"/>
              <a:chExt cx="2633320" cy="537229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95535420-6665-4DE3-A528-C8A9B96FE63F}"/>
                  </a:ext>
                </a:extLst>
              </p:cNvPr>
              <p:cNvSpPr/>
              <p:nvPr/>
            </p:nvSpPr>
            <p:spPr>
              <a:xfrm>
                <a:off x="6288139" y="3256228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43EF85D-F13C-4B54-A66A-55B5610B0F39}"/>
                  </a:ext>
                </a:extLst>
              </p:cNvPr>
              <p:cNvSpPr/>
              <p:nvPr/>
            </p:nvSpPr>
            <p:spPr>
              <a:xfrm>
                <a:off x="7340325" y="3375450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18D6D53-8AF8-4B27-8DFB-EC6052EA8A7C}"/>
                  </a:ext>
                </a:extLst>
              </p:cNvPr>
              <p:cNvSpPr/>
              <p:nvPr/>
            </p:nvSpPr>
            <p:spPr>
              <a:xfrm>
                <a:off x="7866332" y="343579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5 w 676275"/>
                  <a:gd name="connsiteY2" fmla="*/ 387784 h 381000"/>
                  <a:gd name="connsiteX3" fmla="*/ 1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5" y="387784"/>
                    </a:lnTo>
                    <a:lnTo>
                      <a:pt x="1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F9A3BE6-76CF-4649-BEA2-4C03230BD155}"/>
                  </a:ext>
                </a:extLst>
              </p:cNvPr>
              <p:cNvSpPr/>
              <p:nvPr/>
            </p:nvSpPr>
            <p:spPr>
              <a:xfrm>
                <a:off x="8392425" y="3495410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B42D25B-9B70-45A7-A94A-51BDC34B21B8}"/>
                  </a:ext>
                </a:extLst>
              </p:cNvPr>
              <p:cNvSpPr/>
              <p:nvPr/>
            </p:nvSpPr>
            <p:spPr>
              <a:xfrm>
                <a:off x="6814232" y="331583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39" name="TextBox 538">
            <a:extLst>
              <a:ext uri="{FF2B5EF4-FFF2-40B4-BE49-F238E27FC236}">
                <a16:creationId xmlns:a16="http://schemas.microsoft.com/office/drawing/2014/main" id="{324B7B20-AC6E-409F-A45E-ACE31408A15D}"/>
              </a:ext>
            </a:extLst>
          </p:cNvPr>
          <p:cNvSpPr txBox="1"/>
          <p:nvPr/>
        </p:nvSpPr>
        <p:spPr>
          <a:xfrm>
            <a:off x="2172152" y="793959"/>
            <a:ext cx="4914888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accent6"/>
                </a:solidFill>
                <a:latin typeface="+mj-lt"/>
                <a:cs typeface="Arial" pitchFamily="34" charset="0"/>
              </a:rPr>
              <a:t> </a:t>
            </a:r>
          </a:p>
          <a:p>
            <a:r>
              <a:rPr lang="en-US" sz="5400" b="1" dirty="0">
                <a:solidFill>
                  <a:schemeClr val="tx2">
                    <a:lumMod val="75000"/>
                  </a:schemeClr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Team Members</a:t>
            </a:r>
          </a:p>
          <a:p>
            <a:endParaRPr lang="ko-KR" altLang="en-US" sz="5400" dirty="0">
              <a:solidFill>
                <a:schemeClr val="accent6"/>
              </a:solidFill>
              <a:latin typeface="+mj-lt"/>
              <a:cs typeface="Arial" pitchFamily="34" charset="0"/>
            </a:endParaRPr>
          </a:p>
        </p:txBody>
      </p:sp>
      <p:sp>
        <p:nvSpPr>
          <p:cNvPr id="578" name="Freeform: Shape 577">
            <a:extLst>
              <a:ext uri="{FF2B5EF4-FFF2-40B4-BE49-F238E27FC236}">
                <a16:creationId xmlns:a16="http://schemas.microsoft.com/office/drawing/2014/main" id="{D8D37A5D-6EB0-4C4A-A49D-6F14A2EA5942}"/>
              </a:ext>
            </a:extLst>
          </p:cNvPr>
          <p:cNvSpPr/>
          <p:nvPr/>
        </p:nvSpPr>
        <p:spPr>
          <a:xfrm>
            <a:off x="9053808" y="6363271"/>
            <a:ext cx="1218348" cy="396810"/>
          </a:xfrm>
          <a:custGeom>
            <a:avLst/>
            <a:gdLst>
              <a:gd name="connsiteX0" fmla="*/ 3561198 w 3628742"/>
              <a:gd name="connsiteY0" fmla="*/ 913032 h 1181863"/>
              <a:gd name="connsiteX1" fmla="*/ 3560779 w 3628742"/>
              <a:gd name="connsiteY1" fmla="*/ 958099 h 1181863"/>
              <a:gd name="connsiteX2" fmla="*/ 3565327 w 3628742"/>
              <a:gd name="connsiteY2" fmla="*/ 958938 h 1181863"/>
              <a:gd name="connsiteX3" fmla="*/ 3565327 w 3628742"/>
              <a:gd name="connsiteY3" fmla="*/ 914145 h 1181863"/>
              <a:gd name="connsiteX4" fmla="*/ 3476334 w 3628742"/>
              <a:gd name="connsiteY4" fmla="*/ 904646 h 1181863"/>
              <a:gd name="connsiteX5" fmla="*/ 3461550 w 3628742"/>
              <a:gd name="connsiteY5" fmla="*/ 919431 h 1181863"/>
              <a:gd name="connsiteX6" fmla="*/ 3461550 w 3628742"/>
              <a:gd name="connsiteY6" fmla="*/ 935637 h 1181863"/>
              <a:gd name="connsiteX7" fmla="*/ 3476334 w 3628742"/>
              <a:gd name="connsiteY7" fmla="*/ 950422 h 1181863"/>
              <a:gd name="connsiteX8" fmla="*/ 3525808 w 3628742"/>
              <a:gd name="connsiteY8" fmla="*/ 950422 h 1181863"/>
              <a:gd name="connsiteX9" fmla="*/ 3540592 w 3628742"/>
              <a:gd name="connsiteY9" fmla="*/ 935637 h 1181863"/>
              <a:gd name="connsiteX10" fmla="*/ 3540592 w 3628742"/>
              <a:gd name="connsiteY10" fmla="*/ 919431 h 1181863"/>
              <a:gd name="connsiteX11" fmla="*/ 3525808 w 3628742"/>
              <a:gd name="connsiteY11" fmla="*/ 904646 h 1181863"/>
              <a:gd name="connsiteX12" fmla="*/ 3296422 w 3628742"/>
              <a:gd name="connsiteY12" fmla="*/ 859789 h 1181863"/>
              <a:gd name="connsiteX13" fmla="*/ 3288830 w 3628742"/>
              <a:gd name="connsiteY13" fmla="*/ 862993 h 1181863"/>
              <a:gd name="connsiteX14" fmla="*/ 3296992 w 3628742"/>
              <a:gd name="connsiteY14" fmla="*/ 863926 h 1181863"/>
              <a:gd name="connsiteX15" fmla="*/ 1813033 w 3628742"/>
              <a:gd name="connsiteY15" fmla="*/ 1628 h 1181863"/>
              <a:gd name="connsiteX16" fmla="*/ 1820425 w 3628742"/>
              <a:gd name="connsiteY16" fmla="*/ 3050 h 1181863"/>
              <a:gd name="connsiteX17" fmla="*/ 1830661 w 3628742"/>
              <a:gd name="connsiteY17" fmla="*/ 35747 h 1181863"/>
              <a:gd name="connsiteX18" fmla="*/ 1833504 w 3628742"/>
              <a:gd name="connsiteY18" fmla="*/ 56503 h 1181863"/>
              <a:gd name="connsiteX19" fmla="*/ 1832367 w 3628742"/>
              <a:gd name="connsiteY19" fmla="*/ 63611 h 1181863"/>
              <a:gd name="connsiteX20" fmla="*/ 1833160 w 3628742"/>
              <a:gd name="connsiteY20" fmla="*/ 303599 h 1181863"/>
              <a:gd name="connsiteX21" fmla="*/ 1833194 w 3628742"/>
              <a:gd name="connsiteY21" fmla="*/ 324620 h 1181863"/>
              <a:gd name="connsiteX22" fmla="*/ 1889339 w 3628742"/>
              <a:gd name="connsiteY22" fmla="*/ 345875 h 1181863"/>
              <a:gd name="connsiteX23" fmla="*/ 1937283 w 3628742"/>
              <a:gd name="connsiteY23" fmla="*/ 384615 h 1181863"/>
              <a:gd name="connsiteX24" fmla="*/ 1970550 w 3628742"/>
              <a:gd name="connsiteY24" fmla="*/ 474178 h 1181863"/>
              <a:gd name="connsiteX25" fmla="*/ 1977658 w 3628742"/>
              <a:gd name="connsiteY25" fmla="*/ 493512 h 1181863"/>
              <a:gd name="connsiteX26" fmla="*/ 2013198 w 3628742"/>
              <a:gd name="connsiteY26" fmla="*/ 548386 h 1181863"/>
              <a:gd name="connsiteX27" fmla="*/ 2030258 w 3628742"/>
              <a:gd name="connsiteY27" fmla="*/ 561465 h 1181863"/>
              <a:gd name="connsiteX28" fmla="*/ 2188058 w 3628742"/>
              <a:gd name="connsiteY28" fmla="*/ 578240 h 1181863"/>
              <a:gd name="connsiteX29" fmla="*/ 2198862 w 3628742"/>
              <a:gd name="connsiteY29" fmla="*/ 591035 h 1181863"/>
              <a:gd name="connsiteX30" fmla="*/ 2193745 w 3628742"/>
              <a:gd name="connsiteY30" fmla="*/ 735472 h 1181863"/>
              <a:gd name="connsiteX31" fmla="*/ 2228718 w 3628742"/>
              <a:gd name="connsiteY31" fmla="*/ 740408 h 1181863"/>
              <a:gd name="connsiteX32" fmla="*/ 2242079 w 3628742"/>
              <a:gd name="connsiteY32" fmla="*/ 668655 h 1181863"/>
              <a:gd name="connsiteX33" fmla="*/ 2303777 w 3628742"/>
              <a:gd name="connsiteY33" fmla="*/ 345093 h 1181863"/>
              <a:gd name="connsiteX34" fmla="*/ 2318562 w 3628742"/>
              <a:gd name="connsiteY34" fmla="*/ 333720 h 1181863"/>
              <a:gd name="connsiteX35" fmla="*/ 2357230 w 3628742"/>
              <a:gd name="connsiteY35" fmla="*/ 333920 h 1181863"/>
              <a:gd name="connsiteX36" fmla="*/ 2409263 w 3628742"/>
              <a:gd name="connsiteY36" fmla="*/ 334029 h 1181863"/>
              <a:gd name="connsiteX37" fmla="*/ 2409262 w 3628742"/>
              <a:gd name="connsiteY37" fmla="*/ 334005 h 1181863"/>
              <a:gd name="connsiteX38" fmla="*/ 2409831 w 3628742"/>
              <a:gd name="connsiteY38" fmla="*/ 217716 h 1181863"/>
              <a:gd name="connsiteX39" fmla="*/ 2399880 w 3628742"/>
              <a:gd name="connsiteY39" fmla="*/ 208618 h 1181863"/>
              <a:gd name="connsiteX40" fmla="*/ 2379977 w 3628742"/>
              <a:gd name="connsiteY40" fmla="*/ 208618 h 1181863"/>
              <a:gd name="connsiteX41" fmla="*/ 2375428 w 3628742"/>
              <a:gd name="connsiteY41" fmla="*/ 204353 h 1181863"/>
              <a:gd name="connsiteX42" fmla="*/ 2380262 w 3628742"/>
              <a:gd name="connsiteY42" fmla="*/ 200941 h 1181863"/>
              <a:gd name="connsiteX43" fmla="*/ 2393056 w 3628742"/>
              <a:gd name="connsiteY43" fmla="*/ 200941 h 1181863"/>
              <a:gd name="connsiteX44" fmla="*/ 2410115 w 3628742"/>
              <a:gd name="connsiteY44" fmla="*/ 184166 h 1181863"/>
              <a:gd name="connsiteX45" fmla="*/ 2392772 w 3628742"/>
              <a:gd name="connsiteY45" fmla="*/ 167675 h 1181863"/>
              <a:gd name="connsiteX46" fmla="*/ 2381399 w 3628742"/>
              <a:gd name="connsiteY46" fmla="*/ 167675 h 1181863"/>
              <a:gd name="connsiteX47" fmla="*/ 2375712 w 3628742"/>
              <a:gd name="connsiteY47" fmla="*/ 163410 h 1181863"/>
              <a:gd name="connsiteX48" fmla="*/ 2381399 w 3628742"/>
              <a:gd name="connsiteY48" fmla="*/ 160567 h 1181863"/>
              <a:gd name="connsiteX49" fmla="*/ 2384242 w 3628742"/>
              <a:gd name="connsiteY49" fmla="*/ 160567 h 1181863"/>
              <a:gd name="connsiteX50" fmla="*/ 2409547 w 3628742"/>
              <a:gd name="connsiteY50" fmla="*/ 134409 h 1181863"/>
              <a:gd name="connsiteX51" fmla="*/ 2409547 w 3628742"/>
              <a:gd name="connsiteY51" fmla="*/ 120193 h 1181863"/>
              <a:gd name="connsiteX52" fmla="*/ 2418361 w 3628742"/>
              <a:gd name="connsiteY52" fmla="*/ 105977 h 1181863"/>
              <a:gd name="connsiteX53" fmla="*/ 2426322 w 3628742"/>
              <a:gd name="connsiteY53" fmla="*/ 121046 h 1181863"/>
              <a:gd name="connsiteX54" fmla="*/ 2427175 w 3628742"/>
              <a:gd name="connsiteY54" fmla="*/ 334005 h 1181863"/>
              <a:gd name="connsiteX55" fmla="*/ 2427174 w 3628742"/>
              <a:gd name="connsiteY55" fmla="*/ 334032 h 1181863"/>
              <a:gd name="connsiteX56" fmla="*/ 2471458 w 3628742"/>
              <a:gd name="connsiteY56" fmla="*/ 334000 h 1181863"/>
              <a:gd name="connsiteX57" fmla="*/ 2508207 w 3628742"/>
              <a:gd name="connsiteY57" fmla="*/ 333720 h 1181863"/>
              <a:gd name="connsiteX58" fmla="*/ 2520717 w 3628742"/>
              <a:gd name="connsiteY58" fmla="*/ 344525 h 1181863"/>
              <a:gd name="connsiteX59" fmla="*/ 2564376 w 3628742"/>
              <a:gd name="connsiteY59" fmla="*/ 666079 h 1181863"/>
              <a:gd name="connsiteX60" fmla="*/ 2567236 w 3628742"/>
              <a:gd name="connsiteY60" fmla="*/ 687012 h 1181863"/>
              <a:gd name="connsiteX61" fmla="*/ 2673016 w 3628742"/>
              <a:gd name="connsiteY61" fmla="*/ 699053 h 1181863"/>
              <a:gd name="connsiteX62" fmla="*/ 2662495 w 3628742"/>
              <a:gd name="connsiteY62" fmla="*/ 791473 h 1181863"/>
              <a:gd name="connsiteX63" fmla="*/ 2670280 w 3628742"/>
              <a:gd name="connsiteY63" fmla="*/ 792369 h 1181863"/>
              <a:gd name="connsiteX64" fmla="*/ 2680813 w 3628742"/>
              <a:gd name="connsiteY64" fmla="*/ 699837 h 1181863"/>
              <a:gd name="connsiteX65" fmla="*/ 2873764 w 3628742"/>
              <a:gd name="connsiteY65" fmla="*/ 721801 h 1181863"/>
              <a:gd name="connsiteX66" fmla="*/ 2863223 w 3628742"/>
              <a:gd name="connsiteY66" fmla="*/ 814408 h 1181863"/>
              <a:gd name="connsiteX67" fmla="*/ 2871007 w 3628742"/>
              <a:gd name="connsiteY67" fmla="*/ 815296 h 1181863"/>
              <a:gd name="connsiteX68" fmla="*/ 2881528 w 3628742"/>
              <a:gd name="connsiteY68" fmla="*/ 722864 h 1181863"/>
              <a:gd name="connsiteX69" fmla="*/ 3007367 w 3628742"/>
              <a:gd name="connsiteY69" fmla="*/ 737188 h 1181863"/>
              <a:gd name="connsiteX70" fmla="*/ 3015727 w 3628742"/>
              <a:gd name="connsiteY70" fmla="*/ 691971 h 1181863"/>
              <a:gd name="connsiteX71" fmla="*/ 3066053 w 3628742"/>
              <a:gd name="connsiteY71" fmla="*/ 429538 h 1181863"/>
              <a:gd name="connsiteX72" fmla="*/ 3078847 w 3628742"/>
              <a:gd name="connsiteY72" fmla="*/ 419302 h 1181863"/>
              <a:gd name="connsiteX73" fmla="*/ 3118381 w 3628742"/>
              <a:gd name="connsiteY73" fmla="*/ 419502 h 1181863"/>
              <a:gd name="connsiteX74" fmla="*/ 3174106 w 3628742"/>
              <a:gd name="connsiteY74" fmla="*/ 419617 h 1181863"/>
              <a:gd name="connsiteX75" fmla="*/ 3174096 w 3628742"/>
              <a:gd name="connsiteY75" fmla="*/ 419302 h 1181863"/>
              <a:gd name="connsiteX76" fmla="*/ 3174380 w 3628742"/>
              <a:gd name="connsiteY76" fmla="*/ 183597 h 1181863"/>
              <a:gd name="connsiteX77" fmla="*/ 3181772 w 3628742"/>
              <a:gd name="connsiteY77" fmla="*/ 172224 h 1181863"/>
              <a:gd name="connsiteX78" fmla="*/ 3192008 w 3628742"/>
              <a:gd name="connsiteY78" fmla="*/ 182459 h 1181863"/>
              <a:gd name="connsiteX79" fmla="*/ 3191723 w 3628742"/>
              <a:gd name="connsiteY79" fmla="*/ 308984 h 1181863"/>
              <a:gd name="connsiteX80" fmla="*/ 3192292 w 3628742"/>
              <a:gd name="connsiteY80" fmla="*/ 419302 h 1181863"/>
              <a:gd name="connsiteX81" fmla="*/ 3192287 w 3628742"/>
              <a:gd name="connsiteY81" fmla="*/ 419611 h 1181863"/>
              <a:gd name="connsiteX82" fmla="*/ 3233702 w 3628742"/>
              <a:gd name="connsiteY82" fmla="*/ 419582 h 1181863"/>
              <a:gd name="connsiteX83" fmla="*/ 3270198 w 3628742"/>
              <a:gd name="connsiteY83" fmla="*/ 419302 h 1181863"/>
              <a:gd name="connsiteX84" fmla="*/ 3282708 w 3628742"/>
              <a:gd name="connsiteY84" fmla="*/ 430107 h 1181863"/>
              <a:gd name="connsiteX85" fmla="*/ 3336161 w 3628742"/>
              <a:gd name="connsiteY85" fmla="*/ 820486 h 1181863"/>
              <a:gd name="connsiteX86" fmla="*/ 3340711 w 3628742"/>
              <a:gd name="connsiteY86" fmla="*/ 853325 h 1181863"/>
              <a:gd name="connsiteX87" fmla="*/ 3342890 w 3628742"/>
              <a:gd name="connsiteY87" fmla="*/ 869060 h 1181863"/>
              <a:gd name="connsiteX88" fmla="*/ 3378398 w 3628742"/>
              <a:gd name="connsiteY88" fmla="*/ 873010 h 1181863"/>
              <a:gd name="connsiteX89" fmla="*/ 3426009 w 3628742"/>
              <a:gd name="connsiteY89" fmla="*/ 878204 h 1181863"/>
              <a:gd name="connsiteX90" fmla="*/ 3433686 w 3628742"/>
              <a:gd name="connsiteY90" fmla="*/ 884459 h 1181863"/>
              <a:gd name="connsiteX91" fmla="*/ 3443354 w 3628742"/>
              <a:gd name="connsiteY91" fmla="*/ 912607 h 1181863"/>
              <a:gd name="connsiteX92" fmla="*/ 3456148 w 3628742"/>
              <a:gd name="connsiteY92" fmla="*/ 883606 h 1181863"/>
              <a:gd name="connsiteX93" fmla="*/ 3547984 w 3628742"/>
              <a:gd name="connsiteY93" fmla="*/ 883606 h 1181863"/>
              <a:gd name="connsiteX94" fmla="*/ 3557652 w 3628742"/>
              <a:gd name="connsiteY94" fmla="*/ 887871 h 1181863"/>
              <a:gd name="connsiteX95" fmla="*/ 3561348 w 3628742"/>
              <a:gd name="connsiteY95" fmla="*/ 896969 h 1181863"/>
              <a:gd name="connsiteX96" fmla="*/ 3561305 w 3628742"/>
              <a:gd name="connsiteY96" fmla="*/ 901576 h 1181863"/>
              <a:gd name="connsiteX97" fmla="*/ 3565327 w 3628742"/>
              <a:gd name="connsiteY97" fmla="*/ 902661 h 1181863"/>
              <a:gd name="connsiteX98" fmla="*/ 3565327 w 3628742"/>
              <a:gd name="connsiteY98" fmla="*/ 852901 h 1181863"/>
              <a:gd name="connsiteX99" fmla="*/ 3542127 w 3628742"/>
              <a:gd name="connsiteY99" fmla="*/ 846643 h 1181863"/>
              <a:gd name="connsiteX100" fmla="*/ 3545015 w 3628742"/>
              <a:gd name="connsiteY100" fmla="*/ 835937 h 1181863"/>
              <a:gd name="connsiteX101" fmla="*/ 3565327 w 3628742"/>
              <a:gd name="connsiteY101" fmla="*/ 841416 h 1181863"/>
              <a:gd name="connsiteX102" fmla="*/ 3565327 w 3628742"/>
              <a:gd name="connsiteY102" fmla="*/ 816220 h 1181863"/>
              <a:gd name="connsiteX103" fmla="*/ 3580113 w 3628742"/>
              <a:gd name="connsiteY103" fmla="*/ 816220 h 1181863"/>
              <a:gd name="connsiteX104" fmla="*/ 3580113 w 3628742"/>
              <a:gd name="connsiteY104" fmla="*/ 845403 h 1181863"/>
              <a:gd name="connsiteX105" fmla="*/ 3600299 w 3628742"/>
              <a:gd name="connsiteY105" fmla="*/ 850848 h 1181863"/>
              <a:gd name="connsiteX106" fmla="*/ 3600299 w 3628742"/>
              <a:gd name="connsiteY106" fmla="*/ 813092 h 1181863"/>
              <a:gd name="connsiteX107" fmla="*/ 3608829 w 3628742"/>
              <a:gd name="connsiteY107" fmla="*/ 813092 h 1181863"/>
              <a:gd name="connsiteX108" fmla="*/ 3608829 w 3628742"/>
              <a:gd name="connsiteY108" fmla="*/ 853148 h 1181863"/>
              <a:gd name="connsiteX109" fmla="*/ 3628742 w 3628742"/>
              <a:gd name="connsiteY109" fmla="*/ 858519 h 1181863"/>
              <a:gd name="connsiteX110" fmla="*/ 3625855 w 3628742"/>
              <a:gd name="connsiteY110" fmla="*/ 869225 h 1181863"/>
              <a:gd name="connsiteX111" fmla="*/ 3580113 w 3628742"/>
              <a:gd name="connsiteY111" fmla="*/ 856888 h 1181863"/>
              <a:gd name="connsiteX112" fmla="*/ 3580113 w 3628742"/>
              <a:gd name="connsiteY112" fmla="*/ 906648 h 1181863"/>
              <a:gd name="connsiteX113" fmla="*/ 3623074 w 3628742"/>
              <a:gd name="connsiteY113" fmla="*/ 918236 h 1181863"/>
              <a:gd name="connsiteX114" fmla="*/ 3620187 w 3628742"/>
              <a:gd name="connsiteY114" fmla="*/ 928941 h 1181863"/>
              <a:gd name="connsiteX115" fmla="*/ 3580113 w 3628742"/>
              <a:gd name="connsiteY115" fmla="*/ 918133 h 1181863"/>
              <a:gd name="connsiteX116" fmla="*/ 3580113 w 3628742"/>
              <a:gd name="connsiteY116" fmla="*/ 961139 h 1181863"/>
              <a:gd name="connsiteX117" fmla="*/ 3591771 w 3628742"/>
              <a:gd name="connsiteY117" fmla="*/ 962364 h 1181863"/>
              <a:gd name="connsiteX118" fmla="*/ 3610821 w 3628742"/>
              <a:gd name="connsiteY118" fmla="*/ 979139 h 1181863"/>
              <a:gd name="connsiteX119" fmla="*/ 3563054 w 3628742"/>
              <a:gd name="connsiteY119" fmla="*/ 1181863 h 1181863"/>
              <a:gd name="connsiteX120" fmla="*/ 384584 w 3628742"/>
              <a:gd name="connsiteY120" fmla="*/ 1171343 h 1181863"/>
              <a:gd name="connsiteX121" fmla="*/ 363544 w 3628742"/>
              <a:gd name="connsiteY121" fmla="*/ 1056476 h 1181863"/>
              <a:gd name="connsiteX122" fmla="*/ 221097 w 3628742"/>
              <a:gd name="connsiteY122" fmla="*/ 722109 h 1181863"/>
              <a:gd name="connsiteX123" fmla="*/ 43110 w 3628742"/>
              <a:gd name="connsiteY123" fmla="*/ 507728 h 1181863"/>
              <a:gd name="connsiteX124" fmla="*/ 1598 w 3628742"/>
              <a:gd name="connsiteY124" fmla="*/ 461383 h 1181863"/>
              <a:gd name="connsiteX125" fmla="*/ 9844 w 3628742"/>
              <a:gd name="connsiteY125" fmla="*/ 443754 h 1181863"/>
              <a:gd name="connsiteX126" fmla="*/ 1327122 w 3628742"/>
              <a:gd name="connsiteY126" fmla="*/ 621458 h 1181863"/>
              <a:gd name="connsiteX127" fmla="*/ 1406164 w 3628742"/>
              <a:gd name="connsiteY127" fmla="*/ 675480 h 1181863"/>
              <a:gd name="connsiteX128" fmla="*/ 1432890 w 3628742"/>
              <a:gd name="connsiteY128" fmla="*/ 673774 h 1181863"/>
              <a:gd name="connsiteX129" fmla="*/ 1504540 w 3628742"/>
              <a:gd name="connsiteY129" fmla="*/ 591035 h 1181863"/>
              <a:gd name="connsiteX130" fmla="*/ 1536100 w 3628742"/>
              <a:gd name="connsiteY130" fmla="*/ 544121 h 1181863"/>
              <a:gd name="connsiteX131" fmla="*/ 1594387 w 3628742"/>
              <a:gd name="connsiteY131" fmla="*/ 402812 h 1181863"/>
              <a:gd name="connsiteX132" fmla="*/ 1619977 w 3628742"/>
              <a:gd name="connsiteY132" fmla="*/ 377507 h 1181863"/>
              <a:gd name="connsiteX133" fmla="*/ 1757874 w 3628742"/>
              <a:gd name="connsiteY133" fmla="*/ 375232 h 1181863"/>
              <a:gd name="connsiteX134" fmla="*/ 1765266 w 3628742"/>
              <a:gd name="connsiteY134" fmla="*/ 368408 h 1181863"/>
              <a:gd name="connsiteX135" fmla="*/ 1764982 w 3628742"/>
              <a:gd name="connsiteY135" fmla="*/ 341397 h 1181863"/>
              <a:gd name="connsiteX136" fmla="*/ 1781757 w 3628742"/>
              <a:gd name="connsiteY136" fmla="*/ 322348 h 1181863"/>
              <a:gd name="connsiteX137" fmla="*/ 1798321 w 3628742"/>
              <a:gd name="connsiteY137" fmla="*/ 322483 h 1181863"/>
              <a:gd name="connsiteX138" fmla="*/ 1798817 w 3628742"/>
              <a:gd name="connsiteY138" fmla="*/ 219706 h 1181863"/>
              <a:gd name="connsiteX139" fmla="*/ 1790571 w 3628742"/>
              <a:gd name="connsiteY139" fmla="*/ 211745 h 1181863"/>
              <a:gd name="connsiteX140" fmla="*/ 1755030 w 3628742"/>
              <a:gd name="connsiteY140" fmla="*/ 210607 h 1181863"/>
              <a:gd name="connsiteX141" fmla="*/ 1747353 w 3628742"/>
              <a:gd name="connsiteY141" fmla="*/ 205205 h 1181863"/>
              <a:gd name="connsiteX142" fmla="*/ 1755599 w 3628742"/>
              <a:gd name="connsiteY142" fmla="*/ 200940 h 1181863"/>
              <a:gd name="connsiteX143" fmla="*/ 1768962 w 3628742"/>
              <a:gd name="connsiteY143" fmla="*/ 197528 h 1181863"/>
              <a:gd name="connsiteX144" fmla="*/ 1768394 w 3628742"/>
              <a:gd name="connsiteY144" fmla="*/ 173645 h 1181863"/>
              <a:gd name="connsiteX145" fmla="*/ 1756736 w 3628742"/>
              <a:gd name="connsiteY145" fmla="*/ 171655 h 1181863"/>
              <a:gd name="connsiteX146" fmla="*/ 1750481 w 3628742"/>
              <a:gd name="connsiteY146" fmla="*/ 167674 h 1181863"/>
              <a:gd name="connsiteX147" fmla="*/ 1756452 w 3628742"/>
              <a:gd name="connsiteY147" fmla="*/ 163978 h 1181863"/>
              <a:gd name="connsiteX148" fmla="*/ 1789149 w 3628742"/>
              <a:gd name="connsiteY148" fmla="*/ 163978 h 1181863"/>
              <a:gd name="connsiteX149" fmla="*/ 1795120 w 3628742"/>
              <a:gd name="connsiteY149" fmla="*/ 167674 h 1181863"/>
              <a:gd name="connsiteX150" fmla="*/ 1788865 w 3628742"/>
              <a:gd name="connsiteY150" fmla="*/ 171655 h 1181863"/>
              <a:gd name="connsiteX151" fmla="*/ 1776355 w 3628742"/>
              <a:gd name="connsiteY151" fmla="*/ 174498 h 1181863"/>
              <a:gd name="connsiteX152" fmla="*/ 1777492 w 3628742"/>
              <a:gd name="connsiteY152" fmla="*/ 199519 h 1181863"/>
              <a:gd name="connsiteX153" fmla="*/ 1794552 w 3628742"/>
              <a:gd name="connsiteY153" fmla="*/ 201793 h 1181863"/>
              <a:gd name="connsiteX154" fmla="*/ 1798248 w 3628742"/>
              <a:gd name="connsiteY154" fmla="*/ 191557 h 1181863"/>
              <a:gd name="connsiteX155" fmla="*/ 1799669 w 3628742"/>
              <a:gd name="connsiteY155" fmla="*/ 68445 h 1181863"/>
              <a:gd name="connsiteX156" fmla="*/ 1803650 w 3628742"/>
              <a:gd name="connsiteY156" fmla="*/ 60199 h 1181863"/>
              <a:gd name="connsiteX157" fmla="*/ 1799385 w 3628742"/>
              <a:gd name="connsiteY157" fmla="*/ 55081 h 1181863"/>
              <a:gd name="connsiteX158" fmla="*/ 1804503 w 3628742"/>
              <a:gd name="connsiteY158" fmla="*/ 35747 h 1181863"/>
              <a:gd name="connsiteX159" fmla="*/ 1813033 w 3628742"/>
              <a:gd name="connsiteY159" fmla="*/ 1628 h 118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3628742" h="1181863">
                <a:moveTo>
                  <a:pt x="3561198" y="913032"/>
                </a:moveTo>
                <a:lnTo>
                  <a:pt x="3560779" y="958099"/>
                </a:lnTo>
                <a:lnTo>
                  <a:pt x="3565327" y="958938"/>
                </a:lnTo>
                <a:lnTo>
                  <a:pt x="3565327" y="914145"/>
                </a:lnTo>
                <a:close/>
                <a:moveTo>
                  <a:pt x="3476334" y="904646"/>
                </a:moveTo>
                <a:cubicBezTo>
                  <a:pt x="3468089" y="904646"/>
                  <a:pt x="3461550" y="911185"/>
                  <a:pt x="3461550" y="919431"/>
                </a:cubicBezTo>
                <a:lnTo>
                  <a:pt x="3461550" y="935637"/>
                </a:lnTo>
                <a:cubicBezTo>
                  <a:pt x="3461550" y="943883"/>
                  <a:pt x="3468089" y="950422"/>
                  <a:pt x="3476334" y="950422"/>
                </a:cubicBezTo>
                <a:lnTo>
                  <a:pt x="3525808" y="950422"/>
                </a:lnTo>
                <a:cubicBezTo>
                  <a:pt x="3533768" y="950422"/>
                  <a:pt x="3540592" y="943883"/>
                  <a:pt x="3540592" y="935637"/>
                </a:cubicBezTo>
                <a:lnTo>
                  <a:pt x="3540592" y="919431"/>
                </a:lnTo>
                <a:cubicBezTo>
                  <a:pt x="3540592" y="911185"/>
                  <a:pt x="3534053" y="904646"/>
                  <a:pt x="3525808" y="904646"/>
                </a:cubicBezTo>
                <a:close/>
                <a:moveTo>
                  <a:pt x="3296422" y="859789"/>
                </a:moveTo>
                <a:lnTo>
                  <a:pt x="3288830" y="862993"/>
                </a:lnTo>
                <a:lnTo>
                  <a:pt x="3296992" y="863926"/>
                </a:lnTo>
                <a:close/>
                <a:moveTo>
                  <a:pt x="1813033" y="1628"/>
                </a:moveTo>
                <a:cubicBezTo>
                  <a:pt x="1813601" y="-1215"/>
                  <a:pt x="1820425" y="-78"/>
                  <a:pt x="1820425" y="3050"/>
                </a:cubicBezTo>
                <a:cubicBezTo>
                  <a:pt x="1819288" y="20678"/>
                  <a:pt x="1822700" y="29777"/>
                  <a:pt x="1830661" y="35747"/>
                </a:cubicBezTo>
                <a:cubicBezTo>
                  <a:pt x="1841465" y="43708"/>
                  <a:pt x="1839191" y="53091"/>
                  <a:pt x="1833504" y="56503"/>
                </a:cubicBezTo>
                <a:cubicBezTo>
                  <a:pt x="1826680" y="60484"/>
                  <a:pt x="1830945" y="60484"/>
                  <a:pt x="1832367" y="63611"/>
                </a:cubicBezTo>
                <a:cubicBezTo>
                  <a:pt x="1833610" y="66846"/>
                  <a:pt x="1833113" y="208746"/>
                  <a:pt x="1833160" y="303599"/>
                </a:cubicBezTo>
                <a:lnTo>
                  <a:pt x="1833194" y="324620"/>
                </a:lnTo>
                <a:lnTo>
                  <a:pt x="1889339" y="345875"/>
                </a:lnTo>
                <a:cubicBezTo>
                  <a:pt x="1907216" y="356040"/>
                  <a:pt x="1923351" y="368977"/>
                  <a:pt x="1937283" y="384615"/>
                </a:cubicBezTo>
                <a:cubicBezTo>
                  <a:pt x="1958892" y="408783"/>
                  <a:pt x="1969980" y="440627"/>
                  <a:pt x="1970550" y="474178"/>
                </a:cubicBezTo>
                <a:cubicBezTo>
                  <a:pt x="1970834" y="481570"/>
                  <a:pt x="1971686" y="486972"/>
                  <a:pt x="1977658" y="493512"/>
                </a:cubicBezTo>
                <a:cubicBezTo>
                  <a:pt x="1992442" y="509718"/>
                  <a:pt x="2003816" y="528484"/>
                  <a:pt x="2013198" y="548386"/>
                </a:cubicBezTo>
                <a:cubicBezTo>
                  <a:pt x="2017463" y="557200"/>
                  <a:pt x="2022012" y="560612"/>
                  <a:pt x="2030258" y="561465"/>
                </a:cubicBezTo>
                <a:cubicBezTo>
                  <a:pt x="2088544" y="567151"/>
                  <a:pt x="2129772" y="573122"/>
                  <a:pt x="2188058" y="578240"/>
                </a:cubicBezTo>
                <a:cubicBezTo>
                  <a:pt x="2198009" y="579094"/>
                  <a:pt x="2199147" y="582505"/>
                  <a:pt x="2198862" y="591035"/>
                </a:cubicBezTo>
                <a:cubicBezTo>
                  <a:pt x="2197725" y="636527"/>
                  <a:pt x="2194313" y="689981"/>
                  <a:pt x="2193745" y="735472"/>
                </a:cubicBezTo>
                <a:lnTo>
                  <a:pt x="2228718" y="740408"/>
                </a:lnTo>
                <a:lnTo>
                  <a:pt x="2242079" y="668655"/>
                </a:lnTo>
                <a:cubicBezTo>
                  <a:pt x="2262550" y="560896"/>
                  <a:pt x="2283590" y="453137"/>
                  <a:pt x="2303777" y="345093"/>
                </a:cubicBezTo>
                <a:cubicBezTo>
                  <a:pt x="2305767" y="334858"/>
                  <a:pt x="2310032" y="333720"/>
                  <a:pt x="2318562" y="333720"/>
                </a:cubicBezTo>
                <a:cubicBezTo>
                  <a:pt x="2326168" y="333791"/>
                  <a:pt x="2340135" y="333863"/>
                  <a:pt x="2357230" y="333920"/>
                </a:cubicBezTo>
                <a:lnTo>
                  <a:pt x="2409263" y="334029"/>
                </a:lnTo>
                <a:lnTo>
                  <a:pt x="2409262" y="334005"/>
                </a:lnTo>
                <a:cubicBezTo>
                  <a:pt x="2409262" y="295337"/>
                  <a:pt x="2409262" y="256384"/>
                  <a:pt x="2409831" y="217716"/>
                </a:cubicBezTo>
                <a:cubicBezTo>
                  <a:pt x="2409831" y="209471"/>
                  <a:pt x="2406703" y="208333"/>
                  <a:pt x="2399880" y="208618"/>
                </a:cubicBezTo>
                <a:cubicBezTo>
                  <a:pt x="2393340" y="208902"/>
                  <a:pt x="2386517" y="208618"/>
                  <a:pt x="2379977" y="208618"/>
                </a:cubicBezTo>
                <a:cubicBezTo>
                  <a:pt x="2377134" y="208618"/>
                  <a:pt x="2375428" y="207196"/>
                  <a:pt x="2375428" y="204353"/>
                </a:cubicBezTo>
                <a:cubicBezTo>
                  <a:pt x="2375428" y="200941"/>
                  <a:pt x="2377987" y="200941"/>
                  <a:pt x="2380262" y="200941"/>
                </a:cubicBezTo>
                <a:cubicBezTo>
                  <a:pt x="2384526" y="200941"/>
                  <a:pt x="2388791" y="200372"/>
                  <a:pt x="2393056" y="200941"/>
                </a:cubicBezTo>
                <a:cubicBezTo>
                  <a:pt x="2406988" y="203500"/>
                  <a:pt x="2409831" y="197814"/>
                  <a:pt x="2410115" y="184166"/>
                </a:cubicBezTo>
                <a:cubicBezTo>
                  <a:pt x="2410399" y="169950"/>
                  <a:pt x="2406135" y="165401"/>
                  <a:pt x="2392772" y="167675"/>
                </a:cubicBezTo>
                <a:cubicBezTo>
                  <a:pt x="2389075" y="168244"/>
                  <a:pt x="2385095" y="167675"/>
                  <a:pt x="2381399" y="167675"/>
                </a:cubicBezTo>
                <a:cubicBezTo>
                  <a:pt x="2378555" y="167675"/>
                  <a:pt x="2375428" y="167391"/>
                  <a:pt x="2375712" y="163410"/>
                </a:cubicBezTo>
                <a:cubicBezTo>
                  <a:pt x="2375997" y="160283"/>
                  <a:pt x="2379124" y="160851"/>
                  <a:pt x="2381399" y="160567"/>
                </a:cubicBezTo>
                <a:cubicBezTo>
                  <a:pt x="2382252" y="160567"/>
                  <a:pt x="2383389" y="160567"/>
                  <a:pt x="2384242" y="160567"/>
                </a:cubicBezTo>
                <a:cubicBezTo>
                  <a:pt x="2409547" y="159430"/>
                  <a:pt x="2409547" y="159430"/>
                  <a:pt x="2409547" y="134409"/>
                </a:cubicBezTo>
                <a:cubicBezTo>
                  <a:pt x="2409547" y="129576"/>
                  <a:pt x="2409262" y="125027"/>
                  <a:pt x="2409547" y="120193"/>
                </a:cubicBezTo>
                <a:cubicBezTo>
                  <a:pt x="2410115" y="114222"/>
                  <a:pt x="2405282" y="105692"/>
                  <a:pt x="2418361" y="105977"/>
                </a:cubicBezTo>
                <a:cubicBezTo>
                  <a:pt x="2431724" y="106261"/>
                  <a:pt x="2426322" y="115644"/>
                  <a:pt x="2426322" y="121046"/>
                </a:cubicBezTo>
                <a:cubicBezTo>
                  <a:pt x="2426890" y="192127"/>
                  <a:pt x="2426890" y="262924"/>
                  <a:pt x="2427175" y="334005"/>
                </a:cubicBezTo>
                <a:lnTo>
                  <a:pt x="2427174" y="334032"/>
                </a:lnTo>
                <a:lnTo>
                  <a:pt x="2471458" y="334000"/>
                </a:lnTo>
                <a:cubicBezTo>
                  <a:pt x="2488127" y="333951"/>
                  <a:pt x="2501454" y="333863"/>
                  <a:pt x="2508207" y="333720"/>
                </a:cubicBezTo>
                <a:cubicBezTo>
                  <a:pt x="2516736" y="333436"/>
                  <a:pt x="2519580" y="336564"/>
                  <a:pt x="2520717" y="344525"/>
                </a:cubicBezTo>
                <a:cubicBezTo>
                  <a:pt x="2530846" y="419871"/>
                  <a:pt x="2550304" y="562966"/>
                  <a:pt x="2564376" y="666079"/>
                </a:cubicBezTo>
                <a:lnTo>
                  <a:pt x="2567236" y="687012"/>
                </a:lnTo>
                <a:lnTo>
                  <a:pt x="2673016" y="699053"/>
                </a:lnTo>
                <a:lnTo>
                  <a:pt x="2662495" y="791473"/>
                </a:lnTo>
                <a:lnTo>
                  <a:pt x="2670280" y="792369"/>
                </a:lnTo>
                <a:lnTo>
                  <a:pt x="2680813" y="699837"/>
                </a:lnTo>
                <a:lnTo>
                  <a:pt x="2873764" y="721801"/>
                </a:lnTo>
                <a:lnTo>
                  <a:pt x="2863223" y="814408"/>
                </a:lnTo>
                <a:lnTo>
                  <a:pt x="2871007" y="815296"/>
                </a:lnTo>
                <a:lnTo>
                  <a:pt x="2881528" y="722864"/>
                </a:lnTo>
                <a:lnTo>
                  <a:pt x="3007367" y="737188"/>
                </a:lnTo>
                <a:lnTo>
                  <a:pt x="3015727" y="691971"/>
                </a:lnTo>
                <a:cubicBezTo>
                  <a:pt x="3032502" y="604398"/>
                  <a:pt x="3049562" y="517110"/>
                  <a:pt x="3066053" y="429538"/>
                </a:cubicBezTo>
                <a:cubicBezTo>
                  <a:pt x="3067759" y="420724"/>
                  <a:pt x="3071170" y="419302"/>
                  <a:pt x="3078847" y="419302"/>
                </a:cubicBezTo>
                <a:cubicBezTo>
                  <a:pt x="3086737" y="419373"/>
                  <a:pt x="3101007" y="419445"/>
                  <a:pt x="3118381" y="419502"/>
                </a:cubicBezTo>
                <a:lnTo>
                  <a:pt x="3174106" y="419617"/>
                </a:lnTo>
                <a:lnTo>
                  <a:pt x="3174096" y="419302"/>
                </a:lnTo>
                <a:cubicBezTo>
                  <a:pt x="3174096" y="340829"/>
                  <a:pt x="3174380" y="262070"/>
                  <a:pt x="3174380" y="183597"/>
                </a:cubicBezTo>
                <a:cubicBezTo>
                  <a:pt x="3174380" y="178479"/>
                  <a:pt x="3171821" y="171940"/>
                  <a:pt x="3181772" y="172224"/>
                </a:cubicBezTo>
                <a:cubicBezTo>
                  <a:pt x="3189733" y="172224"/>
                  <a:pt x="3192008" y="174214"/>
                  <a:pt x="3192008" y="182459"/>
                </a:cubicBezTo>
                <a:cubicBezTo>
                  <a:pt x="3191723" y="224540"/>
                  <a:pt x="3191723" y="266620"/>
                  <a:pt x="3191723" y="308984"/>
                </a:cubicBezTo>
                <a:cubicBezTo>
                  <a:pt x="3192008" y="345378"/>
                  <a:pt x="3192008" y="382340"/>
                  <a:pt x="3192292" y="419302"/>
                </a:cubicBezTo>
                <a:lnTo>
                  <a:pt x="3192287" y="419611"/>
                </a:lnTo>
                <a:lnTo>
                  <a:pt x="3233702" y="419582"/>
                </a:lnTo>
                <a:cubicBezTo>
                  <a:pt x="3250402" y="419533"/>
                  <a:pt x="3263659" y="419445"/>
                  <a:pt x="3270198" y="419302"/>
                </a:cubicBezTo>
                <a:cubicBezTo>
                  <a:pt x="3278727" y="419018"/>
                  <a:pt x="3281571" y="422146"/>
                  <a:pt x="3282708" y="430107"/>
                </a:cubicBezTo>
                <a:cubicBezTo>
                  <a:pt x="3300336" y="560328"/>
                  <a:pt x="3318249" y="690549"/>
                  <a:pt x="3336161" y="820486"/>
                </a:cubicBezTo>
                <a:cubicBezTo>
                  <a:pt x="3338009" y="834275"/>
                  <a:pt x="3339360" y="843800"/>
                  <a:pt x="3340711" y="853325"/>
                </a:cubicBezTo>
                <a:lnTo>
                  <a:pt x="3342890" y="869060"/>
                </a:lnTo>
                <a:lnTo>
                  <a:pt x="3378398" y="873010"/>
                </a:lnTo>
                <a:cubicBezTo>
                  <a:pt x="3399887" y="875378"/>
                  <a:pt x="3417337" y="877280"/>
                  <a:pt x="3426009" y="878204"/>
                </a:cubicBezTo>
                <a:cubicBezTo>
                  <a:pt x="3429706" y="878488"/>
                  <a:pt x="3432549" y="881047"/>
                  <a:pt x="3433686" y="884459"/>
                </a:cubicBezTo>
                <a:cubicBezTo>
                  <a:pt x="3437951" y="897254"/>
                  <a:pt x="3443354" y="912607"/>
                  <a:pt x="3443354" y="912607"/>
                </a:cubicBezTo>
                <a:cubicBezTo>
                  <a:pt x="3443922" y="887302"/>
                  <a:pt x="3448756" y="883606"/>
                  <a:pt x="3456148" y="883606"/>
                </a:cubicBezTo>
                <a:lnTo>
                  <a:pt x="3547984" y="883606"/>
                </a:lnTo>
                <a:cubicBezTo>
                  <a:pt x="3551681" y="883606"/>
                  <a:pt x="3555093" y="885312"/>
                  <a:pt x="3557652" y="887871"/>
                </a:cubicBezTo>
                <a:cubicBezTo>
                  <a:pt x="3557652" y="887871"/>
                  <a:pt x="3561348" y="891567"/>
                  <a:pt x="3561348" y="896969"/>
                </a:cubicBezTo>
                <a:lnTo>
                  <a:pt x="3561305" y="901576"/>
                </a:lnTo>
                <a:lnTo>
                  <a:pt x="3565327" y="902661"/>
                </a:lnTo>
                <a:lnTo>
                  <a:pt x="3565327" y="852901"/>
                </a:lnTo>
                <a:lnTo>
                  <a:pt x="3542127" y="846643"/>
                </a:lnTo>
                <a:lnTo>
                  <a:pt x="3545015" y="835937"/>
                </a:lnTo>
                <a:lnTo>
                  <a:pt x="3565327" y="841416"/>
                </a:lnTo>
                <a:lnTo>
                  <a:pt x="3565327" y="816220"/>
                </a:lnTo>
                <a:lnTo>
                  <a:pt x="3580113" y="816220"/>
                </a:lnTo>
                <a:lnTo>
                  <a:pt x="3580113" y="845403"/>
                </a:lnTo>
                <a:lnTo>
                  <a:pt x="3600299" y="850848"/>
                </a:lnTo>
                <a:lnTo>
                  <a:pt x="3600299" y="813092"/>
                </a:lnTo>
                <a:lnTo>
                  <a:pt x="3608829" y="813092"/>
                </a:lnTo>
                <a:lnTo>
                  <a:pt x="3608829" y="853148"/>
                </a:lnTo>
                <a:lnTo>
                  <a:pt x="3628742" y="858519"/>
                </a:lnTo>
                <a:lnTo>
                  <a:pt x="3625855" y="869225"/>
                </a:lnTo>
                <a:lnTo>
                  <a:pt x="3580113" y="856888"/>
                </a:lnTo>
                <a:lnTo>
                  <a:pt x="3580113" y="906648"/>
                </a:lnTo>
                <a:lnTo>
                  <a:pt x="3623074" y="918236"/>
                </a:lnTo>
                <a:lnTo>
                  <a:pt x="3620187" y="928941"/>
                </a:lnTo>
                <a:lnTo>
                  <a:pt x="3580113" y="918133"/>
                </a:lnTo>
                <a:lnTo>
                  <a:pt x="3580113" y="961139"/>
                </a:lnTo>
                <a:lnTo>
                  <a:pt x="3591771" y="962364"/>
                </a:lnTo>
                <a:cubicBezTo>
                  <a:pt x="3603712" y="961227"/>
                  <a:pt x="3614233" y="961796"/>
                  <a:pt x="3610821" y="979139"/>
                </a:cubicBezTo>
                <a:cubicBezTo>
                  <a:pt x="3610252" y="982835"/>
                  <a:pt x="3592056" y="1181863"/>
                  <a:pt x="3563054" y="1181863"/>
                </a:cubicBezTo>
                <a:cubicBezTo>
                  <a:pt x="3264512" y="1181863"/>
                  <a:pt x="1118996" y="1171343"/>
                  <a:pt x="384584" y="1171343"/>
                </a:cubicBezTo>
                <a:cubicBezTo>
                  <a:pt x="377476" y="1136087"/>
                  <a:pt x="370936" y="1091447"/>
                  <a:pt x="363544" y="1056476"/>
                </a:cubicBezTo>
                <a:cubicBezTo>
                  <a:pt x="337955" y="935638"/>
                  <a:pt x="297296" y="821338"/>
                  <a:pt x="221097" y="722109"/>
                </a:cubicBezTo>
                <a:cubicBezTo>
                  <a:pt x="216832" y="716423"/>
                  <a:pt x="97984" y="573691"/>
                  <a:pt x="43110" y="507728"/>
                </a:cubicBezTo>
                <a:cubicBezTo>
                  <a:pt x="29747" y="491805"/>
                  <a:pt x="16952" y="475599"/>
                  <a:pt x="1598" y="461383"/>
                </a:cubicBezTo>
                <a:cubicBezTo>
                  <a:pt x="-3235" y="455696"/>
                  <a:pt x="3873" y="442902"/>
                  <a:pt x="9844" y="443754"/>
                </a:cubicBezTo>
                <a:cubicBezTo>
                  <a:pt x="80925" y="453422"/>
                  <a:pt x="1260874" y="612644"/>
                  <a:pt x="1327122" y="621458"/>
                </a:cubicBezTo>
                <a:cubicBezTo>
                  <a:pt x="1339632" y="623164"/>
                  <a:pt x="1393654" y="666950"/>
                  <a:pt x="1406164" y="675480"/>
                </a:cubicBezTo>
                <a:cubicBezTo>
                  <a:pt x="1415547" y="682020"/>
                  <a:pt x="1424645" y="678039"/>
                  <a:pt x="1432890" y="673774"/>
                </a:cubicBezTo>
                <a:cubicBezTo>
                  <a:pt x="1467579" y="655861"/>
                  <a:pt x="1490609" y="626860"/>
                  <a:pt x="1504540" y="591035"/>
                </a:cubicBezTo>
                <a:cubicBezTo>
                  <a:pt x="1511933" y="572554"/>
                  <a:pt x="1520463" y="558053"/>
                  <a:pt x="1536100" y="544121"/>
                </a:cubicBezTo>
                <a:cubicBezTo>
                  <a:pt x="1577328" y="507159"/>
                  <a:pt x="1592966" y="457403"/>
                  <a:pt x="1594387" y="402812"/>
                </a:cubicBezTo>
                <a:cubicBezTo>
                  <a:pt x="1594956" y="378075"/>
                  <a:pt x="1594672" y="378075"/>
                  <a:pt x="1619977" y="377507"/>
                </a:cubicBezTo>
                <a:cubicBezTo>
                  <a:pt x="1666038" y="376654"/>
                  <a:pt x="1711814" y="375801"/>
                  <a:pt x="1757874" y="375232"/>
                </a:cubicBezTo>
                <a:cubicBezTo>
                  <a:pt x="1763276" y="375232"/>
                  <a:pt x="1765551" y="374095"/>
                  <a:pt x="1765266" y="368408"/>
                </a:cubicBezTo>
                <a:cubicBezTo>
                  <a:pt x="1764982" y="359310"/>
                  <a:pt x="1766120" y="350212"/>
                  <a:pt x="1764982" y="341397"/>
                </a:cubicBezTo>
                <a:cubicBezTo>
                  <a:pt x="1763276" y="328035"/>
                  <a:pt x="1768678" y="322348"/>
                  <a:pt x="1781757" y="322348"/>
                </a:cubicBezTo>
                <a:lnTo>
                  <a:pt x="1798321" y="322483"/>
                </a:lnTo>
                <a:lnTo>
                  <a:pt x="1798817" y="219706"/>
                </a:lnTo>
                <a:cubicBezTo>
                  <a:pt x="1798817" y="213451"/>
                  <a:pt x="1796826" y="211745"/>
                  <a:pt x="1790571" y="211745"/>
                </a:cubicBezTo>
                <a:cubicBezTo>
                  <a:pt x="1778629" y="211745"/>
                  <a:pt x="1766972" y="211176"/>
                  <a:pt x="1755030" y="210607"/>
                </a:cubicBezTo>
                <a:cubicBezTo>
                  <a:pt x="1751334" y="210323"/>
                  <a:pt x="1747069" y="211176"/>
                  <a:pt x="1747353" y="205205"/>
                </a:cubicBezTo>
                <a:cubicBezTo>
                  <a:pt x="1747638" y="198666"/>
                  <a:pt x="1752472" y="201509"/>
                  <a:pt x="1755599" y="200940"/>
                </a:cubicBezTo>
                <a:cubicBezTo>
                  <a:pt x="1760148" y="199803"/>
                  <a:pt x="1767541" y="204352"/>
                  <a:pt x="1768962" y="197528"/>
                </a:cubicBezTo>
                <a:cubicBezTo>
                  <a:pt x="1770384" y="189852"/>
                  <a:pt x="1770099" y="181322"/>
                  <a:pt x="1768394" y="173645"/>
                </a:cubicBezTo>
                <a:cubicBezTo>
                  <a:pt x="1767256" y="169380"/>
                  <a:pt x="1760717" y="172223"/>
                  <a:pt x="1756736" y="171655"/>
                </a:cubicBezTo>
                <a:cubicBezTo>
                  <a:pt x="1753893" y="171371"/>
                  <a:pt x="1750765" y="171371"/>
                  <a:pt x="1750481" y="167674"/>
                </a:cubicBezTo>
                <a:cubicBezTo>
                  <a:pt x="1750197" y="163409"/>
                  <a:pt x="1753893" y="163978"/>
                  <a:pt x="1756452" y="163978"/>
                </a:cubicBezTo>
                <a:cubicBezTo>
                  <a:pt x="1767256" y="163978"/>
                  <a:pt x="1778345" y="163978"/>
                  <a:pt x="1789149" y="163978"/>
                </a:cubicBezTo>
                <a:cubicBezTo>
                  <a:pt x="1791709" y="163978"/>
                  <a:pt x="1795405" y="163694"/>
                  <a:pt x="1795120" y="167674"/>
                </a:cubicBezTo>
                <a:cubicBezTo>
                  <a:pt x="1794836" y="171371"/>
                  <a:pt x="1791709" y="171086"/>
                  <a:pt x="1788865" y="171655"/>
                </a:cubicBezTo>
                <a:cubicBezTo>
                  <a:pt x="1784600" y="172223"/>
                  <a:pt x="1777492" y="168811"/>
                  <a:pt x="1776355" y="174498"/>
                </a:cubicBezTo>
                <a:cubicBezTo>
                  <a:pt x="1774933" y="182744"/>
                  <a:pt x="1774365" y="192126"/>
                  <a:pt x="1777492" y="199519"/>
                </a:cubicBezTo>
                <a:cubicBezTo>
                  <a:pt x="1779198" y="204068"/>
                  <a:pt x="1788865" y="202078"/>
                  <a:pt x="1794552" y="201793"/>
                </a:cubicBezTo>
                <a:cubicBezTo>
                  <a:pt x="1801091" y="201509"/>
                  <a:pt x="1797964" y="195254"/>
                  <a:pt x="1798248" y="191557"/>
                </a:cubicBezTo>
                <a:cubicBezTo>
                  <a:pt x="1798532" y="155164"/>
                  <a:pt x="1798817" y="104839"/>
                  <a:pt x="1799669" y="68445"/>
                </a:cubicBezTo>
                <a:cubicBezTo>
                  <a:pt x="1799954" y="61621"/>
                  <a:pt x="1799954" y="61621"/>
                  <a:pt x="1803650" y="60199"/>
                </a:cubicBezTo>
                <a:cubicBezTo>
                  <a:pt x="1806209" y="59347"/>
                  <a:pt x="1801091" y="56503"/>
                  <a:pt x="1799385" y="55081"/>
                </a:cubicBezTo>
                <a:cubicBezTo>
                  <a:pt x="1792846" y="49395"/>
                  <a:pt x="1797111" y="41150"/>
                  <a:pt x="1804503" y="35747"/>
                </a:cubicBezTo>
                <a:cubicBezTo>
                  <a:pt x="1816160" y="26649"/>
                  <a:pt x="1809905" y="14423"/>
                  <a:pt x="1813033" y="162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9" name="Freeform: Shape 578">
            <a:extLst>
              <a:ext uri="{FF2B5EF4-FFF2-40B4-BE49-F238E27FC236}">
                <a16:creationId xmlns:a16="http://schemas.microsoft.com/office/drawing/2014/main" id="{2C27A879-9723-4D8F-BEBB-F50BD5777E27}"/>
              </a:ext>
            </a:extLst>
          </p:cNvPr>
          <p:cNvSpPr/>
          <p:nvPr/>
        </p:nvSpPr>
        <p:spPr>
          <a:xfrm>
            <a:off x="6939881" y="5798799"/>
            <a:ext cx="1774810" cy="578047"/>
          </a:xfrm>
          <a:custGeom>
            <a:avLst/>
            <a:gdLst>
              <a:gd name="connsiteX0" fmla="*/ 3561198 w 3628742"/>
              <a:gd name="connsiteY0" fmla="*/ 913032 h 1181863"/>
              <a:gd name="connsiteX1" fmla="*/ 3560779 w 3628742"/>
              <a:gd name="connsiteY1" fmla="*/ 958099 h 1181863"/>
              <a:gd name="connsiteX2" fmla="*/ 3565327 w 3628742"/>
              <a:gd name="connsiteY2" fmla="*/ 958938 h 1181863"/>
              <a:gd name="connsiteX3" fmla="*/ 3565327 w 3628742"/>
              <a:gd name="connsiteY3" fmla="*/ 914145 h 1181863"/>
              <a:gd name="connsiteX4" fmla="*/ 3476334 w 3628742"/>
              <a:gd name="connsiteY4" fmla="*/ 904646 h 1181863"/>
              <a:gd name="connsiteX5" fmla="*/ 3461550 w 3628742"/>
              <a:gd name="connsiteY5" fmla="*/ 919431 h 1181863"/>
              <a:gd name="connsiteX6" fmla="*/ 3461550 w 3628742"/>
              <a:gd name="connsiteY6" fmla="*/ 935637 h 1181863"/>
              <a:gd name="connsiteX7" fmla="*/ 3476334 w 3628742"/>
              <a:gd name="connsiteY7" fmla="*/ 950422 h 1181863"/>
              <a:gd name="connsiteX8" fmla="*/ 3525808 w 3628742"/>
              <a:gd name="connsiteY8" fmla="*/ 950422 h 1181863"/>
              <a:gd name="connsiteX9" fmla="*/ 3540592 w 3628742"/>
              <a:gd name="connsiteY9" fmla="*/ 935637 h 1181863"/>
              <a:gd name="connsiteX10" fmla="*/ 3540592 w 3628742"/>
              <a:gd name="connsiteY10" fmla="*/ 919431 h 1181863"/>
              <a:gd name="connsiteX11" fmla="*/ 3525808 w 3628742"/>
              <a:gd name="connsiteY11" fmla="*/ 904646 h 1181863"/>
              <a:gd name="connsiteX12" fmla="*/ 3296422 w 3628742"/>
              <a:gd name="connsiteY12" fmla="*/ 859789 h 1181863"/>
              <a:gd name="connsiteX13" fmla="*/ 3288830 w 3628742"/>
              <a:gd name="connsiteY13" fmla="*/ 862993 h 1181863"/>
              <a:gd name="connsiteX14" fmla="*/ 3296992 w 3628742"/>
              <a:gd name="connsiteY14" fmla="*/ 863926 h 1181863"/>
              <a:gd name="connsiteX15" fmla="*/ 1813033 w 3628742"/>
              <a:gd name="connsiteY15" fmla="*/ 1628 h 1181863"/>
              <a:gd name="connsiteX16" fmla="*/ 1820425 w 3628742"/>
              <a:gd name="connsiteY16" fmla="*/ 3050 h 1181863"/>
              <a:gd name="connsiteX17" fmla="*/ 1830661 w 3628742"/>
              <a:gd name="connsiteY17" fmla="*/ 35747 h 1181863"/>
              <a:gd name="connsiteX18" fmla="*/ 1833504 w 3628742"/>
              <a:gd name="connsiteY18" fmla="*/ 56503 h 1181863"/>
              <a:gd name="connsiteX19" fmla="*/ 1832367 w 3628742"/>
              <a:gd name="connsiteY19" fmla="*/ 63611 h 1181863"/>
              <a:gd name="connsiteX20" fmla="*/ 1833160 w 3628742"/>
              <a:gd name="connsiteY20" fmla="*/ 303599 h 1181863"/>
              <a:gd name="connsiteX21" fmla="*/ 1833194 w 3628742"/>
              <a:gd name="connsiteY21" fmla="*/ 324620 h 1181863"/>
              <a:gd name="connsiteX22" fmla="*/ 1889339 w 3628742"/>
              <a:gd name="connsiteY22" fmla="*/ 345875 h 1181863"/>
              <a:gd name="connsiteX23" fmla="*/ 1937283 w 3628742"/>
              <a:gd name="connsiteY23" fmla="*/ 384615 h 1181863"/>
              <a:gd name="connsiteX24" fmla="*/ 1970550 w 3628742"/>
              <a:gd name="connsiteY24" fmla="*/ 474178 h 1181863"/>
              <a:gd name="connsiteX25" fmla="*/ 1977658 w 3628742"/>
              <a:gd name="connsiteY25" fmla="*/ 493512 h 1181863"/>
              <a:gd name="connsiteX26" fmla="*/ 2013198 w 3628742"/>
              <a:gd name="connsiteY26" fmla="*/ 548386 h 1181863"/>
              <a:gd name="connsiteX27" fmla="*/ 2030258 w 3628742"/>
              <a:gd name="connsiteY27" fmla="*/ 561465 h 1181863"/>
              <a:gd name="connsiteX28" fmla="*/ 2188058 w 3628742"/>
              <a:gd name="connsiteY28" fmla="*/ 578240 h 1181863"/>
              <a:gd name="connsiteX29" fmla="*/ 2198862 w 3628742"/>
              <a:gd name="connsiteY29" fmla="*/ 591035 h 1181863"/>
              <a:gd name="connsiteX30" fmla="*/ 2193745 w 3628742"/>
              <a:gd name="connsiteY30" fmla="*/ 735472 h 1181863"/>
              <a:gd name="connsiteX31" fmla="*/ 2228718 w 3628742"/>
              <a:gd name="connsiteY31" fmla="*/ 740408 h 1181863"/>
              <a:gd name="connsiteX32" fmla="*/ 2242079 w 3628742"/>
              <a:gd name="connsiteY32" fmla="*/ 668655 h 1181863"/>
              <a:gd name="connsiteX33" fmla="*/ 2303777 w 3628742"/>
              <a:gd name="connsiteY33" fmla="*/ 345093 h 1181863"/>
              <a:gd name="connsiteX34" fmla="*/ 2318562 w 3628742"/>
              <a:gd name="connsiteY34" fmla="*/ 333720 h 1181863"/>
              <a:gd name="connsiteX35" fmla="*/ 2357230 w 3628742"/>
              <a:gd name="connsiteY35" fmla="*/ 333920 h 1181863"/>
              <a:gd name="connsiteX36" fmla="*/ 2409263 w 3628742"/>
              <a:gd name="connsiteY36" fmla="*/ 334029 h 1181863"/>
              <a:gd name="connsiteX37" fmla="*/ 2409262 w 3628742"/>
              <a:gd name="connsiteY37" fmla="*/ 334005 h 1181863"/>
              <a:gd name="connsiteX38" fmla="*/ 2409831 w 3628742"/>
              <a:gd name="connsiteY38" fmla="*/ 217716 h 1181863"/>
              <a:gd name="connsiteX39" fmla="*/ 2399880 w 3628742"/>
              <a:gd name="connsiteY39" fmla="*/ 208618 h 1181863"/>
              <a:gd name="connsiteX40" fmla="*/ 2379977 w 3628742"/>
              <a:gd name="connsiteY40" fmla="*/ 208618 h 1181863"/>
              <a:gd name="connsiteX41" fmla="*/ 2375428 w 3628742"/>
              <a:gd name="connsiteY41" fmla="*/ 204353 h 1181863"/>
              <a:gd name="connsiteX42" fmla="*/ 2380262 w 3628742"/>
              <a:gd name="connsiteY42" fmla="*/ 200941 h 1181863"/>
              <a:gd name="connsiteX43" fmla="*/ 2393056 w 3628742"/>
              <a:gd name="connsiteY43" fmla="*/ 200941 h 1181863"/>
              <a:gd name="connsiteX44" fmla="*/ 2410115 w 3628742"/>
              <a:gd name="connsiteY44" fmla="*/ 184166 h 1181863"/>
              <a:gd name="connsiteX45" fmla="*/ 2392772 w 3628742"/>
              <a:gd name="connsiteY45" fmla="*/ 167675 h 1181863"/>
              <a:gd name="connsiteX46" fmla="*/ 2381399 w 3628742"/>
              <a:gd name="connsiteY46" fmla="*/ 167675 h 1181863"/>
              <a:gd name="connsiteX47" fmla="*/ 2375712 w 3628742"/>
              <a:gd name="connsiteY47" fmla="*/ 163410 h 1181863"/>
              <a:gd name="connsiteX48" fmla="*/ 2381399 w 3628742"/>
              <a:gd name="connsiteY48" fmla="*/ 160567 h 1181863"/>
              <a:gd name="connsiteX49" fmla="*/ 2384242 w 3628742"/>
              <a:gd name="connsiteY49" fmla="*/ 160567 h 1181863"/>
              <a:gd name="connsiteX50" fmla="*/ 2409547 w 3628742"/>
              <a:gd name="connsiteY50" fmla="*/ 134409 h 1181863"/>
              <a:gd name="connsiteX51" fmla="*/ 2409547 w 3628742"/>
              <a:gd name="connsiteY51" fmla="*/ 120193 h 1181863"/>
              <a:gd name="connsiteX52" fmla="*/ 2418361 w 3628742"/>
              <a:gd name="connsiteY52" fmla="*/ 105977 h 1181863"/>
              <a:gd name="connsiteX53" fmla="*/ 2426322 w 3628742"/>
              <a:gd name="connsiteY53" fmla="*/ 121046 h 1181863"/>
              <a:gd name="connsiteX54" fmla="*/ 2427175 w 3628742"/>
              <a:gd name="connsiteY54" fmla="*/ 334005 h 1181863"/>
              <a:gd name="connsiteX55" fmla="*/ 2427174 w 3628742"/>
              <a:gd name="connsiteY55" fmla="*/ 334032 h 1181863"/>
              <a:gd name="connsiteX56" fmla="*/ 2471458 w 3628742"/>
              <a:gd name="connsiteY56" fmla="*/ 334000 h 1181863"/>
              <a:gd name="connsiteX57" fmla="*/ 2508207 w 3628742"/>
              <a:gd name="connsiteY57" fmla="*/ 333720 h 1181863"/>
              <a:gd name="connsiteX58" fmla="*/ 2520717 w 3628742"/>
              <a:gd name="connsiteY58" fmla="*/ 344525 h 1181863"/>
              <a:gd name="connsiteX59" fmla="*/ 2564376 w 3628742"/>
              <a:gd name="connsiteY59" fmla="*/ 666079 h 1181863"/>
              <a:gd name="connsiteX60" fmla="*/ 2567236 w 3628742"/>
              <a:gd name="connsiteY60" fmla="*/ 687012 h 1181863"/>
              <a:gd name="connsiteX61" fmla="*/ 2673016 w 3628742"/>
              <a:gd name="connsiteY61" fmla="*/ 699053 h 1181863"/>
              <a:gd name="connsiteX62" fmla="*/ 2662495 w 3628742"/>
              <a:gd name="connsiteY62" fmla="*/ 791473 h 1181863"/>
              <a:gd name="connsiteX63" fmla="*/ 2670280 w 3628742"/>
              <a:gd name="connsiteY63" fmla="*/ 792369 h 1181863"/>
              <a:gd name="connsiteX64" fmla="*/ 2680813 w 3628742"/>
              <a:gd name="connsiteY64" fmla="*/ 699837 h 1181863"/>
              <a:gd name="connsiteX65" fmla="*/ 2873764 w 3628742"/>
              <a:gd name="connsiteY65" fmla="*/ 721801 h 1181863"/>
              <a:gd name="connsiteX66" fmla="*/ 2863223 w 3628742"/>
              <a:gd name="connsiteY66" fmla="*/ 814408 h 1181863"/>
              <a:gd name="connsiteX67" fmla="*/ 2871007 w 3628742"/>
              <a:gd name="connsiteY67" fmla="*/ 815296 h 1181863"/>
              <a:gd name="connsiteX68" fmla="*/ 2881528 w 3628742"/>
              <a:gd name="connsiteY68" fmla="*/ 722864 h 1181863"/>
              <a:gd name="connsiteX69" fmla="*/ 3007367 w 3628742"/>
              <a:gd name="connsiteY69" fmla="*/ 737188 h 1181863"/>
              <a:gd name="connsiteX70" fmla="*/ 3015727 w 3628742"/>
              <a:gd name="connsiteY70" fmla="*/ 691971 h 1181863"/>
              <a:gd name="connsiteX71" fmla="*/ 3066053 w 3628742"/>
              <a:gd name="connsiteY71" fmla="*/ 429538 h 1181863"/>
              <a:gd name="connsiteX72" fmla="*/ 3078847 w 3628742"/>
              <a:gd name="connsiteY72" fmla="*/ 419302 h 1181863"/>
              <a:gd name="connsiteX73" fmla="*/ 3118381 w 3628742"/>
              <a:gd name="connsiteY73" fmla="*/ 419502 h 1181863"/>
              <a:gd name="connsiteX74" fmla="*/ 3174106 w 3628742"/>
              <a:gd name="connsiteY74" fmla="*/ 419617 h 1181863"/>
              <a:gd name="connsiteX75" fmla="*/ 3174096 w 3628742"/>
              <a:gd name="connsiteY75" fmla="*/ 419302 h 1181863"/>
              <a:gd name="connsiteX76" fmla="*/ 3174380 w 3628742"/>
              <a:gd name="connsiteY76" fmla="*/ 183597 h 1181863"/>
              <a:gd name="connsiteX77" fmla="*/ 3181772 w 3628742"/>
              <a:gd name="connsiteY77" fmla="*/ 172224 h 1181863"/>
              <a:gd name="connsiteX78" fmla="*/ 3192008 w 3628742"/>
              <a:gd name="connsiteY78" fmla="*/ 182459 h 1181863"/>
              <a:gd name="connsiteX79" fmla="*/ 3191723 w 3628742"/>
              <a:gd name="connsiteY79" fmla="*/ 308984 h 1181863"/>
              <a:gd name="connsiteX80" fmla="*/ 3192292 w 3628742"/>
              <a:gd name="connsiteY80" fmla="*/ 419302 h 1181863"/>
              <a:gd name="connsiteX81" fmla="*/ 3192287 w 3628742"/>
              <a:gd name="connsiteY81" fmla="*/ 419611 h 1181863"/>
              <a:gd name="connsiteX82" fmla="*/ 3233702 w 3628742"/>
              <a:gd name="connsiteY82" fmla="*/ 419582 h 1181863"/>
              <a:gd name="connsiteX83" fmla="*/ 3270198 w 3628742"/>
              <a:gd name="connsiteY83" fmla="*/ 419302 h 1181863"/>
              <a:gd name="connsiteX84" fmla="*/ 3282708 w 3628742"/>
              <a:gd name="connsiteY84" fmla="*/ 430107 h 1181863"/>
              <a:gd name="connsiteX85" fmla="*/ 3336161 w 3628742"/>
              <a:gd name="connsiteY85" fmla="*/ 820486 h 1181863"/>
              <a:gd name="connsiteX86" fmla="*/ 3340711 w 3628742"/>
              <a:gd name="connsiteY86" fmla="*/ 853325 h 1181863"/>
              <a:gd name="connsiteX87" fmla="*/ 3342890 w 3628742"/>
              <a:gd name="connsiteY87" fmla="*/ 869060 h 1181863"/>
              <a:gd name="connsiteX88" fmla="*/ 3378398 w 3628742"/>
              <a:gd name="connsiteY88" fmla="*/ 873010 h 1181863"/>
              <a:gd name="connsiteX89" fmla="*/ 3426009 w 3628742"/>
              <a:gd name="connsiteY89" fmla="*/ 878204 h 1181863"/>
              <a:gd name="connsiteX90" fmla="*/ 3433686 w 3628742"/>
              <a:gd name="connsiteY90" fmla="*/ 884459 h 1181863"/>
              <a:gd name="connsiteX91" fmla="*/ 3443354 w 3628742"/>
              <a:gd name="connsiteY91" fmla="*/ 912607 h 1181863"/>
              <a:gd name="connsiteX92" fmla="*/ 3456148 w 3628742"/>
              <a:gd name="connsiteY92" fmla="*/ 883606 h 1181863"/>
              <a:gd name="connsiteX93" fmla="*/ 3547984 w 3628742"/>
              <a:gd name="connsiteY93" fmla="*/ 883606 h 1181863"/>
              <a:gd name="connsiteX94" fmla="*/ 3557652 w 3628742"/>
              <a:gd name="connsiteY94" fmla="*/ 887871 h 1181863"/>
              <a:gd name="connsiteX95" fmla="*/ 3561348 w 3628742"/>
              <a:gd name="connsiteY95" fmla="*/ 896969 h 1181863"/>
              <a:gd name="connsiteX96" fmla="*/ 3561305 w 3628742"/>
              <a:gd name="connsiteY96" fmla="*/ 901576 h 1181863"/>
              <a:gd name="connsiteX97" fmla="*/ 3565327 w 3628742"/>
              <a:gd name="connsiteY97" fmla="*/ 902661 h 1181863"/>
              <a:gd name="connsiteX98" fmla="*/ 3565327 w 3628742"/>
              <a:gd name="connsiteY98" fmla="*/ 852901 h 1181863"/>
              <a:gd name="connsiteX99" fmla="*/ 3542127 w 3628742"/>
              <a:gd name="connsiteY99" fmla="*/ 846643 h 1181863"/>
              <a:gd name="connsiteX100" fmla="*/ 3545015 w 3628742"/>
              <a:gd name="connsiteY100" fmla="*/ 835937 h 1181863"/>
              <a:gd name="connsiteX101" fmla="*/ 3565327 w 3628742"/>
              <a:gd name="connsiteY101" fmla="*/ 841416 h 1181863"/>
              <a:gd name="connsiteX102" fmla="*/ 3565327 w 3628742"/>
              <a:gd name="connsiteY102" fmla="*/ 816220 h 1181863"/>
              <a:gd name="connsiteX103" fmla="*/ 3580113 w 3628742"/>
              <a:gd name="connsiteY103" fmla="*/ 816220 h 1181863"/>
              <a:gd name="connsiteX104" fmla="*/ 3580113 w 3628742"/>
              <a:gd name="connsiteY104" fmla="*/ 845403 h 1181863"/>
              <a:gd name="connsiteX105" fmla="*/ 3600299 w 3628742"/>
              <a:gd name="connsiteY105" fmla="*/ 850848 h 1181863"/>
              <a:gd name="connsiteX106" fmla="*/ 3600299 w 3628742"/>
              <a:gd name="connsiteY106" fmla="*/ 813092 h 1181863"/>
              <a:gd name="connsiteX107" fmla="*/ 3608829 w 3628742"/>
              <a:gd name="connsiteY107" fmla="*/ 813092 h 1181863"/>
              <a:gd name="connsiteX108" fmla="*/ 3608829 w 3628742"/>
              <a:gd name="connsiteY108" fmla="*/ 853148 h 1181863"/>
              <a:gd name="connsiteX109" fmla="*/ 3628742 w 3628742"/>
              <a:gd name="connsiteY109" fmla="*/ 858519 h 1181863"/>
              <a:gd name="connsiteX110" fmla="*/ 3625855 w 3628742"/>
              <a:gd name="connsiteY110" fmla="*/ 869225 h 1181863"/>
              <a:gd name="connsiteX111" fmla="*/ 3580113 w 3628742"/>
              <a:gd name="connsiteY111" fmla="*/ 856888 h 1181863"/>
              <a:gd name="connsiteX112" fmla="*/ 3580113 w 3628742"/>
              <a:gd name="connsiteY112" fmla="*/ 906648 h 1181863"/>
              <a:gd name="connsiteX113" fmla="*/ 3623074 w 3628742"/>
              <a:gd name="connsiteY113" fmla="*/ 918236 h 1181863"/>
              <a:gd name="connsiteX114" fmla="*/ 3620187 w 3628742"/>
              <a:gd name="connsiteY114" fmla="*/ 928941 h 1181863"/>
              <a:gd name="connsiteX115" fmla="*/ 3580113 w 3628742"/>
              <a:gd name="connsiteY115" fmla="*/ 918133 h 1181863"/>
              <a:gd name="connsiteX116" fmla="*/ 3580113 w 3628742"/>
              <a:gd name="connsiteY116" fmla="*/ 961139 h 1181863"/>
              <a:gd name="connsiteX117" fmla="*/ 3591771 w 3628742"/>
              <a:gd name="connsiteY117" fmla="*/ 962364 h 1181863"/>
              <a:gd name="connsiteX118" fmla="*/ 3610821 w 3628742"/>
              <a:gd name="connsiteY118" fmla="*/ 979139 h 1181863"/>
              <a:gd name="connsiteX119" fmla="*/ 3563054 w 3628742"/>
              <a:gd name="connsiteY119" fmla="*/ 1181863 h 1181863"/>
              <a:gd name="connsiteX120" fmla="*/ 384584 w 3628742"/>
              <a:gd name="connsiteY120" fmla="*/ 1171343 h 1181863"/>
              <a:gd name="connsiteX121" fmla="*/ 363544 w 3628742"/>
              <a:gd name="connsiteY121" fmla="*/ 1056476 h 1181863"/>
              <a:gd name="connsiteX122" fmla="*/ 221097 w 3628742"/>
              <a:gd name="connsiteY122" fmla="*/ 722109 h 1181863"/>
              <a:gd name="connsiteX123" fmla="*/ 43110 w 3628742"/>
              <a:gd name="connsiteY123" fmla="*/ 507728 h 1181863"/>
              <a:gd name="connsiteX124" fmla="*/ 1598 w 3628742"/>
              <a:gd name="connsiteY124" fmla="*/ 461383 h 1181863"/>
              <a:gd name="connsiteX125" fmla="*/ 9844 w 3628742"/>
              <a:gd name="connsiteY125" fmla="*/ 443754 h 1181863"/>
              <a:gd name="connsiteX126" fmla="*/ 1327122 w 3628742"/>
              <a:gd name="connsiteY126" fmla="*/ 621458 h 1181863"/>
              <a:gd name="connsiteX127" fmla="*/ 1406164 w 3628742"/>
              <a:gd name="connsiteY127" fmla="*/ 675480 h 1181863"/>
              <a:gd name="connsiteX128" fmla="*/ 1432890 w 3628742"/>
              <a:gd name="connsiteY128" fmla="*/ 673774 h 1181863"/>
              <a:gd name="connsiteX129" fmla="*/ 1504540 w 3628742"/>
              <a:gd name="connsiteY129" fmla="*/ 591035 h 1181863"/>
              <a:gd name="connsiteX130" fmla="*/ 1536100 w 3628742"/>
              <a:gd name="connsiteY130" fmla="*/ 544121 h 1181863"/>
              <a:gd name="connsiteX131" fmla="*/ 1594387 w 3628742"/>
              <a:gd name="connsiteY131" fmla="*/ 402812 h 1181863"/>
              <a:gd name="connsiteX132" fmla="*/ 1619977 w 3628742"/>
              <a:gd name="connsiteY132" fmla="*/ 377507 h 1181863"/>
              <a:gd name="connsiteX133" fmla="*/ 1757874 w 3628742"/>
              <a:gd name="connsiteY133" fmla="*/ 375232 h 1181863"/>
              <a:gd name="connsiteX134" fmla="*/ 1765266 w 3628742"/>
              <a:gd name="connsiteY134" fmla="*/ 368408 h 1181863"/>
              <a:gd name="connsiteX135" fmla="*/ 1764982 w 3628742"/>
              <a:gd name="connsiteY135" fmla="*/ 341397 h 1181863"/>
              <a:gd name="connsiteX136" fmla="*/ 1781757 w 3628742"/>
              <a:gd name="connsiteY136" fmla="*/ 322348 h 1181863"/>
              <a:gd name="connsiteX137" fmla="*/ 1798321 w 3628742"/>
              <a:gd name="connsiteY137" fmla="*/ 322483 h 1181863"/>
              <a:gd name="connsiteX138" fmla="*/ 1798817 w 3628742"/>
              <a:gd name="connsiteY138" fmla="*/ 219706 h 1181863"/>
              <a:gd name="connsiteX139" fmla="*/ 1790571 w 3628742"/>
              <a:gd name="connsiteY139" fmla="*/ 211745 h 1181863"/>
              <a:gd name="connsiteX140" fmla="*/ 1755030 w 3628742"/>
              <a:gd name="connsiteY140" fmla="*/ 210607 h 1181863"/>
              <a:gd name="connsiteX141" fmla="*/ 1747353 w 3628742"/>
              <a:gd name="connsiteY141" fmla="*/ 205205 h 1181863"/>
              <a:gd name="connsiteX142" fmla="*/ 1755599 w 3628742"/>
              <a:gd name="connsiteY142" fmla="*/ 200940 h 1181863"/>
              <a:gd name="connsiteX143" fmla="*/ 1768962 w 3628742"/>
              <a:gd name="connsiteY143" fmla="*/ 197528 h 1181863"/>
              <a:gd name="connsiteX144" fmla="*/ 1768394 w 3628742"/>
              <a:gd name="connsiteY144" fmla="*/ 173645 h 1181863"/>
              <a:gd name="connsiteX145" fmla="*/ 1756736 w 3628742"/>
              <a:gd name="connsiteY145" fmla="*/ 171655 h 1181863"/>
              <a:gd name="connsiteX146" fmla="*/ 1750481 w 3628742"/>
              <a:gd name="connsiteY146" fmla="*/ 167674 h 1181863"/>
              <a:gd name="connsiteX147" fmla="*/ 1756452 w 3628742"/>
              <a:gd name="connsiteY147" fmla="*/ 163978 h 1181863"/>
              <a:gd name="connsiteX148" fmla="*/ 1789149 w 3628742"/>
              <a:gd name="connsiteY148" fmla="*/ 163978 h 1181863"/>
              <a:gd name="connsiteX149" fmla="*/ 1795120 w 3628742"/>
              <a:gd name="connsiteY149" fmla="*/ 167674 h 1181863"/>
              <a:gd name="connsiteX150" fmla="*/ 1788865 w 3628742"/>
              <a:gd name="connsiteY150" fmla="*/ 171655 h 1181863"/>
              <a:gd name="connsiteX151" fmla="*/ 1776355 w 3628742"/>
              <a:gd name="connsiteY151" fmla="*/ 174498 h 1181863"/>
              <a:gd name="connsiteX152" fmla="*/ 1777492 w 3628742"/>
              <a:gd name="connsiteY152" fmla="*/ 199519 h 1181863"/>
              <a:gd name="connsiteX153" fmla="*/ 1794552 w 3628742"/>
              <a:gd name="connsiteY153" fmla="*/ 201793 h 1181863"/>
              <a:gd name="connsiteX154" fmla="*/ 1798248 w 3628742"/>
              <a:gd name="connsiteY154" fmla="*/ 191557 h 1181863"/>
              <a:gd name="connsiteX155" fmla="*/ 1799669 w 3628742"/>
              <a:gd name="connsiteY155" fmla="*/ 68445 h 1181863"/>
              <a:gd name="connsiteX156" fmla="*/ 1803650 w 3628742"/>
              <a:gd name="connsiteY156" fmla="*/ 60199 h 1181863"/>
              <a:gd name="connsiteX157" fmla="*/ 1799385 w 3628742"/>
              <a:gd name="connsiteY157" fmla="*/ 55081 h 1181863"/>
              <a:gd name="connsiteX158" fmla="*/ 1804503 w 3628742"/>
              <a:gd name="connsiteY158" fmla="*/ 35747 h 1181863"/>
              <a:gd name="connsiteX159" fmla="*/ 1813033 w 3628742"/>
              <a:gd name="connsiteY159" fmla="*/ 1628 h 118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3628742" h="1181863">
                <a:moveTo>
                  <a:pt x="3561198" y="913032"/>
                </a:moveTo>
                <a:lnTo>
                  <a:pt x="3560779" y="958099"/>
                </a:lnTo>
                <a:lnTo>
                  <a:pt x="3565327" y="958938"/>
                </a:lnTo>
                <a:lnTo>
                  <a:pt x="3565327" y="914145"/>
                </a:lnTo>
                <a:close/>
                <a:moveTo>
                  <a:pt x="3476334" y="904646"/>
                </a:moveTo>
                <a:cubicBezTo>
                  <a:pt x="3468089" y="904646"/>
                  <a:pt x="3461550" y="911185"/>
                  <a:pt x="3461550" y="919431"/>
                </a:cubicBezTo>
                <a:lnTo>
                  <a:pt x="3461550" y="935637"/>
                </a:lnTo>
                <a:cubicBezTo>
                  <a:pt x="3461550" y="943883"/>
                  <a:pt x="3468089" y="950422"/>
                  <a:pt x="3476334" y="950422"/>
                </a:cubicBezTo>
                <a:lnTo>
                  <a:pt x="3525808" y="950422"/>
                </a:lnTo>
                <a:cubicBezTo>
                  <a:pt x="3533768" y="950422"/>
                  <a:pt x="3540592" y="943883"/>
                  <a:pt x="3540592" y="935637"/>
                </a:cubicBezTo>
                <a:lnTo>
                  <a:pt x="3540592" y="919431"/>
                </a:lnTo>
                <a:cubicBezTo>
                  <a:pt x="3540592" y="911185"/>
                  <a:pt x="3534053" y="904646"/>
                  <a:pt x="3525808" y="904646"/>
                </a:cubicBezTo>
                <a:close/>
                <a:moveTo>
                  <a:pt x="3296422" y="859789"/>
                </a:moveTo>
                <a:lnTo>
                  <a:pt x="3288830" y="862993"/>
                </a:lnTo>
                <a:lnTo>
                  <a:pt x="3296992" y="863926"/>
                </a:lnTo>
                <a:close/>
                <a:moveTo>
                  <a:pt x="1813033" y="1628"/>
                </a:moveTo>
                <a:cubicBezTo>
                  <a:pt x="1813601" y="-1215"/>
                  <a:pt x="1820425" y="-78"/>
                  <a:pt x="1820425" y="3050"/>
                </a:cubicBezTo>
                <a:cubicBezTo>
                  <a:pt x="1819288" y="20678"/>
                  <a:pt x="1822700" y="29777"/>
                  <a:pt x="1830661" y="35747"/>
                </a:cubicBezTo>
                <a:cubicBezTo>
                  <a:pt x="1841465" y="43708"/>
                  <a:pt x="1839191" y="53091"/>
                  <a:pt x="1833504" y="56503"/>
                </a:cubicBezTo>
                <a:cubicBezTo>
                  <a:pt x="1826680" y="60484"/>
                  <a:pt x="1830945" y="60484"/>
                  <a:pt x="1832367" y="63611"/>
                </a:cubicBezTo>
                <a:cubicBezTo>
                  <a:pt x="1833610" y="66846"/>
                  <a:pt x="1833113" y="208746"/>
                  <a:pt x="1833160" y="303599"/>
                </a:cubicBezTo>
                <a:lnTo>
                  <a:pt x="1833194" y="324620"/>
                </a:lnTo>
                <a:lnTo>
                  <a:pt x="1889339" y="345875"/>
                </a:lnTo>
                <a:cubicBezTo>
                  <a:pt x="1907216" y="356040"/>
                  <a:pt x="1923351" y="368977"/>
                  <a:pt x="1937283" y="384615"/>
                </a:cubicBezTo>
                <a:cubicBezTo>
                  <a:pt x="1958892" y="408783"/>
                  <a:pt x="1969980" y="440627"/>
                  <a:pt x="1970550" y="474178"/>
                </a:cubicBezTo>
                <a:cubicBezTo>
                  <a:pt x="1970834" y="481570"/>
                  <a:pt x="1971686" y="486972"/>
                  <a:pt x="1977658" y="493512"/>
                </a:cubicBezTo>
                <a:cubicBezTo>
                  <a:pt x="1992442" y="509718"/>
                  <a:pt x="2003816" y="528484"/>
                  <a:pt x="2013198" y="548386"/>
                </a:cubicBezTo>
                <a:cubicBezTo>
                  <a:pt x="2017463" y="557200"/>
                  <a:pt x="2022012" y="560612"/>
                  <a:pt x="2030258" y="561465"/>
                </a:cubicBezTo>
                <a:cubicBezTo>
                  <a:pt x="2088544" y="567151"/>
                  <a:pt x="2129772" y="573122"/>
                  <a:pt x="2188058" y="578240"/>
                </a:cubicBezTo>
                <a:cubicBezTo>
                  <a:pt x="2198009" y="579094"/>
                  <a:pt x="2199147" y="582505"/>
                  <a:pt x="2198862" y="591035"/>
                </a:cubicBezTo>
                <a:cubicBezTo>
                  <a:pt x="2197725" y="636527"/>
                  <a:pt x="2194313" y="689981"/>
                  <a:pt x="2193745" y="735472"/>
                </a:cubicBezTo>
                <a:lnTo>
                  <a:pt x="2228718" y="740408"/>
                </a:lnTo>
                <a:lnTo>
                  <a:pt x="2242079" y="668655"/>
                </a:lnTo>
                <a:cubicBezTo>
                  <a:pt x="2262550" y="560896"/>
                  <a:pt x="2283590" y="453137"/>
                  <a:pt x="2303777" y="345093"/>
                </a:cubicBezTo>
                <a:cubicBezTo>
                  <a:pt x="2305767" y="334858"/>
                  <a:pt x="2310032" y="333720"/>
                  <a:pt x="2318562" y="333720"/>
                </a:cubicBezTo>
                <a:cubicBezTo>
                  <a:pt x="2326168" y="333791"/>
                  <a:pt x="2340135" y="333863"/>
                  <a:pt x="2357230" y="333920"/>
                </a:cubicBezTo>
                <a:lnTo>
                  <a:pt x="2409263" y="334029"/>
                </a:lnTo>
                <a:lnTo>
                  <a:pt x="2409262" y="334005"/>
                </a:lnTo>
                <a:cubicBezTo>
                  <a:pt x="2409262" y="295337"/>
                  <a:pt x="2409262" y="256384"/>
                  <a:pt x="2409831" y="217716"/>
                </a:cubicBezTo>
                <a:cubicBezTo>
                  <a:pt x="2409831" y="209471"/>
                  <a:pt x="2406703" y="208333"/>
                  <a:pt x="2399880" y="208618"/>
                </a:cubicBezTo>
                <a:cubicBezTo>
                  <a:pt x="2393340" y="208902"/>
                  <a:pt x="2386517" y="208618"/>
                  <a:pt x="2379977" y="208618"/>
                </a:cubicBezTo>
                <a:cubicBezTo>
                  <a:pt x="2377134" y="208618"/>
                  <a:pt x="2375428" y="207196"/>
                  <a:pt x="2375428" y="204353"/>
                </a:cubicBezTo>
                <a:cubicBezTo>
                  <a:pt x="2375428" y="200941"/>
                  <a:pt x="2377987" y="200941"/>
                  <a:pt x="2380262" y="200941"/>
                </a:cubicBezTo>
                <a:cubicBezTo>
                  <a:pt x="2384526" y="200941"/>
                  <a:pt x="2388791" y="200372"/>
                  <a:pt x="2393056" y="200941"/>
                </a:cubicBezTo>
                <a:cubicBezTo>
                  <a:pt x="2406988" y="203500"/>
                  <a:pt x="2409831" y="197814"/>
                  <a:pt x="2410115" y="184166"/>
                </a:cubicBezTo>
                <a:cubicBezTo>
                  <a:pt x="2410399" y="169950"/>
                  <a:pt x="2406135" y="165401"/>
                  <a:pt x="2392772" y="167675"/>
                </a:cubicBezTo>
                <a:cubicBezTo>
                  <a:pt x="2389075" y="168244"/>
                  <a:pt x="2385095" y="167675"/>
                  <a:pt x="2381399" y="167675"/>
                </a:cubicBezTo>
                <a:cubicBezTo>
                  <a:pt x="2378555" y="167675"/>
                  <a:pt x="2375428" y="167391"/>
                  <a:pt x="2375712" y="163410"/>
                </a:cubicBezTo>
                <a:cubicBezTo>
                  <a:pt x="2375997" y="160283"/>
                  <a:pt x="2379124" y="160851"/>
                  <a:pt x="2381399" y="160567"/>
                </a:cubicBezTo>
                <a:cubicBezTo>
                  <a:pt x="2382252" y="160567"/>
                  <a:pt x="2383389" y="160567"/>
                  <a:pt x="2384242" y="160567"/>
                </a:cubicBezTo>
                <a:cubicBezTo>
                  <a:pt x="2409547" y="159430"/>
                  <a:pt x="2409547" y="159430"/>
                  <a:pt x="2409547" y="134409"/>
                </a:cubicBezTo>
                <a:cubicBezTo>
                  <a:pt x="2409547" y="129576"/>
                  <a:pt x="2409262" y="125027"/>
                  <a:pt x="2409547" y="120193"/>
                </a:cubicBezTo>
                <a:cubicBezTo>
                  <a:pt x="2410115" y="114222"/>
                  <a:pt x="2405282" y="105692"/>
                  <a:pt x="2418361" y="105977"/>
                </a:cubicBezTo>
                <a:cubicBezTo>
                  <a:pt x="2431724" y="106261"/>
                  <a:pt x="2426322" y="115644"/>
                  <a:pt x="2426322" y="121046"/>
                </a:cubicBezTo>
                <a:cubicBezTo>
                  <a:pt x="2426890" y="192127"/>
                  <a:pt x="2426890" y="262924"/>
                  <a:pt x="2427175" y="334005"/>
                </a:cubicBezTo>
                <a:lnTo>
                  <a:pt x="2427174" y="334032"/>
                </a:lnTo>
                <a:lnTo>
                  <a:pt x="2471458" y="334000"/>
                </a:lnTo>
                <a:cubicBezTo>
                  <a:pt x="2488127" y="333951"/>
                  <a:pt x="2501454" y="333863"/>
                  <a:pt x="2508207" y="333720"/>
                </a:cubicBezTo>
                <a:cubicBezTo>
                  <a:pt x="2516736" y="333436"/>
                  <a:pt x="2519580" y="336564"/>
                  <a:pt x="2520717" y="344525"/>
                </a:cubicBezTo>
                <a:cubicBezTo>
                  <a:pt x="2530846" y="419871"/>
                  <a:pt x="2550304" y="562966"/>
                  <a:pt x="2564376" y="666079"/>
                </a:cubicBezTo>
                <a:lnTo>
                  <a:pt x="2567236" y="687012"/>
                </a:lnTo>
                <a:lnTo>
                  <a:pt x="2673016" y="699053"/>
                </a:lnTo>
                <a:lnTo>
                  <a:pt x="2662495" y="791473"/>
                </a:lnTo>
                <a:lnTo>
                  <a:pt x="2670280" y="792369"/>
                </a:lnTo>
                <a:lnTo>
                  <a:pt x="2680813" y="699837"/>
                </a:lnTo>
                <a:lnTo>
                  <a:pt x="2873764" y="721801"/>
                </a:lnTo>
                <a:lnTo>
                  <a:pt x="2863223" y="814408"/>
                </a:lnTo>
                <a:lnTo>
                  <a:pt x="2871007" y="815296"/>
                </a:lnTo>
                <a:lnTo>
                  <a:pt x="2881528" y="722864"/>
                </a:lnTo>
                <a:lnTo>
                  <a:pt x="3007367" y="737188"/>
                </a:lnTo>
                <a:lnTo>
                  <a:pt x="3015727" y="691971"/>
                </a:lnTo>
                <a:cubicBezTo>
                  <a:pt x="3032502" y="604398"/>
                  <a:pt x="3049562" y="517110"/>
                  <a:pt x="3066053" y="429538"/>
                </a:cubicBezTo>
                <a:cubicBezTo>
                  <a:pt x="3067759" y="420724"/>
                  <a:pt x="3071170" y="419302"/>
                  <a:pt x="3078847" y="419302"/>
                </a:cubicBezTo>
                <a:cubicBezTo>
                  <a:pt x="3086737" y="419373"/>
                  <a:pt x="3101007" y="419445"/>
                  <a:pt x="3118381" y="419502"/>
                </a:cubicBezTo>
                <a:lnTo>
                  <a:pt x="3174106" y="419617"/>
                </a:lnTo>
                <a:lnTo>
                  <a:pt x="3174096" y="419302"/>
                </a:lnTo>
                <a:cubicBezTo>
                  <a:pt x="3174096" y="340829"/>
                  <a:pt x="3174380" y="262070"/>
                  <a:pt x="3174380" y="183597"/>
                </a:cubicBezTo>
                <a:cubicBezTo>
                  <a:pt x="3174380" y="178479"/>
                  <a:pt x="3171821" y="171940"/>
                  <a:pt x="3181772" y="172224"/>
                </a:cubicBezTo>
                <a:cubicBezTo>
                  <a:pt x="3189733" y="172224"/>
                  <a:pt x="3192008" y="174214"/>
                  <a:pt x="3192008" y="182459"/>
                </a:cubicBezTo>
                <a:cubicBezTo>
                  <a:pt x="3191723" y="224540"/>
                  <a:pt x="3191723" y="266620"/>
                  <a:pt x="3191723" y="308984"/>
                </a:cubicBezTo>
                <a:cubicBezTo>
                  <a:pt x="3192008" y="345378"/>
                  <a:pt x="3192008" y="382340"/>
                  <a:pt x="3192292" y="419302"/>
                </a:cubicBezTo>
                <a:lnTo>
                  <a:pt x="3192287" y="419611"/>
                </a:lnTo>
                <a:lnTo>
                  <a:pt x="3233702" y="419582"/>
                </a:lnTo>
                <a:cubicBezTo>
                  <a:pt x="3250402" y="419533"/>
                  <a:pt x="3263659" y="419445"/>
                  <a:pt x="3270198" y="419302"/>
                </a:cubicBezTo>
                <a:cubicBezTo>
                  <a:pt x="3278727" y="419018"/>
                  <a:pt x="3281571" y="422146"/>
                  <a:pt x="3282708" y="430107"/>
                </a:cubicBezTo>
                <a:cubicBezTo>
                  <a:pt x="3300336" y="560328"/>
                  <a:pt x="3318249" y="690549"/>
                  <a:pt x="3336161" y="820486"/>
                </a:cubicBezTo>
                <a:cubicBezTo>
                  <a:pt x="3338009" y="834275"/>
                  <a:pt x="3339360" y="843800"/>
                  <a:pt x="3340711" y="853325"/>
                </a:cubicBezTo>
                <a:lnTo>
                  <a:pt x="3342890" y="869060"/>
                </a:lnTo>
                <a:lnTo>
                  <a:pt x="3378398" y="873010"/>
                </a:lnTo>
                <a:cubicBezTo>
                  <a:pt x="3399887" y="875378"/>
                  <a:pt x="3417337" y="877280"/>
                  <a:pt x="3426009" y="878204"/>
                </a:cubicBezTo>
                <a:cubicBezTo>
                  <a:pt x="3429706" y="878488"/>
                  <a:pt x="3432549" y="881047"/>
                  <a:pt x="3433686" y="884459"/>
                </a:cubicBezTo>
                <a:cubicBezTo>
                  <a:pt x="3437951" y="897254"/>
                  <a:pt x="3443354" y="912607"/>
                  <a:pt x="3443354" y="912607"/>
                </a:cubicBezTo>
                <a:cubicBezTo>
                  <a:pt x="3443922" y="887302"/>
                  <a:pt x="3448756" y="883606"/>
                  <a:pt x="3456148" y="883606"/>
                </a:cubicBezTo>
                <a:lnTo>
                  <a:pt x="3547984" y="883606"/>
                </a:lnTo>
                <a:cubicBezTo>
                  <a:pt x="3551681" y="883606"/>
                  <a:pt x="3555093" y="885312"/>
                  <a:pt x="3557652" y="887871"/>
                </a:cubicBezTo>
                <a:cubicBezTo>
                  <a:pt x="3557652" y="887871"/>
                  <a:pt x="3561348" y="891567"/>
                  <a:pt x="3561348" y="896969"/>
                </a:cubicBezTo>
                <a:lnTo>
                  <a:pt x="3561305" y="901576"/>
                </a:lnTo>
                <a:lnTo>
                  <a:pt x="3565327" y="902661"/>
                </a:lnTo>
                <a:lnTo>
                  <a:pt x="3565327" y="852901"/>
                </a:lnTo>
                <a:lnTo>
                  <a:pt x="3542127" y="846643"/>
                </a:lnTo>
                <a:lnTo>
                  <a:pt x="3545015" y="835937"/>
                </a:lnTo>
                <a:lnTo>
                  <a:pt x="3565327" y="841416"/>
                </a:lnTo>
                <a:lnTo>
                  <a:pt x="3565327" y="816220"/>
                </a:lnTo>
                <a:lnTo>
                  <a:pt x="3580113" y="816220"/>
                </a:lnTo>
                <a:lnTo>
                  <a:pt x="3580113" y="845403"/>
                </a:lnTo>
                <a:lnTo>
                  <a:pt x="3600299" y="850848"/>
                </a:lnTo>
                <a:lnTo>
                  <a:pt x="3600299" y="813092"/>
                </a:lnTo>
                <a:lnTo>
                  <a:pt x="3608829" y="813092"/>
                </a:lnTo>
                <a:lnTo>
                  <a:pt x="3608829" y="853148"/>
                </a:lnTo>
                <a:lnTo>
                  <a:pt x="3628742" y="858519"/>
                </a:lnTo>
                <a:lnTo>
                  <a:pt x="3625855" y="869225"/>
                </a:lnTo>
                <a:lnTo>
                  <a:pt x="3580113" y="856888"/>
                </a:lnTo>
                <a:lnTo>
                  <a:pt x="3580113" y="906648"/>
                </a:lnTo>
                <a:lnTo>
                  <a:pt x="3623074" y="918236"/>
                </a:lnTo>
                <a:lnTo>
                  <a:pt x="3620187" y="928941"/>
                </a:lnTo>
                <a:lnTo>
                  <a:pt x="3580113" y="918133"/>
                </a:lnTo>
                <a:lnTo>
                  <a:pt x="3580113" y="961139"/>
                </a:lnTo>
                <a:lnTo>
                  <a:pt x="3591771" y="962364"/>
                </a:lnTo>
                <a:cubicBezTo>
                  <a:pt x="3603712" y="961227"/>
                  <a:pt x="3614233" y="961796"/>
                  <a:pt x="3610821" y="979139"/>
                </a:cubicBezTo>
                <a:cubicBezTo>
                  <a:pt x="3610252" y="982835"/>
                  <a:pt x="3592056" y="1181863"/>
                  <a:pt x="3563054" y="1181863"/>
                </a:cubicBezTo>
                <a:cubicBezTo>
                  <a:pt x="3264512" y="1181863"/>
                  <a:pt x="1118996" y="1171343"/>
                  <a:pt x="384584" y="1171343"/>
                </a:cubicBezTo>
                <a:cubicBezTo>
                  <a:pt x="377476" y="1136087"/>
                  <a:pt x="370936" y="1091447"/>
                  <a:pt x="363544" y="1056476"/>
                </a:cubicBezTo>
                <a:cubicBezTo>
                  <a:pt x="337955" y="935638"/>
                  <a:pt x="297296" y="821338"/>
                  <a:pt x="221097" y="722109"/>
                </a:cubicBezTo>
                <a:cubicBezTo>
                  <a:pt x="216832" y="716423"/>
                  <a:pt x="97984" y="573691"/>
                  <a:pt x="43110" y="507728"/>
                </a:cubicBezTo>
                <a:cubicBezTo>
                  <a:pt x="29747" y="491805"/>
                  <a:pt x="16952" y="475599"/>
                  <a:pt x="1598" y="461383"/>
                </a:cubicBezTo>
                <a:cubicBezTo>
                  <a:pt x="-3235" y="455696"/>
                  <a:pt x="3873" y="442902"/>
                  <a:pt x="9844" y="443754"/>
                </a:cubicBezTo>
                <a:cubicBezTo>
                  <a:pt x="80925" y="453422"/>
                  <a:pt x="1260874" y="612644"/>
                  <a:pt x="1327122" y="621458"/>
                </a:cubicBezTo>
                <a:cubicBezTo>
                  <a:pt x="1339632" y="623164"/>
                  <a:pt x="1393654" y="666950"/>
                  <a:pt x="1406164" y="675480"/>
                </a:cubicBezTo>
                <a:cubicBezTo>
                  <a:pt x="1415547" y="682020"/>
                  <a:pt x="1424645" y="678039"/>
                  <a:pt x="1432890" y="673774"/>
                </a:cubicBezTo>
                <a:cubicBezTo>
                  <a:pt x="1467579" y="655861"/>
                  <a:pt x="1490609" y="626860"/>
                  <a:pt x="1504540" y="591035"/>
                </a:cubicBezTo>
                <a:cubicBezTo>
                  <a:pt x="1511933" y="572554"/>
                  <a:pt x="1520463" y="558053"/>
                  <a:pt x="1536100" y="544121"/>
                </a:cubicBezTo>
                <a:cubicBezTo>
                  <a:pt x="1577328" y="507159"/>
                  <a:pt x="1592966" y="457403"/>
                  <a:pt x="1594387" y="402812"/>
                </a:cubicBezTo>
                <a:cubicBezTo>
                  <a:pt x="1594956" y="378075"/>
                  <a:pt x="1594672" y="378075"/>
                  <a:pt x="1619977" y="377507"/>
                </a:cubicBezTo>
                <a:cubicBezTo>
                  <a:pt x="1666038" y="376654"/>
                  <a:pt x="1711814" y="375801"/>
                  <a:pt x="1757874" y="375232"/>
                </a:cubicBezTo>
                <a:cubicBezTo>
                  <a:pt x="1763276" y="375232"/>
                  <a:pt x="1765551" y="374095"/>
                  <a:pt x="1765266" y="368408"/>
                </a:cubicBezTo>
                <a:cubicBezTo>
                  <a:pt x="1764982" y="359310"/>
                  <a:pt x="1766120" y="350212"/>
                  <a:pt x="1764982" y="341397"/>
                </a:cubicBezTo>
                <a:cubicBezTo>
                  <a:pt x="1763276" y="328035"/>
                  <a:pt x="1768678" y="322348"/>
                  <a:pt x="1781757" y="322348"/>
                </a:cubicBezTo>
                <a:lnTo>
                  <a:pt x="1798321" y="322483"/>
                </a:lnTo>
                <a:lnTo>
                  <a:pt x="1798817" y="219706"/>
                </a:lnTo>
                <a:cubicBezTo>
                  <a:pt x="1798817" y="213451"/>
                  <a:pt x="1796826" y="211745"/>
                  <a:pt x="1790571" y="211745"/>
                </a:cubicBezTo>
                <a:cubicBezTo>
                  <a:pt x="1778629" y="211745"/>
                  <a:pt x="1766972" y="211176"/>
                  <a:pt x="1755030" y="210607"/>
                </a:cubicBezTo>
                <a:cubicBezTo>
                  <a:pt x="1751334" y="210323"/>
                  <a:pt x="1747069" y="211176"/>
                  <a:pt x="1747353" y="205205"/>
                </a:cubicBezTo>
                <a:cubicBezTo>
                  <a:pt x="1747638" y="198666"/>
                  <a:pt x="1752472" y="201509"/>
                  <a:pt x="1755599" y="200940"/>
                </a:cubicBezTo>
                <a:cubicBezTo>
                  <a:pt x="1760148" y="199803"/>
                  <a:pt x="1767541" y="204352"/>
                  <a:pt x="1768962" y="197528"/>
                </a:cubicBezTo>
                <a:cubicBezTo>
                  <a:pt x="1770384" y="189852"/>
                  <a:pt x="1770099" y="181322"/>
                  <a:pt x="1768394" y="173645"/>
                </a:cubicBezTo>
                <a:cubicBezTo>
                  <a:pt x="1767256" y="169380"/>
                  <a:pt x="1760717" y="172223"/>
                  <a:pt x="1756736" y="171655"/>
                </a:cubicBezTo>
                <a:cubicBezTo>
                  <a:pt x="1753893" y="171371"/>
                  <a:pt x="1750765" y="171371"/>
                  <a:pt x="1750481" y="167674"/>
                </a:cubicBezTo>
                <a:cubicBezTo>
                  <a:pt x="1750197" y="163409"/>
                  <a:pt x="1753893" y="163978"/>
                  <a:pt x="1756452" y="163978"/>
                </a:cubicBezTo>
                <a:cubicBezTo>
                  <a:pt x="1767256" y="163978"/>
                  <a:pt x="1778345" y="163978"/>
                  <a:pt x="1789149" y="163978"/>
                </a:cubicBezTo>
                <a:cubicBezTo>
                  <a:pt x="1791709" y="163978"/>
                  <a:pt x="1795405" y="163694"/>
                  <a:pt x="1795120" y="167674"/>
                </a:cubicBezTo>
                <a:cubicBezTo>
                  <a:pt x="1794836" y="171371"/>
                  <a:pt x="1791709" y="171086"/>
                  <a:pt x="1788865" y="171655"/>
                </a:cubicBezTo>
                <a:cubicBezTo>
                  <a:pt x="1784600" y="172223"/>
                  <a:pt x="1777492" y="168811"/>
                  <a:pt x="1776355" y="174498"/>
                </a:cubicBezTo>
                <a:cubicBezTo>
                  <a:pt x="1774933" y="182744"/>
                  <a:pt x="1774365" y="192126"/>
                  <a:pt x="1777492" y="199519"/>
                </a:cubicBezTo>
                <a:cubicBezTo>
                  <a:pt x="1779198" y="204068"/>
                  <a:pt x="1788865" y="202078"/>
                  <a:pt x="1794552" y="201793"/>
                </a:cubicBezTo>
                <a:cubicBezTo>
                  <a:pt x="1801091" y="201509"/>
                  <a:pt x="1797964" y="195254"/>
                  <a:pt x="1798248" y="191557"/>
                </a:cubicBezTo>
                <a:cubicBezTo>
                  <a:pt x="1798532" y="155164"/>
                  <a:pt x="1798817" y="104839"/>
                  <a:pt x="1799669" y="68445"/>
                </a:cubicBezTo>
                <a:cubicBezTo>
                  <a:pt x="1799954" y="61621"/>
                  <a:pt x="1799954" y="61621"/>
                  <a:pt x="1803650" y="60199"/>
                </a:cubicBezTo>
                <a:cubicBezTo>
                  <a:pt x="1806209" y="59347"/>
                  <a:pt x="1801091" y="56503"/>
                  <a:pt x="1799385" y="55081"/>
                </a:cubicBezTo>
                <a:cubicBezTo>
                  <a:pt x="1792846" y="49395"/>
                  <a:pt x="1797111" y="41150"/>
                  <a:pt x="1804503" y="35747"/>
                </a:cubicBezTo>
                <a:cubicBezTo>
                  <a:pt x="1816160" y="26649"/>
                  <a:pt x="1809905" y="14423"/>
                  <a:pt x="1813033" y="162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0" name="Freeform: Shape 579">
            <a:extLst>
              <a:ext uri="{FF2B5EF4-FFF2-40B4-BE49-F238E27FC236}">
                <a16:creationId xmlns:a16="http://schemas.microsoft.com/office/drawing/2014/main" id="{EC00030C-ECE4-4962-8CB8-2C5818509A82}"/>
              </a:ext>
            </a:extLst>
          </p:cNvPr>
          <p:cNvSpPr/>
          <p:nvPr/>
        </p:nvSpPr>
        <p:spPr>
          <a:xfrm flipH="1">
            <a:off x="10785469" y="5989971"/>
            <a:ext cx="1218348" cy="396810"/>
          </a:xfrm>
          <a:custGeom>
            <a:avLst/>
            <a:gdLst>
              <a:gd name="connsiteX0" fmla="*/ 3561198 w 3628742"/>
              <a:gd name="connsiteY0" fmla="*/ 913032 h 1181863"/>
              <a:gd name="connsiteX1" fmla="*/ 3560779 w 3628742"/>
              <a:gd name="connsiteY1" fmla="*/ 958099 h 1181863"/>
              <a:gd name="connsiteX2" fmla="*/ 3565327 w 3628742"/>
              <a:gd name="connsiteY2" fmla="*/ 958938 h 1181863"/>
              <a:gd name="connsiteX3" fmla="*/ 3565327 w 3628742"/>
              <a:gd name="connsiteY3" fmla="*/ 914145 h 1181863"/>
              <a:gd name="connsiteX4" fmla="*/ 3476334 w 3628742"/>
              <a:gd name="connsiteY4" fmla="*/ 904646 h 1181863"/>
              <a:gd name="connsiteX5" fmla="*/ 3461550 w 3628742"/>
              <a:gd name="connsiteY5" fmla="*/ 919431 h 1181863"/>
              <a:gd name="connsiteX6" fmla="*/ 3461550 w 3628742"/>
              <a:gd name="connsiteY6" fmla="*/ 935637 h 1181863"/>
              <a:gd name="connsiteX7" fmla="*/ 3476334 w 3628742"/>
              <a:gd name="connsiteY7" fmla="*/ 950422 h 1181863"/>
              <a:gd name="connsiteX8" fmla="*/ 3525808 w 3628742"/>
              <a:gd name="connsiteY8" fmla="*/ 950422 h 1181863"/>
              <a:gd name="connsiteX9" fmla="*/ 3540592 w 3628742"/>
              <a:gd name="connsiteY9" fmla="*/ 935637 h 1181863"/>
              <a:gd name="connsiteX10" fmla="*/ 3540592 w 3628742"/>
              <a:gd name="connsiteY10" fmla="*/ 919431 h 1181863"/>
              <a:gd name="connsiteX11" fmla="*/ 3525808 w 3628742"/>
              <a:gd name="connsiteY11" fmla="*/ 904646 h 1181863"/>
              <a:gd name="connsiteX12" fmla="*/ 3296422 w 3628742"/>
              <a:gd name="connsiteY12" fmla="*/ 859789 h 1181863"/>
              <a:gd name="connsiteX13" fmla="*/ 3288830 w 3628742"/>
              <a:gd name="connsiteY13" fmla="*/ 862993 h 1181863"/>
              <a:gd name="connsiteX14" fmla="*/ 3296992 w 3628742"/>
              <a:gd name="connsiteY14" fmla="*/ 863926 h 1181863"/>
              <a:gd name="connsiteX15" fmla="*/ 1813033 w 3628742"/>
              <a:gd name="connsiteY15" fmla="*/ 1628 h 1181863"/>
              <a:gd name="connsiteX16" fmla="*/ 1820425 w 3628742"/>
              <a:gd name="connsiteY16" fmla="*/ 3050 h 1181863"/>
              <a:gd name="connsiteX17" fmla="*/ 1830661 w 3628742"/>
              <a:gd name="connsiteY17" fmla="*/ 35747 h 1181863"/>
              <a:gd name="connsiteX18" fmla="*/ 1833504 w 3628742"/>
              <a:gd name="connsiteY18" fmla="*/ 56503 h 1181863"/>
              <a:gd name="connsiteX19" fmla="*/ 1832367 w 3628742"/>
              <a:gd name="connsiteY19" fmla="*/ 63611 h 1181863"/>
              <a:gd name="connsiteX20" fmla="*/ 1833160 w 3628742"/>
              <a:gd name="connsiteY20" fmla="*/ 303599 h 1181863"/>
              <a:gd name="connsiteX21" fmla="*/ 1833194 w 3628742"/>
              <a:gd name="connsiteY21" fmla="*/ 324620 h 1181863"/>
              <a:gd name="connsiteX22" fmla="*/ 1889339 w 3628742"/>
              <a:gd name="connsiteY22" fmla="*/ 345875 h 1181863"/>
              <a:gd name="connsiteX23" fmla="*/ 1937283 w 3628742"/>
              <a:gd name="connsiteY23" fmla="*/ 384615 h 1181863"/>
              <a:gd name="connsiteX24" fmla="*/ 1970550 w 3628742"/>
              <a:gd name="connsiteY24" fmla="*/ 474178 h 1181863"/>
              <a:gd name="connsiteX25" fmla="*/ 1977658 w 3628742"/>
              <a:gd name="connsiteY25" fmla="*/ 493512 h 1181863"/>
              <a:gd name="connsiteX26" fmla="*/ 2013198 w 3628742"/>
              <a:gd name="connsiteY26" fmla="*/ 548386 h 1181863"/>
              <a:gd name="connsiteX27" fmla="*/ 2030258 w 3628742"/>
              <a:gd name="connsiteY27" fmla="*/ 561465 h 1181863"/>
              <a:gd name="connsiteX28" fmla="*/ 2188058 w 3628742"/>
              <a:gd name="connsiteY28" fmla="*/ 578240 h 1181863"/>
              <a:gd name="connsiteX29" fmla="*/ 2198862 w 3628742"/>
              <a:gd name="connsiteY29" fmla="*/ 591035 h 1181863"/>
              <a:gd name="connsiteX30" fmla="*/ 2193745 w 3628742"/>
              <a:gd name="connsiteY30" fmla="*/ 735472 h 1181863"/>
              <a:gd name="connsiteX31" fmla="*/ 2228718 w 3628742"/>
              <a:gd name="connsiteY31" fmla="*/ 740408 h 1181863"/>
              <a:gd name="connsiteX32" fmla="*/ 2242079 w 3628742"/>
              <a:gd name="connsiteY32" fmla="*/ 668655 h 1181863"/>
              <a:gd name="connsiteX33" fmla="*/ 2303777 w 3628742"/>
              <a:gd name="connsiteY33" fmla="*/ 345093 h 1181863"/>
              <a:gd name="connsiteX34" fmla="*/ 2318562 w 3628742"/>
              <a:gd name="connsiteY34" fmla="*/ 333720 h 1181863"/>
              <a:gd name="connsiteX35" fmla="*/ 2357230 w 3628742"/>
              <a:gd name="connsiteY35" fmla="*/ 333920 h 1181863"/>
              <a:gd name="connsiteX36" fmla="*/ 2409263 w 3628742"/>
              <a:gd name="connsiteY36" fmla="*/ 334029 h 1181863"/>
              <a:gd name="connsiteX37" fmla="*/ 2409262 w 3628742"/>
              <a:gd name="connsiteY37" fmla="*/ 334005 h 1181863"/>
              <a:gd name="connsiteX38" fmla="*/ 2409831 w 3628742"/>
              <a:gd name="connsiteY38" fmla="*/ 217716 h 1181863"/>
              <a:gd name="connsiteX39" fmla="*/ 2399880 w 3628742"/>
              <a:gd name="connsiteY39" fmla="*/ 208618 h 1181863"/>
              <a:gd name="connsiteX40" fmla="*/ 2379977 w 3628742"/>
              <a:gd name="connsiteY40" fmla="*/ 208618 h 1181863"/>
              <a:gd name="connsiteX41" fmla="*/ 2375428 w 3628742"/>
              <a:gd name="connsiteY41" fmla="*/ 204353 h 1181863"/>
              <a:gd name="connsiteX42" fmla="*/ 2380262 w 3628742"/>
              <a:gd name="connsiteY42" fmla="*/ 200941 h 1181863"/>
              <a:gd name="connsiteX43" fmla="*/ 2393056 w 3628742"/>
              <a:gd name="connsiteY43" fmla="*/ 200941 h 1181863"/>
              <a:gd name="connsiteX44" fmla="*/ 2410115 w 3628742"/>
              <a:gd name="connsiteY44" fmla="*/ 184166 h 1181863"/>
              <a:gd name="connsiteX45" fmla="*/ 2392772 w 3628742"/>
              <a:gd name="connsiteY45" fmla="*/ 167675 h 1181863"/>
              <a:gd name="connsiteX46" fmla="*/ 2381399 w 3628742"/>
              <a:gd name="connsiteY46" fmla="*/ 167675 h 1181863"/>
              <a:gd name="connsiteX47" fmla="*/ 2375712 w 3628742"/>
              <a:gd name="connsiteY47" fmla="*/ 163410 h 1181863"/>
              <a:gd name="connsiteX48" fmla="*/ 2381399 w 3628742"/>
              <a:gd name="connsiteY48" fmla="*/ 160567 h 1181863"/>
              <a:gd name="connsiteX49" fmla="*/ 2384242 w 3628742"/>
              <a:gd name="connsiteY49" fmla="*/ 160567 h 1181863"/>
              <a:gd name="connsiteX50" fmla="*/ 2409547 w 3628742"/>
              <a:gd name="connsiteY50" fmla="*/ 134409 h 1181863"/>
              <a:gd name="connsiteX51" fmla="*/ 2409547 w 3628742"/>
              <a:gd name="connsiteY51" fmla="*/ 120193 h 1181863"/>
              <a:gd name="connsiteX52" fmla="*/ 2418361 w 3628742"/>
              <a:gd name="connsiteY52" fmla="*/ 105977 h 1181863"/>
              <a:gd name="connsiteX53" fmla="*/ 2426322 w 3628742"/>
              <a:gd name="connsiteY53" fmla="*/ 121046 h 1181863"/>
              <a:gd name="connsiteX54" fmla="*/ 2427175 w 3628742"/>
              <a:gd name="connsiteY54" fmla="*/ 334005 h 1181863"/>
              <a:gd name="connsiteX55" fmla="*/ 2427174 w 3628742"/>
              <a:gd name="connsiteY55" fmla="*/ 334032 h 1181863"/>
              <a:gd name="connsiteX56" fmla="*/ 2471458 w 3628742"/>
              <a:gd name="connsiteY56" fmla="*/ 334000 h 1181863"/>
              <a:gd name="connsiteX57" fmla="*/ 2508207 w 3628742"/>
              <a:gd name="connsiteY57" fmla="*/ 333720 h 1181863"/>
              <a:gd name="connsiteX58" fmla="*/ 2520717 w 3628742"/>
              <a:gd name="connsiteY58" fmla="*/ 344525 h 1181863"/>
              <a:gd name="connsiteX59" fmla="*/ 2564376 w 3628742"/>
              <a:gd name="connsiteY59" fmla="*/ 666079 h 1181863"/>
              <a:gd name="connsiteX60" fmla="*/ 2567236 w 3628742"/>
              <a:gd name="connsiteY60" fmla="*/ 687012 h 1181863"/>
              <a:gd name="connsiteX61" fmla="*/ 2673016 w 3628742"/>
              <a:gd name="connsiteY61" fmla="*/ 699053 h 1181863"/>
              <a:gd name="connsiteX62" fmla="*/ 2662495 w 3628742"/>
              <a:gd name="connsiteY62" fmla="*/ 791473 h 1181863"/>
              <a:gd name="connsiteX63" fmla="*/ 2670280 w 3628742"/>
              <a:gd name="connsiteY63" fmla="*/ 792369 h 1181863"/>
              <a:gd name="connsiteX64" fmla="*/ 2680813 w 3628742"/>
              <a:gd name="connsiteY64" fmla="*/ 699837 h 1181863"/>
              <a:gd name="connsiteX65" fmla="*/ 2873764 w 3628742"/>
              <a:gd name="connsiteY65" fmla="*/ 721801 h 1181863"/>
              <a:gd name="connsiteX66" fmla="*/ 2863223 w 3628742"/>
              <a:gd name="connsiteY66" fmla="*/ 814408 h 1181863"/>
              <a:gd name="connsiteX67" fmla="*/ 2871007 w 3628742"/>
              <a:gd name="connsiteY67" fmla="*/ 815296 h 1181863"/>
              <a:gd name="connsiteX68" fmla="*/ 2881528 w 3628742"/>
              <a:gd name="connsiteY68" fmla="*/ 722864 h 1181863"/>
              <a:gd name="connsiteX69" fmla="*/ 3007367 w 3628742"/>
              <a:gd name="connsiteY69" fmla="*/ 737188 h 1181863"/>
              <a:gd name="connsiteX70" fmla="*/ 3015727 w 3628742"/>
              <a:gd name="connsiteY70" fmla="*/ 691971 h 1181863"/>
              <a:gd name="connsiteX71" fmla="*/ 3066053 w 3628742"/>
              <a:gd name="connsiteY71" fmla="*/ 429538 h 1181863"/>
              <a:gd name="connsiteX72" fmla="*/ 3078847 w 3628742"/>
              <a:gd name="connsiteY72" fmla="*/ 419302 h 1181863"/>
              <a:gd name="connsiteX73" fmla="*/ 3118381 w 3628742"/>
              <a:gd name="connsiteY73" fmla="*/ 419502 h 1181863"/>
              <a:gd name="connsiteX74" fmla="*/ 3174106 w 3628742"/>
              <a:gd name="connsiteY74" fmla="*/ 419617 h 1181863"/>
              <a:gd name="connsiteX75" fmla="*/ 3174096 w 3628742"/>
              <a:gd name="connsiteY75" fmla="*/ 419302 h 1181863"/>
              <a:gd name="connsiteX76" fmla="*/ 3174380 w 3628742"/>
              <a:gd name="connsiteY76" fmla="*/ 183597 h 1181863"/>
              <a:gd name="connsiteX77" fmla="*/ 3181772 w 3628742"/>
              <a:gd name="connsiteY77" fmla="*/ 172224 h 1181863"/>
              <a:gd name="connsiteX78" fmla="*/ 3192008 w 3628742"/>
              <a:gd name="connsiteY78" fmla="*/ 182459 h 1181863"/>
              <a:gd name="connsiteX79" fmla="*/ 3191723 w 3628742"/>
              <a:gd name="connsiteY79" fmla="*/ 308984 h 1181863"/>
              <a:gd name="connsiteX80" fmla="*/ 3192292 w 3628742"/>
              <a:gd name="connsiteY80" fmla="*/ 419302 h 1181863"/>
              <a:gd name="connsiteX81" fmla="*/ 3192287 w 3628742"/>
              <a:gd name="connsiteY81" fmla="*/ 419611 h 1181863"/>
              <a:gd name="connsiteX82" fmla="*/ 3233702 w 3628742"/>
              <a:gd name="connsiteY82" fmla="*/ 419582 h 1181863"/>
              <a:gd name="connsiteX83" fmla="*/ 3270198 w 3628742"/>
              <a:gd name="connsiteY83" fmla="*/ 419302 h 1181863"/>
              <a:gd name="connsiteX84" fmla="*/ 3282708 w 3628742"/>
              <a:gd name="connsiteY84" fmla="*/ 430107 h 1181863"/>
              <a:gd name="connsiteX85" fmla="*/ 3336161 w 3628742"/>
              <a:gd name="connsiteY85" fmla="*/ 820486 h 1181863"/>
              <a:gd name="connsiteX86" fmla="*/ 3340711 w 3628742"/>
              <a:gd name="connsiteY86" fmla="*/ 853325 h 1181863"/>
              <a:gd name="connsiteX87" fmla="*/ 3342890 w 3628742"/>
              <a:gd name="connsiteY87" fmla="*/ 869060 h 1181863"/>
              <a:gd name="connsiteX88" fmla="*/ 3378398 w 3628742"/>
              <a:gd name="connsiteY88" fmla="*/ 873010 h 1181863"/>
              <a:gd name="connsiteX89" fmla="*/ 3426009 w 3628742"/>
              <a:gd name="connsiteY89" fmla="*/ 878204 h 1181863"/>
              <a:gd name="connsiteX90" fmla="*/ 3433686 w 3628742"/>
              <a:gd name="connsiteY90" fmla="*/ 884459 h 1181863"/>
              <a:gd name="connsiteX91" fmla="*/ 3443354 w 3628742"/>
              <a:gd name="connsiteY91" fmla="*/ 912607 h 1181863"/>
              <a:gd name="connsiteX92" fmla="*/ 3456148 w 3628742"/>
              <a:gd name="connsiteY92" fmla="*/ 883606 h 1181863"/>
              <a:gd name="connsiteX93" fmla="*/ 3547984 w 3628742"/>
              <a:gd name="connsiteY93" fmla="*/ 883606 h 1181863"/>
              <a:gd name="connsiteX94" fmla="*/ 3557652 w 3628742"/>
              <a:gd name="connsiteY94" fmla="*/ 887871 h 1181863"/>
              <a:gd name="connsiteX95" fmla="*/ 3561348 w 3628742"/>
              <a:gd name="connsiteY95" fmla="*/ 896969 h 1181863"/>
              <a:gd name="connsiteX96" fmla="*/ 3561305 w 3628742"/>
              <a:gd name="connsiteY96" fmla="*/ 901576 h 1181863"/>
              <a:gd name="connsiteX97" fmla="*/ 3565327 w 3628742"/>
              <a:gd name="connsiteY97" fmla="*/ 902661 h 1181863"/>
              <a:gd name="connsiteX98" fmla="*/ 3565327 w 3628742"/>
              <a:gd name="connsiteY98" fmla="*/ 852901 h 1181863"/>
              <a:gd name="connsiteX99" fmla="*/ 3542127 w 3628742"/>
              <a:gd name="connsiteY99" fmla="*/ 846643 h 1181863"/>
              <a:gd name="connsiteX100" fmla="*/ 3545015 w 3628742"/>
              <a:gd name="connsiteY100" fmla="*/ 835937 h 1181863"/>
              <a:gd name="connsiteX101" fmla="*/ 3565327 w 3628742"/>
              <a:gd name="connsiteY101" fmla="*/ 841416 h 1181863"/>
              <a:gd name="connsiteX102" fmla="*/ 3565327 w 3628742"/>
              <a:gd name="connsiteY102" fmla="*/ 816220 h 1181863"/>
              <a:gd name="connsiteX103" fmla="*/ 3580113 w 3628742"/>
              <a:gd name="connsiteY103" fmla="*/ 816220 h 1181863"/>
              <a:gd name="connsiteX104" fmla="*/ 3580113 w 3628742"/>
              <a:gd name="connsiteY104" fmla="*/ 845403 h 1181863"/>
              <a:gd name="connsiteX105" fmla="*/ 3600299 w 3628742"/>
              <a:gd name="connsiteY105" fmla="*/ 850848 h 1181863"/>
              <a:gd name="connsiteX106" fmla="*/ 3600299 w 3628742"/>
              <a:gd name="connsiteY106" fmla="*/ 813092 h 1181863"/>
              <a:gd name="connsiteX107" fmla="*/ 3608829 w 3628742"/>
              <a:gd name="connsiteY107" fmla="*/ 813092 h 1181863"/>
              <a:gd name="connsiteX108" fmla="*/ 3608829 w 3628742"/>
              <a:gd name="connsiteY108" fmla="*/ 853148 h 1181863"/>
              <a:gd name="connsiteX109" fmla="*/ 3628742 w 3628742"/>
              <a:gd name="connsiteY109" fmla="*/ 858519 h 1181863"/>
              <a:gd name="connsiteX110" fmla="*/ 3625855 w 3628742"/>
              <a:gd name="connsiteY110" fmla="*/ 869225 h 1181863"/>
              <a:gd name="connsiteX111" fmla="*/ 3580113 w 3628742"/>
              <a:gd name="connsiteY111" fmla="*/ 856888 h 1181863"/>
              <a:gd name="connsiteX112" fmla="*/ 3580113 w 3628742"/>
              <a:gd name="connsiteY112" fmla="*/ 906648 h 1181863"/>
              <a:gd name="connsiteX113" fmla="*/ 3623074 w 3628742"/>
              <a:gd name="connsiteY113" fmla="*/ 918236 h 1181863"/>
              <a:gd name="connsiteX114" fmla="*/ 3620187 w 3628742"/>
              <a:gd name="connsiteY114" fmla="*/ 928941 h 1181863"/>
              <a:gd name="connsiteX115" fmla="*/ 3580113 w 3628742"/>
              <a:gd name="connsiteY115" fmla="*/ 918133 h 1181863"/>
              <a:gd name="connsiteX116" fmla="*/ 3580113 w 3628742"/>
              <a:gd name="connsiteY116" fmla="*/ 961139 h 1181863"/>
              <a:gd name="connsiteX117" fmla="*/ 3591771 w 3628742"/>
              <a:gd name="connsiteY117" fmla="*/ 962364 h 1181863"/>
              <a:gd name="connsiteX118" fmla="*/ 3610821 w 3628742"/>
              <a:gd name="connsiteY118" fmla="*/ 979139 h 1181863"/>
              <a:gd name="connsiteX119" fmla="*/ 3563054 w 3628742"/>
              <a:gd name="connsiteY119" fmla="*/ 1181863 h 1181863"/>
              <a:gd name="connsiteX120" fmla="*/ 384584 w 3628742"/>
              <a:gd name="connsiteY120" fmla="*/ 1171343 h 1181863"/>
              <a:gd name="connsiteX121" fmla="*/ 363544 w 3628742"/>
              <a:gd name="connsiteY121" fmla="*/ 1056476 h 1181863"/>
              <a:gd name="connsiteX122" fmla="*/ 221097 w 3628742"/>
              <a:gd name="connsiteY122" fmla="*/ 722109 h 1181863"/>
              <a:gd name="connsiteX123" fmla="*/ 43110 w 3628742"/>
              <a:gd name="connsiteY123" fmla="*/ 507728 h 1181863"/>
              <a:gd name="connsiteX124" fmla="*/ 1598 w 3628742"/>
              <a:gd name="connsiteY124" fmla="*/ 461383 h 1181863"/>
              <a:gd name="connsiteX125" fmla="*/ 9844 w 3628742"/>
              <a:gd name="connsiteY125" fmla="*/ 443754 h 1181863"/>
              <a:gd name="connsiteX126" fmla="*/ 1327122 w 3628742"/>
              <a:gd name="connsiteY126" fmla="*/ 621458 h 1181863"/>
              <a:gd name="connsiteX127" fmla="*/ 1406164 w 3628742"/>
              <a:gd name="connsiteY127" fmla="*/ 675480 h 1181863"/>
              <a:gd name="connsiteX128" fmla="*/ 1432890 w 3628742"/>
              <a:gd name="connsiteY128" fmla="*/ 673774 h 1181863"/>
              <a:gd name="connsiteX129" fmla="*/ 1504540 w 3628742"/>
              <a:gd name="connsiteY129" fmla="*/ 591035 h 1181863"/>
              <a:gd name="connsiteX130" fmla="*/ 1536100 w 3628742"/>
              <a:gd name="connsiteY130" fmla="*/ 544121 h 1181863"/>
              <a:gd name="connsiteX131" fmla="*/ 1594387 w 3628742"/>
              <a:gd name="connsiteY131" fmla="*/ 402812 h 1181863"/>
              <a:gd name="connsiteX132" fmla="*/ 1619977 w 3628742"/>
              <a:gd name="connsiteY132" fmla="*/ 377507 h 1181863"/>
              <a:gd name="connsiteX133" fmla="*/ 1757874 w 3628742"/>
              <a:gd name="connsiteY133" fmla="*/ 375232 h 1181863"/>
              <a:gd name="connsiteX134" fmla="*/ 1765266 w 3628742"/>
              <a:gd name="connsiteY134" fmla="*/ 368408 h 1181863"/>
              <a:gd name="connsiteX135" fmla="*/ 1764982 w 3628742"/>
              <a:gd name="connsiteY135" fmla="*/ 341397 h 1181863"/>
              <a:gd name="connsiteX136" fmla="*/ 1781757 w 3628742"/>
              <a:gd name="connsiteY136" fmla="*/ 322348 h 1181863"/>
              <a:gd name="connsiteX137" fmla="*/ 1798321 w 3628742"/>
              <a:gd name="connsiteY137" fmla="*/ 322483 h 1181863"/>
              <a:gd name="connsiteX138" fmla="*/ 1798817 w 3628742"/>
              <a:gd name="connsiteY138" fmla="*/ 219706 h 1181863"/>
              <a:gd name="connsiteX139" fmla="*/ 1790571 w 3628742"/>
              <a:gd name="connsiteY139" fmla="*/ 211745 h 1181863"/>
              <a:gd name="connsiteX140" fmla="*/ 1755030 w 3628742"/>
              <a:gd name="connsiteY140" fmla="*/ 210607 h 1181863"/>
              <a:gd name="connsiteX141" fmla="*/ 1747353 w 3628742"/>
              <a:gd name="connsiteY141" fmla="*/ 205205 h 1181863"/>
              <a:gd name="connsiteX142" fmla="*/ 1755599 w 3628742"/>
              <a:gd name="connsiteY142" fmla="*/ 200940 h 1181863"/>
              <a:gd name="connsiteX143" fmla="*/ 1768962 w 3628742"/>
              <a:gd name="connsiteY143" fmla="*/ 197528 h 1181863"/>
              <a:gd name="connsiteX144" fmla="*/ 1768394 w 3628742"/>
              <a:gd name="connsiteY144" fmla="*/ 173645 h 1181863"/>
              <a:gd name="connsiteX145" fmla="*/ 1756736 w 3628742"/>
              <a:gd name="connsiteY145" fmla="*/ 171655 h 1181863"/>
              <a:gd name="connsiteX146" fmla="*/ 1750481 w 3628742"/>
              <a:gd name="connsiteY146" fmla="*/ 167674 h 1181863"/>
              <a:gd name="connsiteX147" fmla="*/ 1756452 w 3628742"/>
              <a:gd name="connsiteY147" fmla="*/ 163978 h 1181863"/>
              <a:gd name="connsiteX148" fmla="*/ 1789149 w 3628742"/>
              <a:gd name="connsiteY148" fmla="*/ 163978 h 1181863"/>
              <a:gd name="connsiteX149" fmla="*/ 1795120 w 3628742"/>
              <a:gd name="connsiteY149" fmla="*/ 167674 h 1181863"/>
              <a:gd name="connsiteX150" fmla="*/ 1788865 w 3628742"/>
              <a:gd name="connsiteY150" fmla="*/ 171655 h 1181863"/>
              <a:gd name="connsiteX151" fmla="*/ 1776355 w 3628742"/>
              <a:gd name="connsiteY151" fmla="*/ 174498 h 1181863"/>
              <a:gd name="connsiteX152" fmla="*/ 1777492 w 3628742"/>
              <a:gd name="connsiteY152" fmla="*/ 199519 h 1181863"/>
              <a:gd name="connsiteX153" fmla="*/ 1794552 w 3628742"/>
              <a:gd name="connsiteY153" fmla="*/ 201793 h 1181863"/>
              <a:gd name="connsiteX154" fmla="*/ 1798248 w 3628742"/>
              <a:gd name="connsiteY154" fmla="*/ 191557 h 1181863"/>
              <a:gd name="connsiteX155" fmla="*/ 1799669 w 3628742"/>
              <a:gd name="connsiteY155" fmla="*/ 68445 h 1181863"/>
              <a:gd name="connsiteX156" fmla="*/ 1803650 w 3628742"/>
              <a:gd name="connsiteY156" fmla="*/ 60199 h 1181863"/>
              <a:gd name="connsiteX157" fmla="*/ 1799385 w 3628742"/>
              <a:gd name="connsiteY157" fmla="*/ 55081 h 1181863"/>
              <a:gd name="connsiteX158" fmla="*/ 1804503 w 3628742"/>
              <a:gd name="connsiteY158" fmla="*/ 35747 h 1181863"/>
              <a:gd name="connsiteX159" fmla="*/ 1813033 w 3628742"/>
              <a:gd name="connsiteY159" fmla="*/ 1628 h 118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3628742" h="1181863">
                <a:moveTo>
                  <a:pt x="3561198" y="913032"/>
                </a:moveTo>
                <a:lnTo>
                  <a:pt x="3560779" y="958099"/>
                </a:lnTo>
                <a:lnTo>
                  <a:pt x="3565327" y="958938"/>
                </a:lnTo>
                <a:lnTo>
                  <a:pt x="3565327" y="914145"/>
                </a:lnTo>
                <a:close/>
                <a:moveTo>
                  <a:pt x="3476334" y="904646"/>
                </a:moveTo>
                <a:cubicBezTo>
                  <a:pt x="3468089" y="904646"/>
                  <a:pt x="3461550" y="911185"/>
                  <a:pt x="3461550" y="919431"/>
                </a:cubicBezTo>
                <a:lnTo>
                  <a:pt x="3461550" y="935637"/>
                </a:lnTo>
                <a:cubicBezTo>
                  <a:pt x="3461550" y="943883"/>
                  <a:pt x="3468089" y="950422"/>
                  <a:pt x="3476334" y="950422"/>
                </a:cubicBezTo>
                <a:lnTo>
                  <a:pt x="3525808" y="950422"/>
                </a:lnTo>
                <a:cubicBezTo>
                  <a:pt x="3533768" y="950422"/>
                  <a:pt x="3540592" y="943883"/>
                  <a:pt x="3540592" y="935637"/>
                </a:cubicBezTo>
                <a:lnTo>
                  <a:pt x="3540592" y="919431"/>
                </a:lnTo>
                <a:cubicBezTo>
                  <a:pt x="3540592" y="911185"/>
                  <a:pt x="3534053" y="904646"/>
                  <a:pt x="3525808" y="904646"/>
                </a:cubicBezTo>
                <a:close/>
                <a:moveTo>
                  <a:pt x="3296422" y="859789"/>
                </a:moveTo>
                <a:lnTo>
                  <a:pt x="3288830" y="862993"/>
                </a:lnTo>
                <a:lnTo>
                  <a:pt x="3296992" y="863926"/>
                </a:lnTo>
                <a:close/>
                <a:moveTo>
                  <a:pt x="1813033" y="1628"/>
                </a:moveTo>
                <a:cubicBezTo>
                  <a:pt x="1813601" y="-1215"/>
                  <a:pt x="1820425" y="-78"/>
                  <a:pt x="1820425" y="3050"/>
                </a:cubicBezTo>
                <a:cubicBezTo>
                  <a:pt x="1819288" y="20678"/>
                  <a:pt x="1822700" y="29777"/>
                  <a:pt x="1830661" y="35747"/>
                </a:cubicBezTo>
                <a:cubicBezTo>
                  <a:pt x="1841465" y="43708"/>
                  <a:pt x="1839191" y="53091"/>
                  <a:pt x="1833504" y="56503"/>
                </a:cubicBezTo>
                <a:cubicBezTo>
                  <a:pt x="1826680" y="60484"/>
                  <a:pt x="1830945" y="60484"/>
                  <a:pt x="1832367" y="63611"/>
                </a:cubicBezTo>
                <a:cubicBezTo>
                  <a:pt x="1833610" y="66846"/>
                  <a:pt x="1833113" y="208746"/>
                  <a:pt x="1833160" y="303599"/>
                </a:cubicBezTo>
                <a:lnTo>
                  <a:pt x="1833194" y="324620"/>
                </a:lnTo>
                <a:lnTo>
                  <a:pt x="1889339" y="345875"/>
                </a:lnTo>
                <a:cubicBezTo>
                  <a:pt x="1907216" y="356040"/>
                  <a:pt x="1923351" y="368977"/>
                  <a:pt x="1937283" y="384615"/>
                </a:cubicBezTo>
                <a:cubicBezTo>
                  <a:pt x="1958892" y="408783"/>
                  <a:pt x="1969980" y="440627"/>
                  <a:pt x="1970550" y="474178"/>
                </a:cubicBezTo>
                <a:cubicBezTo>
                  <a:pt x="1970834" y="481570"/>
                  <a:pt x="1971686" y="486972"/>
                  <a:pt x="1977658" y="493512"/>
                </a:cubicBezTo>
                <a:cubicBezTo>
                  <a:pt x="1992442" y="509718"/>
                  <a:pt x="2003816" y="528484"/>
                  <a:pt x="2013198" y="548386"/>
                </a:cubicBezTo>
                <a:cubicBezTo>
                  <a:pt x="2017463" y="557200"/>
                  <a:pt x="2022012" y="560612"/>
                  <a:pt x="2030258" y="561465"/>
                </a:cubicBezTo>
                <a:cubicBezTo>
                  <a:pt x="2088544" y="567151"/>
                  <a:pt x="2129772" y="573122"/>
                  <a:pt x="2188058" y="578240"/>
                </a:cubicBezTo>
                <a:cubicBezTo>
                  <a:pt x="2198009" y="579094"/>
                  <a:pt x="2199147" y="582505"/>
                  <a:pt x="2198862" y="591035"/>
                </a:cubicBezTo>
                <a:cubicBezTo>
                  <a:pt x="2197725" y="636527"/>
                  <a:pt x="2194313" y="689981"/>
                  <a:pt x="2193745" y="735472"/>
                </a:cubicBezTo>
                <a:lnTo>
                  <a:pt x="2228718" y="740408"/>
                </a:lnTo>
                <a:lnTo>
                  <a:pt x="2242079" y="668655"/>
                </a:lnTo>
                <a:cubicBezTo>
                  <a:pt x="2262550" y="560896"/>
                  <a:pt x="2283590" y="453137"/>
                  <a:pt x="2303777" y="345093"/>
                </a:cubicBezTo>
                <a:cubicBezTo>
                  <a:pt x="2305767" y="334858"/>
                  <a:pt x="2310032" y="333720"/>
                  <a:pt x="2318562" y="333720"/>
                </a:cubicBezTo>
                <a:cubicBezTo>
                  <a:pt x="2326168" y="333791"/>
                  <a:pt x="2340135" y="333863"/>
                  <a:pt x="2357230" y="333920"/>
                </a:cubicBezTo>
                <a:lnTo>
                  <a:pt x="2409263" y="334029"/>
                </a:lnTo>
                <a:lnTo>
                  <a:pt x="2409262" y="334005"/>
                </a:lnTo>
                <a:cubicBezTo>
                  <a:pt x="2409262" y="295337"/>
                  <a:pt x="2409262" y="256384"/>
                  <a:pt x="2409831" y="217716"/>
                </a:cubicBezTo>
                <a:cubicBezTo>
                  <a:pt x="2409831" y="209471"/>
                  <a:pt x="2406703" y="208333"/>
                  <a:pt x="2399880" y="208618"/>
                </a:cubicBezTo>
                <a:cubicBezTo>
                  <a:pt x="2393340" y="208902"/>
                  <a:pt x="2386517" y="208618"/>
                  <a:pt x="2379977" y="208618"/>
                </a:cubicBezTo>
                <a:cubicBezTo>
                  <a:pt x="2377134" y="208618"/>
                  <a:pt x="2375428" y="207196"/>
                  <a:pt x="2375428" y="204353"/>
                </a:cubicBezTo>
                <a:cubicBezTo>
                  <a:pt x="2375428" y="200941"/>
                  <a:pt x="2377987" y="200941"/>
                  <a:pt x="2380262" y="200941"/>
                </a:cubicBezTo>
                <a:cubicBezTo>
                  <a:pt x="2384526" y="200941"/>
                  <a:pt x="2388791" y="200372"/>
                  <a:pt x="2393056" y="200941"/>
                </a:cubicBezTo>
                <a:cubicBezTo>
                  <a:pt x="2406988" y="203500"/>
                  <a:pt x="2409831" y="197814"/>
                  <a:pt x="2410115" y="184166"/>
                </a:cubicBezTo>
                <a:cubicBezTo>
                  <a:pt x="2410399" y="169950"/>
                  <a:pt x="2406135" y="165401"/>
                  <a:pt x="2392772" y="167675"/>
                </a:cubicBezTo>
                <a:cubicBezTo>
                  <a:pt x="2389075" y="168244"/>
                  <a:pt x="2385095" y="167675"/>
                  <a:pt x="2381399" y="167675"/>
                </a:cubicBezTo>
                <a:cubicBezTo>
                  <a:pt x="2378555" y="167675"/>
                  <a:pt x="2375428" y="167391"/>
                  <a:pt x="2375712" y="163410"/>
                </a:cubicBezTo>
                <a:cubicBezTo>
                  <a:pt x="2375997" y="160283"/>
                  <a:pt x="2379124" y="160851"/>
                  <a:pt x="2381399" y="160567"/>
                </a:cubicBezTo>
                <a:cubicBezTo>
                  <a:pt x="2382252" y="160567"/>
                  <a:pt x="2383389" y="160567"/>
                  <a:pt x="2384242" y="160567"/>
                </a:cubicBezTo>
                <a:cubicBezTo>
                  <a:pt x="2409547" y="159430"/>
                  <a:pt x="2409547" y="159430"/>
                  <a:pt x="2409547" y="134409"/>
                </a:cubicBezTo>
                <a:cubicBezTo>
                  <a:pt x="2409547" y="129576"/>
                  <a:pt x="2409262" y="125027"/>
                  <a:pt x="2409547" y="120193"/>
                </a:cubicBezTo>
                <a:cubicBezTo>
                  <a:pt x="2410115" y="114222"/>
                  <a:pt x="2405282" y="105692"/>
                  <a:pt x="2418361" y="105977"/>
                </a:cubicBezTo>
                <a:cubicBezTo>
                  <a:pt x="2431724" y="106261"/>
                  <a:pt x="2426322" y="115644"/>
                  <a:pt x="2426322" y="121046"/>
                </a:cubicBezTo>
                <a:cubicBezTo>
                  <a:pt x="2426890" y="192127"/>
                  <a:pt x="2426890" y="262924"/>
                  <a:pt x="2427175" y="334005"/>
                </a:cubicBezTo>
                <a:lnTo>
                  <a:pt x="2427174" y="334032"/>
                </a:lnTo>
                <a:lnTo>
                  <a:pt x="2471458" y="334000"/>
                </a:lnTo>
                <a:cubicBezTo>
                  <a:pt x="2488127" y="333951"/>
                  <a:pt x="2501454" y="333863"/>
                  <a:pt x="2508207" y="333720"/>
                </a:cubicBezTo>
                <a:cubicBezTo>
                  <a:pt x="2516736" y="333436"/>
                  <a:pt x="2519580" y="336564"/>
                  <a:pt x="2520717" y="344525"/>
                </a:cubicBezTo>
                <a:cubicBezTo>
                  <a:pt x="2530846" y="419871"/>
                  <a:pt x="2550304" y="562966"/>
                  <a:pt x="2564376" y="666079"/>
                </a:cubicBezTo>
                <a:lnTo>
                  <a:pt x="2567236" y="687012"/>
                </a:lnTo>
                <a:lnTo>
                  <a:pt x="2673016" y="699053"/>
                </a:lnTo>
                <a:lnTo>
                  <a:pt x="2662495" y="791473"/>
                </a:lnTo>
                <a:lnTo>
                  <a:pt x="2670280" y="792369"/>
                </a:lnTo>
                <a:lnTo>
                  <a:pt x="2680813" y="699837"/>
                </a:lnTo>
                <a:lnTo>
                  <a:pt x="2873764" y="721801"/>
                </a:lnTo>
                <a:lnTo>
                  <a:pt x="2863223" y="814408"/>
                </a:lnTo>
                <a:lnTo>
                  <a:pt x="2871007" y="815296"/>
                </a:lnTo>
                <a:lnTo>
                  <a:pt x="2881528" y="722864"/>
                </a:lnTo>
                <a:lnTo>
                  <a:pt x="3007367" y="737188"/>
                </a:lnTo>
                <a:lnTo>
                  <a:pt x="3015727" y="691971"/>
                </a:lnTo>
                <a:cubicBezTo>
                  <a:pt x="3032502" y="604398"/>
                  <a:pt x="3049562" y="517110"/>
                  <a:pt x="3066053" y="429538"/>
                </a:cubicBezTo>
                <a:cubicBezTo>
                  <a:pt x="3067759" y="420724"/>
                  <a:pt x="3071170" y="419302"/>
                  <a:pt x="3078847" y="419302"/>
                </a:cubicBezTo>
                <a:cubicBezTo>
                  <a:pt x="3086737" y="419373"/>
                  <a:pt x="3101007" y="419445"/>
                  <a:pt x="3118381" y="419502"/>
                </a:cubicBezTo>
                <a:lnTo>
                  <a:pt x="3174106" y="419617"/>
                </a:lnTo>
                <a:lnTo>
                  <a:pt x="3174096" y="419302"/>
                </a:lnTo>
                <a:cubicBezTo>
                  <a:pt x="3174096" y="340829"/>
                  <a:pt x="3174380" y="262070"/>
                  <a:pt x="3174380" y="183597"/>
                </a:cubicBezTo>
                <a:cubicBezTo>
                  <a:pt x="3174380" y="178479"/>
                  <a:pt x="3171821" y="171940"/>
                  <a:pt x="3181772" y="172224"/>
                </a:cubicBezTo>
                <a:cubicBezTo>
                  <a:pt x="3189733" y="172224"/>
                  <a:pt x="3192008" y="174214"/>
                  <a:pt x="3192008" y="182459"/>
                </a:cubicBezTo>
                <a:cubicBezTo>
                  <a:pt x="3191723" y="224540"/>
                  <a:pt x="3191723" y="266620"/>
                  <a:pt x="3191723" y="308984"/>
                </a:cubicBezTo>
                <a:cubicBezTo>
                  <a:pt x="3192008" y="345378"/>
                  <a:pt x="3192008" y="382340"/>
                  <a:pt x="3192292" y="419302"/>
                </a:cubicBezTo>
                <a:lnTo>
                  <a:pt x="3192287" y="419611"/>
                </a:lnTo>
                <a:lnTo>
                  <a:pt x="3233702" y="419582"/>
                </a:lnTo>
                <a:cubicBezTo>
                  <a:pt x="3250402" y="419533"/>
                  <a:pt x="3263659" y="419445"/>
                  <a:pt x="3270198" y="419302"/>
                </a:cubicBezTo>
                <a:cubicBezTo>
                  <a:pt x="3278727" y="419018"/>
                  <a:pt x="3281571" y="422146"/>
                  <a:pt x="3282708" y="430107"/>
                </a:cubicBezTo>
                <a:cubicBezTo>
                  <a:pt x="3300336" y="560328"/>
                  <a:pt x="3318249" y="690549"/>
                  <a:pt x="3336161" y="820486"/>
                </a:cubicBezTo>
                <a:cubicBezTo>
                  <a:pt x="3338009" y="834275"/>
                  <a:pt x="3339360" y="843800"/>
                  <a:pt x="3340711" y="853325"/>
                </a:cubicBezTo>
                <a:lnTo>
                  <a:pt x="3342890" y="869060"/>
                </a:lnTo>
                <a:lnTo>
                  <a:pt x="3378398" y="873010"/>
                </a:lnTo>
                <a:cubicBezTo>
                  <a:pt x="3399887" y="875378"/>
                  <a:pt x="3417337" y="877280"/>
                  <a:pt x="3426009" y="878204"/>
                </a:cubicBezTo>
                <a:cubicBezTo>
                  <a:pt x="3429706" y="878488"/>
                  <a:pt x="3432549" y="881047"/>
                  <a:pt x="3433686" y="884459"/>
                </a:cubicBezTo>
                <a:cubicBezTo>
                  <a:pt x="3437951" y="897254"/>
                  <a:pt x="3443354" y="912607"/>
                  <a:pt x="3443354" y="912607"/>
                </a:cubicBezTo>
                <a:cubicBezTo>
                  <a:pt x="3443922" y="887302"/>
                  <a:pt x="3448756" y="883606"/>
                  <a:pt x="3456148" y="883606"/>
                </a:cubicBezTo>
                <a:lnTo>
                  <a:pt x="3547984" y="883606"/>
                </a:lnTo>
                <a:cubicBezTo>
                  <a:pt x="3551681" y="883606"/>
                  <a:pt x="3555093" y="885312"/>
                  <a:pt x="3557652" y="887871"/>
                </a:cubicBezTo>
                <a:cubicBezTo>
                  <a:pt x="3557652" y="887871"/>
                  <a:pt x="3561348" y="891567"/>
                  <a:pt x="3561348" y="896969"/>
                </a:cubicBezTo>
                <a:lnTo>
                  <a:pt x="3561305" y="901576"/>
                </a:lnTo>
                <a:lnTo>
                  <a:pt x="3565327" y="902661"/>
                </a:lnTo>
                <a:lnTo>
                  <a:pt x="3565327" y="852901"/>
                </a:lnTo>
                <a:lnTo>
                  <a:pt x="3542127" y="846643"/>
                </a:lnTo>
                <a:lnTo>
                  <a:pt x="3545015" y="835937"/>
                </a:lnTo>
                <a:lnTo>
                  <a:pt x="3565327" y="841416"/>
                </a:lnTo>
                <a:lnTo>
                  <a:pt x="3565327" y="816220"/>
                </a:lnTo>
                <a:lnTo>
                  <a:pt x="3580113" y="816220"/>
                </a:lnTo>
                <a:lnTo>
                  <a:pt x="3580113" y="845403"/>
                </a:lnTo>
                <a:lnTo>
                  <a:pt x="3600299" y="850848"/>
                </a:lnTo>
                <a:lnTo>
                  <a:pt x="3600299" y="813092"/>
                </a:lnTo>
                <a:lnTo>
                  <a:pt x="3608829" y="813092"/>
                </a:lnTo>
                <a:lnTo>
                  <a:pt x="3608829" y="853148"/>
                </a:lnTo>
                <a:lnTo>
                  <a:pt x="3628742" y="858519"/>
                </a:lnTo>
                <a:lnTo>
                  <a:pt x="3625855" y="869225"/>
                </a:lnTo>
                <a:lnTo>
                  <a:pt x="3580113" y="856888"/>
                </a:lnTo>
                <a:lnTo>
                  <a:pt x="3580113" y="906648"/>
                </a:lnTo>
                <a:lnTo>
                  <a:pt x="3623074" y="918236"/>
                </a:lnTo>
                <a:lnTo>
                  <a:pt x="3620187" y="928941"/>
                </a:lnTo>
                <a:lnTo>
                  <a:pt x="3580113" y="918133"/>
                </a:lnTo>
                <a:lnTo>
                  <a:pt x="3580113" y="961139"/>
                </a:lnTo>
                <a:lnTo>
                  <a:pt x="3591771" y="962364"/>
                </a:lnTo>
                <a:cubicBezTo>
                  <a:pt x="3603712" y="961227"/>
                  <a:pt x="3614233" y="961796"/>
                  <a:pt x="3610821" y="979139"/>
                </a:cubicBezTo>
                <a:cubicBezTo>
                  <a:pt x="3610252" y="982835"/>
                  <a:pt x="3592056" y="1181863"/>
                  <a:pt x="3563054" y="1181863"/>
                </a:cubicBezTo>
                <a:cubicBezTo>
                  <a:pt x="3264512" y="1181863"/>
                  <a:pt x="1118996" y="1171343"/>
                  <a:pt x="384584" y="1171343"/>
                </a:cubicBezTo>
                <a:cubicBezTo>
                  <a:pt x="377476" y="1136087"/>
                  <a:pt x="370936" y="1091447"/>
                  <a:pt x="363544" y="1056476"/>
                </a:cubicBezTo>
                <a:cubicBezTo>
                  <a:pt x="337955" y="935638"/>
                  <a:pt x="297296" y="821338"/>
                  <a:pt x="221097" y="722109"/>
                </a:cubicBezTo>
                <a:cubicBezTo>
                  <a:pt x="216832" y="716423"/>
                  <a:pt x="97984" y="573691"/>
                  <a:pt x="43110" y="507728"/>
                </a:cubicBezTo>
                <a:cubicBezTo>
                  <a:pt x="29747" y="491805"/>
                  <a:pt x="16952" y="475599"/>
                  <a:pt x="1598" y="461383"/>
                </a:cubicBezTo>
                <a:cubicBezTo>
                  <a:pt x="-3235" y="455696"/>
                  <a:pt x="3873" y="442902"/>
                  <a:pt x="9844" y="443754"/>
                </a:cubicBezTo>
                <a:cubicBezTo>
                  <a:pt x="80925" y="453422"/>
                  <a:pt x="1260874" y="612644"/>
                  <a:pt x="1327122" y="621458"/>
                </a:cubicBezTo>
                <a:cubicBezTo>
                  <a:pt x="1339632" y="623164"/>
                  <a:pt x="1393654" y="666950"/>
                  <a:pt x="1406164" y="675480"/>
                </a:cubicBezTo>
                <a:cubicBezTo>
                  <a:pt x="1415547" y="682020"/>
                  <a:pt x="1424645" y="678039"/>
                  <a:pt x="1432890" y="673774"/>
                </a:cubicBezTo>
                <a:cubicBezTo>
                  <a:pt x="1467579" y="655861"/>
                  <a:pt x="1490609" y="626860"/>
                  <a:pt x="1504540" y="591035"/>
                </a:cubicBezTo>
                <a:cubicBezTo>
                  <a:pt x="1511933" y="572554"/>
                  <a:pt x="1520463" y="558053"/>
                  <a:pt x="1536100" y="544121"/>
                </a:cubicBezTo>
                <a:cubicBezTo>
                  <a:pt x="1577328" y="507159"/>
                  <a:pt x="1592966" y="457403"/>
                  <a:pt x="1594387" y="402812"/>
                </a:cubicBezTo>
                <a:cubicBezTo>
                  <a:pt x="1594956" y="378075"/>
                  <a:pt x="1594672" y="378075"/>
                  <a:pt x="1619977" y="377507"/>
                </a:cubicBezTo>
                <a:cubicBezTo>
                  <a:pt x="1666038" y="376654"/>
                  <a:pt x="1711814" y="375801"/>
                  <a:pt x="1757874" y="375232"/>
                </a:cubicBezTo>
                <a:cubicBezTo>
                  <a:pt x="1763276" y="375232"/>
                  <a:pt x="1765551" y="374095"/>
                  <a:pt x="1765266" y="368408"/>
                </a:cubicBezTo>
                <a:cubicBezTo>
                  <a:pt x="1764982" y="359310"/>
                  <a:pt x="1766120" y="350212"/>
                  <a:pt x="1764982" y="341397"/>
                </a:cubicBezTo>
                <a:cubicBezTo>
                  <a:pt x="1763276" y="328035"/>
                  <a:pt x="1768678" y="322348"/>
                  <a:pt x="1781757" y="322348"/>
                </a:cubicBezTo>
                <a:lnTo>
                  <a:pt x="1798321" y="322483"/>
                </a:lnTo>
                <a:lnTo>
                  <a:pt x="1798817" y="219706"/>
                </a:lnTo>
                <a:cubicBezTo>
                  <a:pt x="1798817" y="213451"/>
                  <a:pt x="1796826" y="211745"/>
                  <a:pt x="1790571" y="211745"/>
                </a:cubicBezTo>
                <a:cubicBezTo>
                  <a:pt x="1778629" y="211745"/>
                  <a:pt x="1766972" y="211176"/>
                  <a:pt x="1755030" y="210607"/>
                </a:cubicBezTo>
                <a:cubicBezTo>
                  <a:pt x="1751334" y="210323"/>
                  <a:pt x="1747069" y="211176"/>
                  <a:pt x="1747353" y="205205"/>
                </a:cubicBezTo>
                <a:cubicBezTo>
                  <a:pt x="1747638" y="198666"/>
                  <a:pt x="1752472" y="201509"/>
                  <a:pt x="1755599" y="200940"/>
                </a:cubicBezTo>
                <a:cubicBezTo>
                  <a:pt x="1760148" y="199803"/>
                  <a:pt x="1767541" y="204352"/>
                  <a:pt x="1768962" y="197528"/>
                </a:cubicBezTo>
                <a:cubicBezTo>
                  <a:pt x="1770384" y="189852"/>
                  <a:pt x="1770099" y="181322"/>
                  <a:pt x="1768394" y="173645"/>
                </a:cubicBezTo>
                <a:cubicBezTo>
                  <a:pt x="1767256" y="169380"/>
                  <a:pt x="1760717" y="172223"/>
                  <a:pt x="1756736" y="171655"/>
                </a:cubicBezTo>
                <a:cubicBezTo>
                  <a:pt x="1753893" y="171371"/>
                  <a:pt x="1750765" y="171371"/>
                  <a:pt x="1750481" y="167674"/>
                </a:cubicBezTo>
                <a:cubicBezTo>
                  <a:pt x="1750197" y="163409"/>
                  <a:pt x="1753893" y="163978"/>
                  <a:pt x="1756452" y="163978"/>
                </a:cubicBezTo>
                <a:cubicBezTo>
                  <a:pt x="1767256" y="163978"/>
                  <a:pt x="1778345" y="163978"/>
                  <a:pt x="1789149" y="163978"/>
                </a:cubicBezTo>
                <a:cubicBezTo>
                  <a:pt x="1791709" y="163978"/>
                  <a:pt x="1795405" y="163694"/>
                  <a:pt x="1795120" y="167674"/>
                </a:cubicBezTo>
                <a:cubicBezTo>
                  <a:pt x="1794836" y="171371"/>
                  <a:pt x="1791709" y="171086"/>
                  <a:pt x="1788865" y="171655"/>
                </a:cubicBezTo>
                <a:cubicBezTo>
                  <a:pt x="1784600" y="172223"/>
                  <a:pt x="1777492" y="168811"/>
                  <a:pt x="1776355" y="174498"/>
                </a:cubicBezTo>
                <a:cubicBezTo>
                  <a:pt x="1774933" y="182744"/>
                  <a:pt x="1774365" y="192126"/>
                  <a:pt x="1777492" y="199519"/>
                </a:cubicBezTo>
                <a:cubicBezTo>
                  <a:pt x="1779198" y="204068"/>
                  <a:pt x="1788865" y="202078"/>
                  <a:pt x="1794552" y="201793"/>
                </a:cubicBezTo>
                <a:cubicBezTo>
                  <a:pt x="1801091" y="201509"/>
                  <a:pt x="1797964" y="195254"/>
                  <a:pt x="1798248" y="191557"/>
                </a:cubicBezTo>
                <a:cubicBezTo>
                  <a:pt x="1798532" y="155164"/>
                  <a:pt x="1798817" y="104839"/>
                  <a:pt x="1799669" y="68445"/>
                </a:cubicBezTo>
                <a:cubicBezTo>
                  <a:pt x="1799954" y="61621"/>
                  <a:pt x="1799954" y="61621"/>
                  <a:pt x="1803650" y="60199"/>
                </a:cubicBezTo>
                <a:cubicBezTo>
                  <a:pt x="1806209" y="59347"/>
                  <a:pt x="1801091" y="56503"/>
                  <a:pt x="1799385" y="55081"/>
                </a:cubicBezTo>
                <a:cubicBezTo>
                  <a:pt x="1792846" y="49395"/>
                  <a:pt x="1797111" y="41150"/>
                  <a:pt x="1804503" y="35747"/>
                </a:cubicBezTo>
                <a:cubicBezTo>
                  <a:pt x="1816160" y="26649"/>
                  <a:pt x="1809905" y="14423"/>
                  <a:pt x="1813033" y="162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AE17A510-FE2F-4CA6-B36B-276BB694700E}"/>
              </a:ext>
            </a:extLst>
          </p:cNvPr>
          <p:cNvSpPr/>
          <p:nvPr/>
        </p:nvSpPr>
        <p:spPr>
          <a:xfrm>
            <a:off x="1040848" y="5201296"/>
            <a:ext cx="903495" cy="1256858"/>
          </a:xfrm>
          <a:custGeom>
            <a:avLst/>
            <a:gdLst>
              <a:gd name="connsiteX0" fmla="*/ 1022274 w 4159710"/>
              <a:gd name="connsiteY0" fmla="*/ 5419078 h 5786598"/>
              <a:gd name="connsiteX1" fmla="*/ 976163 w 4159710"/>
              <a:gd name="connsiteY1" fmla="*/ 5507455 h 5786598"/>
              <a:gd name="connsiteX2" fmla="*/ 1068385 w 4159710"/>
              <a:gd name="connsiteY2" fmla="*/ 5507455 h 5786598"/>
              <a:gd name="connsiteX3" fmla="*/ 1318025 w 4159710"/>
              <a:gd name="connsiteY3" fmla="*/ 5289802 h 5786598"/>
              <a:gd name="connsiteX4" fmla="*/ 1204463 w 4159710"/>
              <a:gd name="connsiteY4" fmla="*/ 5507455 h 5786598"/>
              <a:gd name="connsiteX5" fmla="*/ 1431587 w 4159710"/>
              <a:gd name="connsiteY5" fmla="*/ 5507455 h 5786598"/>
              <a:gd name="connsiteX6" fmla="*/ 708685 w 4159710"/>
              <a:gd name="connsiteY6" fmla="*/ 5255614 h 5786598"/>
              <a:gd name="connsiteX7" fmla="*/ 577286 w 4159710"/>
              <a:gd name="connsiteY7" fmla="*/ 5507455 h 5786598"/>
              <a:gd name="connsiteX8" fmla="*/ 840085 w 4159710"/>
              <a:gd name="connsiteY8" fmla="*/ 5507455 h 5786598"/>
              <a:gd name="connsiteX9" fmla="*/ 1203875 w 4159710"/>
              <a:gd name="connsiteY9" fmla="*/ 5071022 h 5786598"/>
              <a:gd name="connsiteX10" fmla="*/ 1053938 w 4159710"/>
              <a:gd name="connsiteY10" fmla="*/ 5358390 h 5786598"/>
              <a:gd name="connsiteX11" fmla="*/ 1131714 w 4159710"/>
              <a:gd name="connsiteY11" fmla="*/ 5507455 h 5786598"/>
              <a:gd name="connsiteX12" fmla="*/ 1141134 w 4159710"/>
              <a:gd name="connsiteY12" fmla="*/ 5507455 h 5786598"/>
              <a:gd name="connsiteX13" fmla="*/ 1286361 w 4159710"/>
              <a:gd name="connsiteY13" fmla="*/ 5229113 h 5786598"/>
              <a:gd name="connsiteX14" fmla="*/ 822835 w 4159710"/>
              <a:gd name="connsiteY14" fmla="*/ 5036834 h 5786598"/>
              <a:gd name="connsiteX15" fmla="*/ 740350 w 4159710"/>
              <a:gd name="connsiteY15" fmla="*/ 5194926 h 5786598"/>
              <a:gd name="connsiteX16" fmla="*/ 903414 w 4159710"/>
              <a:gd name="connsiteY16" fmla="*/ 5507455 h 5786598"/>
              <a:gd name="connsiteX17" fmla="*/ 912834 w 4159710"/>
              <a:gd name="connsiteY17" fmla="*/ 5507455 h 5786598"/>
              <a:gd name="connsiteX18" fmla="*/ 990609 w 4159710"/>
              <a:gd name="connsiteY18" fmla="*/ 5358390 h 5786598"/>
              <a:gd name="connsiteX19" fmla="*/ 1451724 w 4159710"/>
              <a:gd name="connsiteY19" fmla="*/ 5033553 h 5786598"/>
              <a:gd name="connsiteX20" fmla="*/ 1355112 w 4159710"/>
              <a:gd name="connsiteY20" fmla="*/ 5218720 h 5786598"/>
              <a:gd name="connsiteX21" fmla="*/ 1505762 w 4159710"/>
              <a:gd name="connsiteY21" fmla="*/ 5507455 h 5786598"/>
              <a:gd name="connsiteX22" fmla="*/ 1698986 w 4159710"/>
              <a:gd name="connsiteY22" fmla="*/ 5507455 h 5786598"/>
              <a:gd name="connsiteX23" fmla="*/ 574986 w 4159710"/>
              <a:gd name="connsiteY23" fmla="*/ 4999366 h 5786598"/>
              <a:gd name="connsiteX24" fmla="*/ 309887 w 4159710"/>
              <a:gd name="connsiteY24" fmla="*/ 5507455 h 5786598"/>
              <a:gd name="connsiteX25" fmla="*/ 503111 w 4159710"/>
              <a:gd name="connsiteY25" fmla="*/ 5507455 h 5786598"/>
              <a:gd name="connsiteX26" fmla="*/ 671598 w 4159710"/>
              <a:gd name="connsiteY26" fmla="*/ 5184533 h 5786598"/>
              <a:gd name="connsiteX27" fmla="*/ 1290352 w 4159710"/>
              <a:gd name="connsiteY27" fmla="*/ 4905281 h 5786598"/>
              <a:gd name="connsiteX28" fmla="*/ 1240962 w 4159710"/>
              <a:gd name="connsiteY28" fmla="*/ 4999940 h 5786598"/>
              <a:gd name="connsiteX29" fmla="*/ 1323448 w 4159710"/>
              <a:gd name="connsiteY29" fmla="*/ 5158032 h 5786598"/>
              <a:gd name="connsiteX30" fmla="*/ 1420060 w 4159710"/>
              <a:gd name="connsiteY30" fmla="*/ 4972866 h 5786598"/>
              <a:gd name="connsiteX31" fmla="*/ 1384797 w 4159710"/>
              <a:gd name="connsiteY31" fmla="*/ 4905281 h 5786598"/>
              <a:gd name="connsiteX32" fmla="*/ 1191573 w 4159710"/>
              <a:gd name="connsiteY32" fmla="*/ 4905281 h 5786598"/>
              <a:gd name="connsiteX33" fmla="*/ 1209298 w 4159710"/>
              <a:gd name="connsiteY33" fmla="*/ 4939252 h 5786598"/>
              <a:gd name="connsiteX34" fmla="*/ 1227023 w 4159710"/>
              <a:gd name="connsiteY34" fmla="*/ 4905281 h 5786598"/>
              <a:gd name="connsiteX35" fmla="*/ 891474 w 4159710"/>
              <a:gd name="connsiteY35" fmla="*/ 4905281 h 5786598"/>
              <a:gd name="connsiteX36" fmla="*/ 854499 w 4159710"/>
              <a:gd name="connsiteY36" fmla="*/ 4976146 h 5786598"/>
              <a:gd name="connsiteX37" fmla="*/ 1022274 w 4159710"/>
              <a:gd name="connsiteY37" fmla="*/ 5297702 h 5786598"/>
              <a:gd name="connsiteX38" fmla="*/ 1172210 w 4159710"/>
              <a:gd name="connsiteY38" fmla="*/ 5010334 h 5786598"/>
              <a:gd name="connsiteX39" fmla="*/ 1117398 w 4159710"/>
              <a:gd name="connsiteY39" fmla="*/ 4905281 h 5786598"/>
              <a:gd name="connsiteX40" fmla="*/ 624075 w 4159710"/>
              <a:gd name="connsiteY40" fmla="*/ 4905281 h 5786598"/>
              <a:gd name="connsiteX41" fmla="*/ 606650 w 4159710"/>
              <a:gd name="connsiteY41" fmla="*/ 4938678 h 5786598"/>
              <a:gd name="connsiteX42" fmla="*/ 703262 w 4159710"/>
              <a:gd name="connsiteY42" fmla="*/ 5123845 h 5786598"/>
              <a:gd name="connsiteX43" fmla="*/ 785748 w 4159710"/>
              <a:gd name="connsiteY43" fmla="*/ 4965752 h 5786598"/>
              <a:gd name="connsiteX44" fmla="*/ 754196 w 4159710"/>
              <a:gd name="connsiteY44" fmla="*/ 4905281 h 5786598"/>
              <a:gd name="connsiteX45" fmla="*/ 1286363 w 4159710"/>
              <a:gd name="connsiteY45" fmla="*/ 4716622 h 5786598"/>
              <a:gd name="connsiteX46" fmla="*/ 1286363 w 4159710"/>
              <a:gd name="connsiteY46" fmla="*/ 4742928 h 5786598"/>
              <a:gd name="connsiteX47" fmla="*/ 1280308 w 4159710"/>
              <a:gd name="connsiteY47" fmla="*/ 4772921 h 5786598"/>
              <a:gd name="connsiteX48" fmla="*/ 1315738 w 4159710"/>
              <a:gd name="connsiteY48" fmla="*/ 4772921 h 5786598"/>
              <a:gd name="connsiteX49" fmla="*/ 760478 w 4159710"/>
              <a:gd name="connsiteY49" fmla="*/ 4643851 h 5786598"/>
              <a:gd name="connsiteX50" fmla="*/ 693135 w 4159710"/>
              <a:gd name="connsiteY50" fmla="*/ 4772921 h 5786598"/>
              <a:gd name="connsiteX51" fmla="*/ 766533 w 4159710"/>
              <a:gd name="connsiteY51" fmla="*/ 4772921 h 5786598"/>
              <a:gd name="connsiteX52" fmla="*/ 760478 w 4159710"/>
              <a:gd name="connsiteY52" fmla="*/ 4742928 h 5786598"/>
              <a:gd name="connsiteX53" fmla="*/ 1286363 w 4159710"/>
              <a:gd name="connsiteY53" fmla="*/ 4116690 h 5786598"/>
              <a:gd name="connsiteX54" fmla="*/ 1286363 w 4159710"/>
              <a:gd name="connsiteY54" fmla="*/ 4574458 h 5786598"/>
              <a:gd name="connsiteX55" fmla="*/ 1389913 w 4159710"/>
              <a:gd name="connsiteY55" fmla="*/ 4772921 h 5786598"/>
              <a:gd name="connsiteX56" fmla="*/ 1441619 w 4159710"/>
              <a:gd name="connsiteY56" fmla="*/ 4772921 h 5786598"/>
              <a:gd name="connsiteX57" fmla="*/ 1441619 w 4159710"/>
              <a:gd name="connsiteY57" fmla="*/ 4116690 h 5786598"/>
              <a:gd name="connsiteX58" fmla="*/ 582362 w 4159710"/>
              <a:gd name="connsiteY58" fmla="*/ 4116689 h 5786598"/>
              <a:gd name="connsiteX59" fmla="*/ 582362 w 4159710"/>
              <a:gd name="connsiteY59" fmla="*/ 4772921 h 5786598"/>
              <a:gd name="connsiteX60" fmla="*/ 618960 w 4159710"/>
              <a:gd name="connsiteY60" fmla="*/ 4772921 h 5786598"/>
              <a:gd name="connsiteX61" fmla="*/ 760478 w 4159710"/>
              <a:gd name="connsiteY61" fmla="*/ 4501687 h 5786598"/>
              <a:gd name="connsiteX62" fmla="*/ 760478 w 4159710"/>
              <a:gd name="connsiteY62" fmla="*/ 4116689 h 5786598"/>
              <a:gd name="connsiteX63" fmla="*/ 1286363 w 4159710"/>
              <a:gd name="connsiteY63" fmla="*/ 3949802 h 5786598"/>
              <a:gd name="connsiteX64" fmla="*/ 1286363 w 4159710"/>
              <a:gd name="connsiteY64" fmla="*/ 4070970 h 5786598"/>
              <a:gd name="connsiteX65" fmla="*/ 1441619 w 4159710"/>
              <a:gd name="connsiteY65" fmla="*/ 4070970 h 5786598"/>
              <a:gd name="connsiteX66" fmla="*/ 1441619 w 4159710"/>
              <a:gd name="connsiteY66" fmla="*/ 3949802 h 5786598"/>
              <a:gd name="connsiteX67" fmla="*/ 582362 w 4159710"/>
              <a:gd name="connsiteY67" fmla="*/ 3949801 h 5786598"/>
              <a:gd name="connsiteX68" fmla="*/ 582362 w 4159710"/>
              <a:gd name="connsiteY68" fmla="*/ 4070970 h 5786598"/>
              <a:gd name="connsiteX69" fmla="*/ 760478 w 4159710"/>
              <a:gd name="connsiteY69" fmla="*/ 4070970 h 5786598"/>
              <a:gd name="connsiteX70" fmla="*/ 760478 w 4159710"/>
              <a:gd name="connsiteY70" fmla="*/ 3949801 h 5786598"/>
              <a:gd name="connsiteX71" fmla="*/ 1286363 w 4159710"/>
              <a:gd name="connsiteY71" fmla="*/ 3781025 h 5786598"/>
              <a:gd name="connsiteX72" fmla="*/ 1286363 w 4159710"/>
              <a:gd name="connsiteY72" fmla="*/ 3904082 h 5786598"/>
              <a:gd name="connsiteX73" fmla="*/ 1441619 w 4159710"/>
              <a:gd name="connsiteY73" fmla="*/ 3904082 h 5786598"/>
              <a:gd name="connsiteX74" fmla="*/ 1441619 w 4159710"/>
              <a:gd name="connsiteY74" fmla="*/ 3781025 h 5786598"/>
              <a:gd name="connsiteX75" fmla="*/ 582362 w 4159710"/>
              <a:gd name="connsiteY75" fmla="*/ 3781025 h 5786598"/>
              <a:gd name="connsiteX76" fmla="*/ 582362 w 4159710"/>
              <a:gd name="connsiteY76" fmla="*/ 3904082 h 5786598"/>
              <a:gd name="connsiteX77" fmla="*/ 760478 w 4159710"/>
              <a:gd name="connsiteY77" fmla="*/ 3904082 h 5786598"/>
              <a:gd name="connsiteX78" fmla="*/ 760478 w 4159710"/>
              <a:gd name="connsiteY78" fmla="*/ 3781025 h 5786598"/>
              <a:gd name="connsiteX79" fmla="*/ 1174823 w 4159710"/>
              <a:gd name="connsiteY79" fmla="*/ 2986866 h 5786598"/>
              <a:gd name="connsiteX80" fmla="*/ 1154863 w 4159710"/>
              <a:gd name="connsiteY80" fmla="*/ 3006826 h 5786598"/>
              <a:gd name="connsiteX81" fmla="*/ 1154863 w 4159710"/>
              <a:gd name="connsiteY81" fmla="*/ 3388285 h 5786598"/>
              <a:gd name="connsiteX82" fmla="*/ 1174823 w 4159710"/>
              <a:gd name="connsiteY82" fmla="*/ 3408245 h 5786598"/>
              <a:gd name="connsiteX83" fmla="*/ 1254662 w 4159710"/>
              <a:gd name="connsiteY83" fmla="*/ 3408245 h 5786598"/>
              <a:gd name="connsiteX84" fmla="*/ 1274622 w 4159710"/>
              <a:gd name="connsiteY84" fmla="*/ 3388285 h 5786598"/>
              <a:gd name="connsiteX85" fmla="*/ 1274622 w 4159710"/>
              <a:gd name="connsiteY85" fmla="*/ 3006826 h 5786598"/>
              <a:gd name="connsiteX86" fmla="*/ 1254662 w 4159710"/>
              <a:gd name="connsiteY86" fmla="*/ 2986866 h 5786598"/>
              <a:gd name="connsiteX87" fmla="*/ 694919 w 4159710"/>
              <a:gd name="connsiteY87" fmla="*/ 2986866 h 5786598"/>
              <a:gd name="connsiteX88" fmla="*/ 678402 w 4159710"/>
              <a:gd name="connsiteY88" fmla="*/ 3003383 h 5786598"/>
              <a:gd name="connsiteX89" fmla="*/ 678402 w 4159710"/>
              <a:gd name="connsiteY89" fmla="*/ 3391728 h 5786598"/>
              <a:gd name="connsiteX90" fmla="*/ 694919 w 4159710"/>
              <a:gd name="connsiteY90" fmla="*/ 3408245 h 5786598"/>
              <a:gd name="connsiteX91" fmla="*/ 760984 w 4159710"/>
              <a:gd name="connsiteY91" fmla="*/ 3408245 h 5786598"/>
              <a:gd name="connsiteX92" fmla="*/ 777501 w 4159710"/>
              <a:gd name="connsiteY92" fmla="*/ 3391728 h 5786598"/>
              <a:gd name="connsiteX93" fmla="*/ 777501 w 4159710"/>
              <a:gd name="connsiteY93" fmla="*/ 3003383 h 5786598"/>
              <a:gd name="connsiteX94" fmla="*/ 760984 w 4159710"/>
              <a:gd name="connsiteY94" fmla="*/ 2986866 h 5786598"/>
              <a:gd name="connsiteX95" fmla="*/ 502584 w 4159710"/>
              <a:gd name="connsiteY95" fmla="*/ 2986866 h 5786598"/>
              <a:gd name="connsiteX96" fmla="*/ 486067 w 4159710"/>
              <a:gd name="connsiteY96" fmla="*/ 3003383 h 5786598"/>
              <a:gd name="connsiteX97" fmla="*/ 486067 w 4159710"/>
              <a:gd name="connsiteY97" fmla="*/ 3391728 h 5786598"/>
              <a:gd name="connsiteX98" fmla="*/ 502584 w 4159710"/>
              <a:gd name="connsiteY98" fmla="*/ 3408245 h 5786598"/>
              <a:gd name="connsiteX99" fmla="*/ 568649 w 4159710"/>
              <a:gd name="connsiteY99" fmla="*/ 3408245 h 5786598"/>
              <a:gd name="connsiteX100" fmla="*/ 585166 w 4159710"/>
              <a:gd name="connsiteY100" fmla="*/ 3391728 h 5786598"/>
              <a:gd name="connsiteX101" fmla="*/ 585166 w 4159710"/>
              <a:gd name="connsiteY101" fmla="*/ 3003383 h 5786598"/>
              <a:gd name="connsiteX102" fmla="*/ 568649 w 4159710"/>
              <a:gd name="connsiteY102" fmla="*/ 2986866 h 5786598"/>
              <a:gd name="connsiteX103" fmla="*/ 310249 w 4159710"/>
              <a:gd name="connsiteY103" fmla="*/ 2986866 h 5786598"/>
              <a:gd name="connsiteX104" fmla="*/ 293732 w 4159710"/>
              <a:gd name="connsiteY104" fmla="*/ 3003383 h 5786598"/>
              <a:gd name="connsiteX105" fmla="*/ 293732 w 4159710"/>
              <a:gd name="connsiteY105" fmla="*/ 3391728 h 5786598"/>
              <a:gd name="connsiteX106" fmla="*/ 310249 w 4159710"/>
              <a:gd name="connsiteY106" fmla="*/ 3408245 h 5786598"/>
              <a:gd name="connsiteX107" fmla="*/ 376314 w 4159710"/>
              <a:gd name="connsiteY107" fmla="*/ 3408245 h 5786598"/>
              <a:gd name="connsiteX108" fmla="*/ 392831 w 4159710"/>
              <a:gd name="connsiteY108" fmla="*/ 3391728 h 5786598"/>
              <a:gd name="connsiteX109" fmla="*/ 392831 w 4159710"/>
              <a:gd name="connsiteY109" fmla="*/ 3003383 h 5786598"/>
              <a:gd name="connsiteX110" fmla="*/ 376314 w 4159710"/>
              <a:gd name="connsiteY110" fmla="*/ 2986866 h 5786598"/>
              <a:gd name="connsiteX111" fmla="*/ 871284 w 4159710"/>
              <a:gd name="connsiteY111" fmla="*/ 2156869 h 5786598"/>
              <a:gd name="connsiteX112" fmla="*/ 249133 w 4159710"/>
              <a:gd name="connsiteY112" fmla="*/ 2819733 h 5786598"/>
              <a:gd name="connsiteX113" fmla="*/ 830389 w 4159710"/>
              <a:gd name="connsiteY113" fmla="*/ 2819733 h 5786598"/>
              <a:gd name="connsiteX114" fmla="*/ 1322149 w 4159710"/>
              <a:gd name="connsiteY114" fmla="*/ 1457297 h 5786598"/>
              <a:gd name="connsiteX115" fmla="*/ 1134233 w 4159710"/>
              <a:gd name="connsiteY115" fmla="*/ 1473712 h 5786598"/>
              <a:gd name="connsiteX116" fmla="*/ 1155963 w 4159710"/>
              <a:gd name="connsiteY116" fmla="*/ 1825935 h 5786598"/>
              <a:gd name="connsiteX117" fmla="*/ 1248284 w 4159710"/>
              <a:gd name="connsiteY117" fmla="*/ 1825935 h 5786598"/>
              <a:gd name="connsiteX118" fmla="*/ 1257606 w 4159710"/>
              <a:gd name="connsiteY118" fmla="*/ 1835257 h 5786598"/>
              <a:gd name="connsiteX119" fmla="*/ 1257606 w 4159710"/>
              <a:gd name="connsiteY119" fmla="*/ 1872543 h 5786598"/>
              <a:gd name="connsiteX120" fmla="*/ 1248284 w 4159710"/>
              <a:gd name="connsiteY120" fmla="*/ 1881866 h 5786598"/>
              <a:gd name="connsiteX121" fmla="*/ 1159414 w 4159710"/>
              <a:gd name="connsiteY121" fmla="*/ 1881866 h 5786598"/>
              <a:gd name="connsiteX122" fmla="*/ 1170086 w 4159710"/>
              <a:gd name="connsiteY122" fmla="*/ 2054855 h 5786598"/>
              <a:gd name="connsiteX123" fmla="*/ 1233364 w 4159710"/>
              <a:gd name="connsiteY123" fmla="*/ 2054855 h 5786598"/>
              <a:gd name="connsiteX124" fmla="*/ 1247840 w 4159710"/>
              <a:gd name="connsiteY124" fmla="*/ 2069332 h 5786598"/>
              <a:gd name="connsiteX125" fmla="*/ 1247840 w 4159710"/>
              <a:gd name="connsiteY125" fmla="*/ 2127235 h 5786598"/>
              <a:gd name="connsiteX126" fmla="*/ 1233364 w 4159710"/>
              <a:gd name="connsiteY126" fmla="*/ 2141711 h 5786598"/>
              <a:gd name="connsiteX127" fmla="*/ 1175445 w 4159710"/>
              <a:gd name="connsiteY127" fmla="*/ 2141711 h 5786598"/>
              <a:gd name="connsiteX128" fmla="*/ 1217275 w 4159710"/>
              <a:gd name="connsiteY128" fmla="*/ 2819733 h 5786598"/>
              <a:gd name="connsiteX129" fmla="*/ 1538655 w 4159710"/>
              <a:gd name="connsiteY129" fmla="*/ 2819733 h 5786598"/>
              <a:gd name="connsiteX130" fmla="*/ 1538655 w 4159710"/>
              <a:gd name="connsiteY130" fmla="*/ 2916015 h 5786598"/>
              <a:gd name="connsiteX131" fmla="*/ 1834975 w 4159710"/>
              <a:gd name="connsiteY131" fmla="*/ 2426775 h 5786598"/>
              <a:gd name="connsiteX132" fmla="*/ 2470117 w 4159710"/>
              <a:gd name="connsiteY132" fmla="*/ 140636 h 5786598"/>
              <a:gd name="connsiteX133" fmla="*/ 2450688 w 4159710"/>
              <a:gd name="connsiteY133" fmla="*/ 169453 h 5786598"/>
              <a:gd name="connsiteX134" fmla="*/ 2380499 w 4159710"/>
              <a:gd name="connsiteY134" fmla="*/ 198526 h 5786598"/>
              <a:gd name="connsiteX135" fmla="*/ 2341862 w 4159710"/>
              <a:gd name="connsiteY135" fmla="*/ 190726 h 5786598"/>
              <a:gd name="connsiteX136" fmla="*/ 2319689 w 4159710"/>
              <a:gd name="connsiteY136" fmla="*/ 175776 h 5786598"/>
              <a:gd name="connsiteX137" fmla="*/ 1188989 w 4159710"/>
              <a:gd name="connsiteY137" fmla="*/ 1308426 h 5786598"/>
              <a:gd name="connsiteX138" fmla="*/ 1342990 w 4159710"/>
              <a:gd name="connsiteY138" fmla="*/ 1294974 h 5786598"/>
              <a:gd name="connsiteX139" fmla="*/ 1353866 w 4159710"/>
              <a:gd name="connsiteY139" fmla="*/ 1419480 h 5786598"/>
              <a:gd name="connsiteX140" fmla="*/ 1862584 w 4159710"/>
              <a:gd name="connsiteY140" fmla="*/ 2381191 h 5786598"/>
              <a:gd name="connsiteX141" fmla="*/ 3029209 w 4159710"/>
              <a:gd name="connsiteY141" fmla="*/ 455030 h 5786598"/>
              <a:gd name="connsiteX142" fmla="*/ 2380499 w 4159710"/>
              <a:gd name="connsiteY142" fmla="*/ 0 h 5786598"/>
              <a:gd name="connsiteX143" fmla="*/ 2479762 w 4159710"/>
              <a:gd name="connsiteY143" fmla="*/ 99263 h 5786598"/>
              <a:gd name="connsiteX144" fmla="*/ 2478311 w 4159710"/>
              <a:gd name="connsiteY144" fmla="*/ 106448 h 5786598"/>
              <a:gd name="connsiteX145" fmla="*/ 3219890 w 4159710"/>
              <a:gd name="connsiteY145" fmla="*/ 215733 h 5786598"/>
              <a:gd name="connsiteX146" fmla="*/ 3217054 w 4159710"/>
              <a:gd name="connsiteY146" fmla="*/ 220776 h 5786598"/>
              <a:gd name="connsiteX147" fmla="*/ 4067223 w 4159710"/>
              <a:gd name="connsiteY147" fmla="*/ 1004298 h 5786598"/>
              <a:gd name="connsiteX148" fmla="*/ 4069653 w 4159710"/>
              <a:gd name="connsiteY148" fmla="*/ 1000693 h 5786598"/>
              <a:gd name="connsiteX149" fmla="*/ 4106956 w 4159710"/>
              <a:gd name="connsiteY149" fmla="*/ 985242 h 5786598"/>
              <a:gd name="connsiteX150" fmla="*/ 4159710 w 4159710"/>
              <a:gd name="connsiteY150" fmla="*/ 1037996 h 5786598"/>
              <a:gd name="connsiteX151" fmla="*/ 4106956 w 4159710"/>
              <a:gd name="connsiteY151" fmla="*/ 1090750 h 5786598"/>
              <a:gd name="connsiteX152" fmla="*/ 4054202 w 4159710"/>
              <a:gd name="connsiteY152" fmla="*/ 1037996 h 5786598"/>
              <a:gd name="connsiteX153" fmla="*/ 4058348 w 4159710"/>
              <a:gd name="connsiteY153" fmla="*/ 1017462 h 5786598"/>
              <a:gd name="connsiteX154" fmla="*/ 4060261 w 4159710"/>
              <a:gd name="connsiteY154" fmla="*/ 1014623 h 5786598"/>
              <a:gd name="connsiteX155" fmla="*/ 3137412 w 4159710"/>
              <a:gd name="connsiteY155" fmla="*/ 519074 h 5786598"/>
              <a:gd name="connsiteX156" fmla="*/ 1538655 w 4159710"/>
              <a:gd name="connsiteY156" fmla="*/ 3357254 h 5786598"/>
              <a:gd name="connsiteX157" fmla="*/ 1538655 w 4159710"/>
              <a:gd name="connsiteY157" fmla="*/ 3364856 h 5786598"/>
              <a:gd name="connsiteX158" fmla="*/ 1696915 w 4159710"/>
              <a:gd name="connsiteY158" fmla="*/ 3364856 h 5786598"/>
              <a:gd name="connsiteX159" fmla="*/ 1696915 w 4159710"/>
              <a:gd name="connsiteY159" fmla="*/ 3781025 h 5786598"/>
              <a:gd name="connsiteX160" fmla="*/ 1487338 w 4159710"/>
              <a:gd name="connsiteY160" fmla="*/ 3781025 h 5786598"/>
              <a:gd name="connsiteX161" fmla="*/ 1487338 w 4159710"/>
              <a:gd name="connsiteY161" fmla="*/ 3904082 h 5786598"/>
              <a:gd name="connsiteX162" fmla="*/ 1563403 w 4159710"/>
              <a:gd name="connsiteY162" fmla="*/ 3904082 h 5786598"/>
              <a:gd name="connsiteX163" fmla="*/ 1586263 w 4159710"/>
              <a:gd name="connsiteY163" fmla="*/ 3926942 h 5786598"/>
              <a:gd name="connsiteX164" fmla="*/ 1586262 w 4159710"/>
              <a:gd name="connsiteY164" fmla="*/ 3926942 h 5786598"/>
              <a:gd name="connsiteX165" fmla="*/ 1563402 w 4159710"/>
              <a:gd name="connsiteY165" fmla="*/ 3949802 h 5786598"/>
              <a:gd name="connsiteX166" fmla="*/ 1487338 w 4159710"/>
              <a:gd name="connsiteY166" fmla="*/ 3949802 h 5786598"/>
              <a:gd name="connsiteX167" fmla="*/ 1487338 w 4159710"/>
              <a:gd name="connsiteY167" fmla="*/ 4070970 h 5786598"/>
              <a:gd name="connsiteX168" fmla="*/ 1563403 w 4159710"/>
              <a:gd name="connsiteY168" fmla="*/ 4070970 h 5786598"/>
              <a:gd name="connsiteX169" fmla="*/ 1586263 w 4159710"/>
              <a:gd name="connsiteY169" fmla="*/ 4093830 h 5786598"/>
              <a:gd name="connsiteX170" fmla="*/ 1586262 w 4159710"/>
              <a:gd name="connsiteY170" fmla="*/ 4093830 h 5786598"/>
              <a:gd name="connsiteX171" fmla="*/ 1563402 w 4159710"/>
              <a:gd name="connsiteY171" fmla="*/ 4116690 h 5786598"/>
              <a:gd name="connsiteX172" fmla="*/ 1487338 w 4159710"/>
              <a:gd name="connsiteY172" fmla="*/ 4116690 h 5786598"/>
              <a:gd name="connsiteX173" fmla="*/ 1487338 w 4159710"/>
              <a:gd name="connsiteY173" fmla="*/ 4772921 h 5786598"/>
              <a:gd name="connsiteX174" fmla="*/ 1529674 w 4159710"/>
              <a:gd name="connsiteY174" fmla="*/ 4772921 h 5786598"/>
              <a:gd name="connsiteX175" fmla="*/ 1586262 w 4159710"/>
              <a:gd name="connsiteY175" fmla="*/ 4829509 h 5786598"/>
              <a:gd name="connsiteX176" fmla="*/ 1586262 w 4159710"/>
              <a:gd name="connsiteY176" fmla="*/ 4848693 h 5786598"/>
              <a:gd name="connsiteX177" fmla="*/ 1529674 w 4159710"/>
              <a:gd name="connsiteY177" fmla="*/ 4905281 h 5786598"/>
              <a:gd name="connsiteX178" fmla="*/ 1518652 w 4159710"/>
              <a:gd name="connsiteY178" fmla="*/ 4905281 h 5786598"/>
              <a:gd name="connsiteX179" fmla="*/ 1488812 w 4159710"/>
              <a:gd name="connsiteY179" fmla="*/ 4962472 h 5786598"/>
              <a:gd name="connsiteX180" fmla="*/ 1773161 w 4159710"/>
              <a:gd name="connsiteY180" fmla="*/ 5507455 h 5786598"/>
              <a:gd name="connsiteX181" fmla="*/ 1945385 w 4159710"/>
              <a:gd name="connsiteY181" fmla="*/ 5507455 h 5786598"/>
              <a:gd name="connsiteX182" fmla="*/ 2015377 w 4159710"/>
              <a:gd name="connsiteY182" fmla="*/ 5577447 h 5786598"/>
              <a:gd name="connsiteX183" fmla="*/ 2015377 w 4159710"/>
              <a:gd name="connsiteY183" fmla="*/ 5716606 h 5786598"/>
              <a:gd name="connsiteX184" fmla="*/ 1945385 w 4159710"/>
              <a:gd name="connsiteY184" fmla="*/ 5786598 h 5786598"/>
              <a:gd name="connsiteX185" fmla="*/ 166286 w 4159710"/>
              <a:gd name="connsiteY185" fmla="*/ 5786598 h 5786598"/>
              <a:gd name="connsiteX186" fmla="*/ 96294 w 4159710"/>
              <a:gd name="connsiteY186" fmla="*/ 5716606 h 5786598"/>
              <a:gd name="connsiteX187" fmla="*/ 96294 w 4159710"/>
              <a:gd name="connsiteY187" fmla="*/ 5577447 h 5786598"/>
              <a:gd name="connsiteX188" fmla="*/ 166286 w 4159710"/>
              <a:gd name="connsiteY188" fmla="*/ 5507455 h 5786598"/>
              <a:gd name="connsiteX189" fmla="*/ 235712 w 4159710"/>
              <a:gd name="connsiteY189" fmla="*/ 5507455 h 5786598"/>
              <a:gd name="connsiteX190" fmla="*/ 537898 w 4159710"/>
              <a:gd name="connsiteY190" fmla="*/ 4928284 h 5786598"/>
              <a:gd name="connsiteX191" fmla="*/ 525896 w 4159710"/>
              <a:gd name="connsiteY191" fmla="*/ 4905281 h 5786598"/>
              <a:gd name="connsiteX192" fmla="*/ 517166 w 4159710"/>
              <a:gd name="connsiteY192" fmla="*/ 4905281 h 5786598"/>
              <a:gd name="connsiteX193" fmla="*/ 460578 w 4159710"/>
              <a:gd name="connsiteY193" fmla="*/ 4848693 h 5786598"/>
              <a:gd name="connsiteX194" fmla="*/ 460578 w 4159710"/>
              <a:gd name="connsiteY194" fmla="*/ 4829509 h 5786598"/>
              <a:gd name="connsiteX195" fmla="*/ 517166 w 4159710"/>
              <a:gd name="connsiteY195" fmla="*/ 4772921 h 5786598"/>
              <a:gd name="connsiteX196" fmla="*/ 536643 w 4159710"/>
              <a:gd name="connsiteY196" fmla="*/ 4772921 h 5786598"/>
              <a:gd name="connsiteX197" fmla="*/ 536643 w 4159710"/>
              <a:gd name="connsiteY197" fmla="*/ 4116689 h 5786598"/>
              <a:gd name="connsiteX198" fmla="*/ 483438 w 4159710"/>
              <a:gd name="connsiteY198" fmla="*/ 4116689 h 5786598"/>
              <a:gd name="connsiteX199" fmla="*/ 467274 w 4159710"/>
              <a:gd name="connsiteY199" fmla="*/ 4109993 h 5786598"/>
              <a:gd name="connsiteX200" fmla="*/ 460578 w 4159710"/>
              <a:gd name="connsiteY200" fmla="*/ 4093829 h 5786598"/>
              <a:gd name="connsiteX201" fmla="*/ 467274 w 4159710"/>
              <a:gd name="connsiteY201" fmla="*/ 4077665 h 5786598"/>
              <a:gd name="connsiteX202" fmla="*/ 483438 w 4159710"/>
              <a:gd name="connsiteY202" fmla="*/ 4070970 h 5786598"/>
              <a:gd name="connsiteX203" fmla="*/ 536643 w 4159710"/>
              <a:gd name="connsiteY203" fmla="*/ 4070970 h 5786598"/>
              <a:gd name="connsiteX204" fmla="*/ 536643 w 4159710"/>
              <a:gd name="connsiteY204" fmla="*/ 3949801 h 5786598"/>
              <a:gd name="connsiteX205" fmla="*/ 483438 w 4159710"/>
              <a:gd name="connsiteY205" fmla="*/ 3949801 h 5786598"/>
              <a:gd name="connsiteX206" fmla="*/ 467274 w 4159710"/>
              <a:gd name="connsiteY206" fmla="*/ 3943105 h 5786598"/>
              <a:gd name="connsiteX207" fmla="*/ 460578 w 4159710"/>
              <a:gd name="connsiteY207" fmla="*/ 3926941 h 5786598"/>
              <a:gd name="connsiteX208" fmla="*/ 467274 w 4159710"/>
              <a:gd name="connsiteY208" fmla="*/ 3910777 h 5786598"/>
              <a:gd name="connsiteX209" fmla="*/ 483438 w 4159710"/>
              <a:gd name="connsiteY209" fmla="*/ 3904082 h 5786598"/>
              <a:gd name="connsiteX210" fmla="*/ 536643 w 4159710"/>
              <a:gd name="connsiteY210" fmla="*/ 3904082 h 5786598"/>
              <a:gd name="connsiteX211" fmla="*/ 536643 w 4159710"/>
              <a:gd name="connsiteY211" fmla="*/ 3781025 h 5786598"/>
              <a:gd name="connsiteX212" fmla="*/ 0 w 4159710"/>
              <a:gd name="connsiteY212" fmla="*/ 3781025 h 5786598"/>
              <a:gd name="connsiteX213" fmla="*/ 0 w 4159710"/>
              <a:gd name="connsiteY213" fmla="*/ 3364856 h 5786598"/>
              <a:gd name="connsiteX214" fmla="*/ 1 w 4159710"/>
              <a:gd name="connsiteY214" fmla="*/ 3364856 h 5786598"/>
              <a:gd name="connsiteX215" fmla="*/ 1 w 4159710"/>
              <a:gd name="connsiteY215" fmla="*/ 2819733 h 5786598"/>
              <a:gd name="connsiteX216" fmla="*/ 186431 w 4159710"/>
              <a:gd name="connsiteY216" fmla="*/ 2819733 h 5786598"/>
              <a:gd name="connsiteX217" fmla="*/ 823097 w 4159710"/>
              <a:gd name="connsiteY217" fmla="*/ 2141404 h 5786598"/>
              <a:gd name="connsiteX218" fmla="*/ 813602 w 4159710"/>
              <a:gd name="connsiteY218" fmla="*/ 2137471 h 5786598"/>
              <a:gd name="connsiteX219" fmla="*/ 809362 w 4159710"/>
              <a:gd name="connsiteY219" fmla="*/ 2127235 h 5786598"/>
              <a:gd name="connsiteX220" fmla="*/ 809362 w 4159710"/>
              <a:gd name="connsiteY220" fmla="*/ 2069332 h 5786598"/>
              <a:gd name="connsiteX221" fmla="*/ 823838 w 4159710"/>
              <a:gd name="connsiteY221" fmla="*/ 2054855 h 5786598"/>
              <a:gd name="connsiteX222" fmla="*/ 877577 w 4159710"/>
              <a:gd name="connsiteY222" fmla="*/ 2054855 h 5786598"/>
              <a:gd name="connsiteX223" fmla="*/ 888250 w 4159710"/>
              <a:gd name="connsiteY223" fmla="*/ 1881866 h 5786598"/>
              <a:gd name="connsiteX224" fmla="*/ 828450 w 4159710"/>
              <a:gd name="connsiteY224" fmla="*/ 1881866 h 5786598"/>
              <a:gd name="connsiteX225" fmla="*/ 819128 w 4159710"/>
              <a:gd name="connsiteY225" fmla="*/ 1872543 h 5786598"/>
              <a:gd name="connsiteX226" fmla="*/ 819128 w 4159710"/>
              <a:gd name="connsiteY226" fmla="*/ 1835257 h 5786598"/>
              <a:gd name="connsiteX227" fmla="*/ 828450 w 4159710"/>
              <a:gd name="connsiteY227" fmla="*/ 1825935 h 5786598"/>
              <a:gd name="connsiteX228" fmla="*/ 891700 w 4159710"/>
              <a:gd name="connsiteY228" fmla="*/ 1825935 h 5786598"/>
              <a:gd name="connsiteX229" fmla="*/ 912234 w 4159710"/>
              <a:gd name="connsiteY229" fmla="*/ 1493103 h 5786598"/>
              <a:gd name="connsiteX230" fmla="*/ 860727 w 4159710"/>
              <a:gd name="connsiteY230" fmla="*/ 1497602 h 5786598"/>
              <a:gd name="connsiteX231" fmla="*/ 861169 w 4159710"/>
              <a:gd name="connsiteY231" fmla="*/ 1501090 h 5786598"/>
              <a:gd name="connsiteX232" fmla="*/ 562355 w 4159710"/>
              <a:gd name="connsiteY232" fmla="*/ 1538964 h 5786598"/>
              <a:gd name="connsiteX233" fmla="*/ 573819 w 4159710"/>
              <a:gd name="connsiteY233" fmla="*/ 1582489 h 5786598"/>
              <a:gd name="connsiteX234" fmla="*/ 537257 w 4159710"/>
              <a:gd name="connsiteY234" fmla="*/ 1645198 h 5786598"/>
              <a:gd name="connsiteX235" fmla="*/ 530211 w 4159710"/>
              <a:gd name="connsiteY235" fmla="*/ 1647053 h 5786598"/>
              <a:gd name="connsiteX236" fmla="*/ 476492 w 4159710"/>
              <a:gd name="connsiteY236" fmla="*/ 1628784 h 5786598"/>
              <a:gd name="connsiteX237" fmla="*/ 469491 w 4159710"/>
              <a:gd name="connsiteY237" fmla="*/ 1614538 h 5786598"/>
              <a:gd name="connsiteX238" fmla="*/ 470721 w 4159710"/>
              <a:gd name="connsiteY238" fmla="*/ 1635605 h 5786598"/>
              <a:gd name="connsiteX239" fmla="*/ 430195 w 4159710"/>
              <a:gd name="connsiteY239" fmla="*/ 1681081 h 5786598"/>
              <a:gd name="connsiteX240" fmla="*/ 422631 w 4159710"/>
              <a:gd name="connsiteY240" fmla="*/ 1683073 h 5786598"/>
              <a:gd name="connsiteX241" fmla="*/ 355310 w 4159710"/>
              <a:gd name="connsiteY241" fmla="*/ 1643823 h 5786598"/>
              <a:gd name="connsiteX242" fmla="*/ 315776 w 4159710"/>
              <a:gd name="connsiteY242" fmla="*/ 1493723 h 5786598"/>
              <a:gd name="connsiteX243" fmla="*/ 355027 w 4159710"/>
              <a:gd name="connsiteY243" fmla="*/ 1426402 h 5786598"/>
              <a:gd name="connsiteX244" fmla="*/ 362591 w 4159710"/>
              <a:gd name="connsiteY244" fmla="*/ 1424410 h 5786598"/>
              <a:gd name="connsiteX245" fmla="*/ 420261 w 4159710"/>
              <a:gd name="connsiteY245" fmla="*/ 1444022 h 5786598"/>
              <a:gd name="connsiteX246" fmla="*/ 427578 w 4159710"/>
              <a:gd name="connsiteY246" fmla="*/ 1458912 h 5786598"/>
              <a:gd name="connsiteX247" fmla="*/ 426045 w 4159710"/>
              <a:gd name="connsiteY247" fmla="*/ 1453091 h 5786598"/>
              <a:gd name="connsiteX248" fmla="*/ 462607 w 4159710"/>
              <a:gd name="connsiteY248" fmla="*/ 1390382 h 5786598"/>
              <a:gd name="connsiteX249" fmla="*/ 469653 w 4159710"/>
              <a:gd name="connsiteY249" fmla="*/ 1388526 h 5786598"/>
              <a:gd name="connsiteX250" fmla="*/ 532361 w 4159710"/>
              <a:gd name="connsiteY250" fmla="*/ 1425088 h 5786598"/>
              <a:gd name="connsiteX251" fmla="*/ 549415 w 4159710"/>
              <a:gd name="connsiteY251" fmla="*/ 1489834 h 5786598"/>
              <a:gd name="connsiteX252" fmla="*/ 840002 w 4159710"/>
              <a:gd name="connsiteY252" fmla="*/ 1334084 h 5786598"/>
              <a:gd name="connsiteX253" fmla="*/ 840607 w 4159710"/>
              <a:gd name="connsiteY253" fmla="*/ 1338857 h 5786598"/>
              <a:gd name="connsiteX254" fmla="*/ 1112835 w 4159710"/>
              <a:gd name="connsiteY254" fmla="*/ 1315078 h 5786598"/>
              <a:gd name="connsiteX255" fmla="*/ 2288860 w 4159710"/>
              <a:gd name="connsiteY255" fmla="*/ 137025 h 5786598"/>
              <a:gd name="connsiteX256" fmla="*/ 2281236 w 4159710"/>
              <a:gd name="connsiteY256" fmla="*/ 99263 h 5786598"/>
              <a:gd name="connsiteX257" fmla="*/ 2380499 w 4159710"/>
              <a:gd name="connsiteY257" fmla="*/ 0 h 578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4159710" h="5786598">
                <a:moveTo>
                  <a:pt x="1022274" y="5419078"/>
                </a:moveTo>
                <a:lnTo>
                  <a:pt x="976163" y="5507455"/>
                </a:lnTo>
                <a:lnTo>
                  <a:pt x="1068385" y="5507455"/>
                </a:lnTo>
                <a:close/>
                <a:moveTo>
                  <a:pt x="1318025" y="5289802"/>
                </a:moveTo>
                <a:lnTo>
                  <a:pt x="1204463" y="5507455"/>
                </a:lnTo>
                <a:lnTo>
                  <a:pt x="1431587" y="5507455"/>
                </a:lnTo>
                <a:close/>
                <a:moveTo>
                  <a:pt x="708685" y="5255614"/>
                </a:moveTo>
                <a:lnTo>
                  <a:pt x="577286" y="5507455"/>
                </a:lnTo>
                <a:lnTo>
                  <a:pt x="840085" y="5507455"/>
                </a:lnTo>
                <a:close/>
                <a:moveTo>
                  <a:pt x="1203875" y="5071022"/>
                </a:moveTo>
                <a:lnTo>
                  <a:pt x="1053938" y="5358390"/>
                </a:lnTo>
                <a:lnTo>
                  <a:pt x="1131714" y="5507455"/>
                </a:lnTo>
                <a:lnTo>
                  <a:pt x="1141134" y="5507455"/>
                </a:lnTo>
                <a:lnTo>
                  <a:pt x="1286361" y="5229113"/>
                </a:lnTo>
                <a:close/>
                <a:moveTo>
                  <a:pt x="822835" y="5036834"/>
                </a:moveTo>
                <a:lnTo>
                  <a:pt x="740350" y="5194926"/>
                </a:lnTo>
                <a:lnTo>
                  <a:pt x="903414" y="5507455"/>
                </a:lnTo>
                <a:lnTo>
                  <a:pt x="912834" y="5507455"/>
                </a:lnTo>
                <a:lnTo>
                  <a:pt x="990609" y="5358390"/>
                </a:lnTo>
                <a:close/>
                <a:moveTo>
                  <a:pt x="1451724" y="5033553"/>
                </a:moveTo>
                <a:lnTo>
                  <a:pt x="1355112" y="5218720"/>
                </a:lnTo>
                <a:lnTo>
                  <a:pt x="1505762" y="5507455"/>
                </a:lnTo>
                <a:lnTo>
                  <a:pt x="1698986" y="5507455"/>
                </a:lnTo>
                <a:close/>
                <a:moveTo>
                  <a:pt x="574986" y="4999366"/>
                </a:moveTo>
                <a:lnTo>
                  <a:pt x="309887" y="5507455"/>
                </a:lnTo>
                <a:lnTo>
                  <a:pt x="503111" y="5507455"/>
                </a:lnTo>
                <a:lnTo>
                  <a:pt x="671598" y="5184533"/>
                </a:lnTo>
                <a:close/>
                <a:moveTo>
                  <a:pt x="1290352" y="4905281"/>
                </a:moveTo>
                <a:lnTo>
                  <a:pt x="1240962" y="4999940"/>
                </a:lnTo>
                <a:lnTo>
                  <a:pt x="1323448" y="5158032"/>
                </a:lnTo>
                <a:lnTo>
                  <a:pt x="1420060" y="4972866"/>
                </a:lnTo>
                <a:lnTo>
                  <a:pt x="1384797" y="4905281"/>
                </a:lnTo>
                <a:close/>
                <a:moveTo>
                  <a:pt x="1191573" y="4905281"/>
                </a:moveTo>
                <a:lnTo>
                  <a:pt x="1209298" y="4939252"/>
                </a:lnTo>
                <a:lnTo>
                  <a:pt x="1227023" y="4905281"/>
                </a:lnTo>
                <a:close/>
                <a:moveTo>
                  <a:pt x="891474" y="4905281"/>
                </a:moveTo>
                <a:lnTo>
                  <a:pt x="854499" y="4976146"/>
                </a:lnTo>
                <a:lnTo>
                  <a:pt x="1022274" y="5297702"/>
                </a:lnTo>
                <a:lnTo>
                  <a:pt x="1172210" y="5010334"/>
                </a:lnTo>
                <a:lnTo>
                  <a:pt x="1117398" y="4905281"/>
                </a:lnTo>
                <a:close/>
                <a:moveTo>
                  <a:pt x="624075" y="4905281"/>
                </a:moveTo>
                <a:lnTo>
                  <a:pt x="606650" y="4938678"/>
                </a:lnTo>
                <a:lnTo>
                  <a:pt x="703262" y="5123845"/>
                </a:lnTo>
                <a:lnTo>
                  <a:pt x="785748" y="4965752"/>
                </a:lnTo>
                <a:lnTo>
                  <a:pt x="754196" y="4905281"/>
                </a:lnTo>
                <a:close/>
                <a:moveTo>
                  <a:pt x="1286363" y="4716622"/>
                </a:moveTo>
                <a:lnTo>
                  <a:pt x="1286363" y="4742928"/>
                </a:lnTo>
                <a:lnTo>
                  <a:pt x="1280308" y="4772921"/>
                </a:lnTo>
                <a:lnTo>
                  <a:pt x="1315738" y="4772921"/>
                </a:lnTo>
                <a:close/>
                <a:moveTo>
                  <a:pt x="760478" y="4643851"/>
                </a:moveTo>
                <a:lnTo>
                  <a:pt x="693135" y="4772921"/>
                </a:lnTo>
                <a:lnTo>
                  <a:pt x="766533" y="4772921"/>
                </a:lnTo>
                <a:lnTo>
                  <a:pt x="760478" y="4742928"/>
                </a:lnTo>
                <a:close/>
                <a:moveTo>
                  <a:pt x="1286363" y="4116690"/>
                </a:moveTo>
                <a:lnTo>
                  <a:pt x="1286363" y="4574458"/>
                </a:lnTo>
                <a:lnTo>
                  <a:pt x="1389913" y="4772921"/>
                </a:lnTo>
                <a:lnTo>
                  <a:pt x="1441619" y="4772921"/>
                </a:lnTo>
                <a:lnTo>
                  <a:pt x="1441619" y="4116690"/>
                </a:lnTo>
                <a:close/>
                <a:moveTo>
                  <a:pt x="582362" y="4116689"/>
                </a:moveTo>
                <a:lnTo>
                  <a:pt x="582362" y="4772921"/>
                </a:lnTo>
                <a:lnTo>
                  <a:pt x="618960" y="4772921"/>
                </a:lnTo>
                <a:lnTo>
                  <a:pt x="760478" y="4501687"/>
                </a:lnTo>
                <a:lnTo>
                  <a:pt x="760478" y="4116689"/>
                </a:lnTo>
                <a:close/>
                <a:moveTo>
                  <a:pt x="1286363" y="3949802"/>
                </a:moveTo>
                <a:lnTo>
                  <a:pt x="1286363" y="4070970"/>
                </a:lnTo>
                <a:lnTo>
                  <a:pt x="1441619" y="4070970"/>
                </a:lnTo>
                <a:lnTo>
                  <a:pt x="1441619" y="3949802"/>
                </a:lnTo>
                <a:close/>
                <a:moveTo>
                  <a:pt x="582362" y="3949801"/>
                </a:moveTo>
                <a:lnTo>
                  <a:pt x="582362" y="4070970"/>
                </a:lnTo>
                <a:lnTo>
                  <a:pt x="760478" y="4070970"/>
                </a:lnTo>
                <a:lnTo>
                  <a:pt x="760478" y="3949801"/>
                </a:lnTo>
                <a:close/>
                <a:moveTo>
                  <a:pt x="1286363" y="3781025"/>
                </a:moveTo>
                <a:lnTo>
                  <a:pt x="1286363" y="3904082"/>
                </a:lnTo>
                <a:lnTo>
                  <a:pt x="1441619" y="3904082"/>
                </a:lnTo>
                <a:lnTo>
                  <a:pt x="1441619" y="3781025"/>
                </a:lnTo>
                <a:close/>
                <a:moveTo>
                  <a:pt x="582362" y="3781025"/>
                </a:moveTo>
                <a:lnTo>
                  <a:pt x="582362" y="3904082"/>
                </a:lnTo>
                <a:lnTo>
                  <a:pt x="760478" y="3904082"/>
                </a:lnTo>
                <a:lnTo>
                  <a:pt x="760478" y="3781025"/>
                </a:lnTo>
                <a:close/>
                <a:moveTo>
                  <a:pt x="1174823" y="2986866"/>
                </a:moveTo>
                <a:cubicBezTo>
                  <a:pt x="1163799" y="2986866"/>
                  <a:pt x="1154863" y="2995802"/>
                  <a:pt x="1154863" y="3006826"/>
                </a:cubicBezTo>
                <a:lnTo>
                  <a:pt x="1154863" y="3388285"/>
                </a:lnTo>
                <a:cubicBezTo>
                  <a:pt x="1154863" y="3399309"/>
                  <a:pt x="1163799" y="3408245"/>
                  <a:pt x="1174823" y="3408245"/>
                </a:cubicBezTo>
                <a:lnTo>
                  <a:pt x="1254662" y="3408245"/>
                </a:lnTo>
                <a:cubicBezTo>
                  <a:pt x="1265686" y="3408245"/>
                  <a:pt x="1274622" y="3399309"/>
                  <a:pt x="1274622" y="3388285"/>
                </a:cubicBezTo>
                <a:lnTo>
                  <a:pt x="1274622" y="3006826"/>
                </a:lnTo>
                <a:cubicBezTo>
                  <a:pt x="1274622" y="2995802"/>
                  <a:pt x="1265686" y="2986866"/>
                  <a:pt x="1254662" y="2986866"/>
                </a:cubicBezTo>
                <a:close/>
                <a:moveTo>
                  <a:pt x="694919" y="2986866"/>
                </a:moveTo>
                <a:cubicBezTo>
                  <a:pt x="685797" y="2986866"/>
                  <a:pt x="678402" y="2994261"/>
                  <a:pt x="678402" y="3003383"/>
                </a:cubicBezTo>
                <a:lnTo>
                  <a:pt x="678402" y="3391728"/>
                </a:lnTo>
                <a:cubicBezTo>
                  <a:pt x="678402" y="3400850"/>
                  <a:pt x="685797" y="3408245"/>
                  <a:pt x="694919" y="3408245"/>
                </a:cubicBezTo>
                <a:lnTo>
                  <a:pt x="760984" y="3408245"/>
                </a:lnTo>
                <a:cubicBezTo>
                  <a:pt x="770106" y="3408245"/>
                  <a:pt x="777501" y="3400850"/>
                  <a:pt x="777501" y="3391728"/>
                </a:cubicBezTo>
                <a:lnTo>
                  <a:pt x="777501" y="3003383"/>
                </a:lnTo>
                <a:cubicBezTo>
                  <a:pt x="777501" y="2994261"/>
                  <a:pt x="770106" y="2986866"/>
                  <a:pt x="760984" y="2986866"/>
                </a:cubicBezTo>
                <a:close/>
                <a:moveTo>
                  <a:pt x="502584" y="2986866"/>
                </a:moveTo>
                <a:cubicBezTo>
                  <a:pt x="493462" y="2986866"/>
                  <a:pt x="486067" y="2994261"/>
                  <a:pt x="486067" y="3003383"/>
                </a:cubicBezTo>
                <a:lnTo>
                  <a:pt x="486067" y="3391728"/>
                </a:lnTo>
                <a:cubicBezTo>
                  <a:pt x="486067" y="3400850"/>
                  <a:pt x="493462" y="3408245"/>
                  <a:pt x="502584" y="3408245"/>
                </a:cubicBezTo>
                <a:lnTo>
                  <a:pt x="568649" y="3408245"/>
                </a:lnTo>
                <a:cubicBezTo>
                  <a:pt x="577771" y="3408245"/>
                  <a:pt x="585166" y="3400850"/>
                  <a:pt x="585166" y="3391728"/>
                </a:cubicBezTo>
                <a:lnTo>
                  <a:pt x="585166" y="3003383"/>
                </a:lnTo>
                <a:cubicBezTo>
                  <a:pt x="585166" y="2994261"/>
                  <a:pt x="577771" y="2986866"/>
                  <a:pt x="568649" y="2986866"/>
                </a:cubicBezTo>
                <a:close/>
                <a:moveTo>
                  <a:pt x="310249" y="2986866"/>
                </a:moveTo>
                <a:cubicBezTo>
                  <a:pt x="301127" y="2986866"/>
                  <a:pt x="293732" y="2994261"/>
                  <a:pt x="293732" y="3003383"/>
                </a:cubicBezTo>
                <a:lnTo>
                  <a:pt x="293732" y="3391728"/>
                </a:lnTo>
                <a:cubicBezTo>
                  <a:pt x="293732" y="3400850"/>
                  <a:pt x="301127" y="3408245"/>
                  <a:pt x="310249" y="3408245"/>
                </a:cubicBezTo>
                <a:lnTo>
                  <a:pt x="376314" y="3408245"/>
                </a:lnTo>
                <a:cubicBezTo>
                  <a:pt x="385436" y="3408245"/>
                  <a:pt x="392831" y="3400850"/>
                  <a:pt x="392831" y="3391728"/>
                </a:cubicBezTo>
                <a:lnTo>
                  <a:pt x="392831" y="3003383"/>
                </a:lnTo>
                <a:cubicBezTo>
                  <a:pt x="392831" y="2994261"/>
                  <a:pt x="385436" y="2986866"/>
                  <a:pt x="376314" y="2986866"/>
                </a:cubicBezTo>
                <a:close/>
                <a:moveTo>
                  <a:pt x="871284" y="2156869"/>
                </a:moveTo>
                <a:lnTo>
                  <a:pt x="249133" y="2819733"/>
                </a:lnTo>
                <a:lnTo>
                  <a:pt x="830389" y="2819733"/>
                </a:lnTo>
                <a:close/>
                <a:moveTo>
                  <a:pt x="1322149" y="1457297"/>
                </a:moveTo>
                <a:lnTo>
                  <a:pt x="1134233" y="1473712"/>
                </a:lnTo>
                <a:lnTo>
                  <a:pt x="1155963" y="1825935"/>
                </a:lnTo>
                <a:lnTo>
                  <a:pt x="1248284" y="1825935"/>
                </a:lnTo>
                <a:cubicBezTo>
                  <a:pt x="1253432" y="1825935"/>
                  <a:pt x="1257606" y="1830109"/>
                  <a:pt x="1257606" y="1835257"/>
                </a:cubicBezTo>
                <a:lnTo>
                  <a:pt x="1257606" y="1872543"/>
                </a:lnTo>
                <a:cubicBezTo>
                  <a:pt x="1257606" y="1877691"/>
                  <a:pt x="1253432" y="1881866"/>
                  <a:pt x="1248284" y="1881866"/>
                </a:cubicBezTo>
                <a:lnTo>
                  <a:pt x="1159414" y="1881866"/>
                </a:lnTo>
                <a:lnTo>
                  <a:pt x="1170086" y="2054855"/>
                </a:lnTo>
                <a:lnTo>
                  <a:pt x="1233364" y="2054855"/>
                </a:lnTo>
                <a:cubicBezTo>
                  <a:pt x="1241359" y="2054855"/>
                  <a:pt x="1247840" y="2061336"/>
                  <a:pt x="1247840" y="2069332"/>
                </a:cubicBezTo>
                <a:lnTo>
                  <a:pt x="1247840" y="2127235"/>
                </a:lnTo>
                <a:cubicBezTo>
                  <a:pt x="1247840" y="2135230"/>
                  <a:pt x="1241359" y="2141711"/>
                  <a:pt x="1233364" y="2141711"/>
                </a:cubicBezTo>
                <a:lnTo>
                  <a:pt x="1175445" y="2141711"/>
                </a:lnTo>
                <a:lnTo>
                  <a:pt x="1217275" y="2819733"/>
                </a:lnTo>
                <a:lnTo>
                  <a:pt x="1538655" y="2819733"/>
                </a:lnTo>
                <a:lnTo>
                  <a:pt x="1538655" y="2916015"/>
                </a:lnTo>
                <a:lnTo>
                  <a:pt x="1834975" y="2426775"/>
                </a:lnTo>
                <a:close/>
                <a:moveTo>
                  <a:pt x="2470117" y="140636"/>
                </a:moveTo>
                <a:lnTo>
                  <a:pt x="2450688" y="169453"/>
                </a:lnTo>
                <a:cubicBezTo>
                  <a:pt x="2432725" y="187416"/>
                  <a:pt x="2407910" y="198526"/>
                  <a:pt x="2380499" y="198526"/>
                </a:cubicBezTo>
                <a:cubicBezTo>
                  <a:pt x="2366794" y="198526"/>
                  <a:pt x="2353737" y="195749"/>
                  <a:pt x="2341862" y="190726"/>
                </a:cubicBezTo>
                <a:lnTo>
                  <a:pt x="2319689" y="175776"/>
                </a:lnTo>
                <a:lnTo>
                  <a:pt x="1188989" y="1308426"/>
                </a:lnTo>
                <a:lnTo>
                  <a:pt x="1342990" y="1294974"/>
                </a:lnTo>
                <a:lnTo>
                  <a:pt x="1353866" y="1419480"/>
                </a:lnTo>
                <a:lnTo>
                  <a:pt x="1862584" y="2381191"/>
                </a:lnTo>
                <a:lnTo>
                  <a:pt x="3029209" y="455030"/>
                </a:lnTo>
                <a:close/>
                <a:moveTo>
                  <a:pt x="2380499" y="0"/>
                </a:moveTo>
                <a:cubicBezTo>
                  <a:pt x="2435320" y="0"/>
                  <a:pt x="2479762" y="44442"/>
                  <a:pt x="2479762" y="99263"/>
                </a:cubicBezTo>
                <a:lnTo>
                  <a:pt x="2478311" y="106448"/>
                </a:lnTo>
                <a:lnTo>
                  <a:pt x="3219890" y="215733"/>
                </a:lnTo>
                <a:lnTo>
                  <a:pt x="3217054" y="220776"/>
                </a:lnTo>
                <a:lnTo>
                  <a:pt x="4067223" y="1004298"/>
                </a:lnTo>
                <a:lnTo>
                  <a:pt x="4069653" y="1000693"/>
                </a:lnTo>
                <a:cubicBezTo>
                  <a:pt x="4079200" y="991147"/>
                  <a:pt x="4092388" y="985242"/>
                  <a:pt x="4106956" y="985242"/>
                </a:cubicBezTo>
                <a:cubicBezTo>
                  <a:pt x="4136091" y="985242"/>
                  <a:pt x="4159710" y="1008861"/>
                  <a:pt x="4159710" y="1037996"/>
                </a:cubicBezTo>
                <a:cubicBezTo>
                  <a:pt x="4159710" y="1067131"/>
                  <a:pt x="4136091" y="1090750"/>
                  <a:pt x="4106956" y="1090750"/>
                </a:cubicBezTo>
                <a:cubicBezTo>
                  <a:pt x="4077821" y="1090750"/>
                  <a:pt x="4054202" y="1067131"/>
                  <a:pt x="4054202" y="1037996"/>
                </a:cubicBezTo>
                <a:cubicBezTo>
                  <a:pt x="4054202" y="1030713"/>
                  <a:pt x="4055678" y="1023773"/>
                  <a:pt x="4058348" y="1017462"/>
                </a:cubicBezTo>
                <a:lnTo>
                  <a:pt x="4060261" y="1014623"/>
                </a:lnTo>
                <a:lnTo>
                  <a:pt x="3137412" y="519074"/>
                </a:lnTo>
                <a:lnTo>
                  <a:pt x="1538655" y="3357254"/>
                </a:lnTo>
                <a:lnTo>
                  <a:pt x="1538655" y="3364856"/>
                </a:lnTo>
                <a:lnTo>
                  <a:pt x="1696915" y="3364856"/>
                </a:lnTo>
                <a:lnTo>
                  <a:pt x="1696915" y="3781025"/>
                </a:lnTo>
                <a:lnTo>
                  <a:pt x="1487338" y="3781025"/>
                </a:lnTo>
                <a:lnTo>
                  <a:pt x="1487338" y="3904082"/>
                </a:lnTo>
                <a:lnTo>
                  <a:pt x="1563403" y="3904082"/>
                </a:lnTo>
                <a:cubicBezTo>
                  <a:pt x="1576028" y="3904082"/>
                  <a:pt x="1586263" y="3914317"/>
                  <a:pt x="1586263" y="3926942"/>
                </a:cubicBezTo>
                <a:lnTo>
                  <a:pt x="1586262" y="3926942"/>
                </a:lnTo>
                <a:cubicBezTo>
                  <a:pt x="1586262" y="3939567"/>
                  <a:pt x="1576027" y="3949802"/>
                  <a:pt x="1563402" y="3949802"/>
                </a:cubicBezTo>
                <a:lnTo>
                  <a:pt x="1487338" y="3949802"/>
                </a:lnTo>
                <a:lnTo>
                  <a:pt x="1487338" y="4070970"/>
                </a:lnTo>
                <a:lnTo>
                  <a:pt x="1563403" y="4070970"/>
                </a:lnTo>
                <a:cubicBezTo>
                  <a:pt x="1576028" y="4070970"/>
                  <a:pt x="1586263" y="4081205"/>
                  <a:pt x="1586263" y="4093830"/>
                </a:cubicBezTo>
                <a:lnTo>
                  <a:pt x="1586262" y="4093830"/>
                </a:lnTo>
                <a:cubicBezTo>
                  <a:pt x="1586262" y="4106455"/>
                  <a:pt x="1576027" y="4116690"/>
                  <a:pt x="1563402" y="4116690"/>
                </a:cubicBezTo>
                <a:lnTo>
                  <a:pt x="1487338" y="4116690"/>
                </a:lnTo>
                <a:lnTo>
                  <a:pt x="1487338" y="4772921"/>
                </a:lnTo>
                <a:lnTo>
                  <a:pt x="1529674" y="4772921"/>
                </a:lnTo>
                <a:cubicBezTo>
                  <a:pt x="1560927" y="4772921"/>
                  <a:pt x="1586262" y="4798256"/>
                  <a:pt x="1586262" y="4829509"/>
                </a:cubicBezTo>
                <a:lnTo>
                  <a:pt x="1586262" y="4848693"/>
                </a:lnTo>
                <a:cubicBezTo>
                  <a:pt x="1586262" y="4879946"/>
                  <a:pt x="1560927" y="4905281"/>
                  <a:pt x="1529674" y="4905281"/>
                </a:cubicBezTo>
                <a:lnTo>
                  <a:pt x="1518652" y="4905281"/>
                </a:lnTo>
                <a:lnTo>
                  <a:pt x="1488812" y="4962472"/>
                </a:lnTo>
                <a:lnTo>
                  <a:pt x="1773161" y="5507455"/>
                </a:lnTo>
                <a:lnTo>
                  <a:pt x="1945385" y="5507455"/>
                </a:lnTo>
                <a:cubicBezTo>
                  <a:pt x="1984041" y="5507455"/>
                  <a:pt x="2015377" y="5538791"/>
                  <a:pt x="2015377" y="5577447"/>
                </a:cubicBezTo>
                <a:lnTo>
                  <a:pt x="2015377" y="5716606"/>
                </a:lnTo>
                <a:cubicBezTo>
                  <a:pt x="2015377" y="5755262"/>
                  <a:pt x="1984041" y="5786598"/>
                  <a:pt x="1945385" y="5786598"/>
                </a:cubicBezTo>
                <a:lnTo>
                  <a:pt x="166286" y="5786598"/>
                </a:lnTo>
                <a:cubicBezTo>
                  <a:pt x="127630" y="5786598"/>
                  <a:pt x="96294" y="5755262"/>
                  <a:pt x="96294" y="5716606"/>
                </a:cubicBezTo>
                <a:lnTo>
                  <a:pt x="96294" y="5577447"/>
                </a:lnTo>
                <a:cubicBezTo>
                  <a:pt x="96294" y="5538791"/>
                  <a:pt x="127630" y="5507455"/>
                  <a:pt x="166286" y="5507455"/>
                </a:cubicBezTo>
                <a:lnTo>
                  <a:pt x="235712" y="5507455"/>
                </a:lnTo>
                <a:lnTo>
                  <a:pt x="537898" y="4928284"/>
                </a:lnTo>
                <a:lnTo>
                  <a:pt x="525896" y="4905281"/>
                </a:lnTo>
                <a:lnTo>
                  <a:pt x="517166" y="4905281"/>
                </a:lnTo>
                <a:cubicBezTo>
                  <a:pt x="485913" y="4905281"/>
                  <a:pt x="460578" y="4879946"/>
                  <a:pt x="460578" y="4848693"/>
                </a:cubicBezTo>
                <a:lnTo>
                  <a:pt x="460578" y="4829509"/>
                </a:lnTo>
                <a:cubicBezTo>
                  <a:pt x="460578" y="4798256"/>
                  <a:pt x="485913" y="4772921"/>
                  <a:pt x="517166" y="4772921"/>
                </a:cubicBezTo>
                <a:lnTo>
                  <a:pt x="536643" y="4772921"/>
                </a:lnTo>
                <a:lnTo>
                  <a:pt x="536643" y="4116689"/>
                </a:lnTo>
                <a:lnTo>
                  <a:pt x="483438" y="4116689"/>
                </a:lnTo>
                <a:cubicBezTo>
                  <a:pt x="477126" y="4116689"/>
                  <a:pt x="471411" y="4114130"/>
                  <a:pt x="467274" y="4109993"/>
                </a:cubicBezTo>
                <a:lnTo>
                  <a:pt x="460578" y="4093829"/>
                </a:lnTo>
                <a:lnTo>
                  <a:pt x="467274" y="4077665"/>
                </a:lnTo>
                <a:cubicBezTo>
                  <a:pt x="471411" y="4073529"/>
                  <a:pt x="477126" y="4070970"/>
                  <a:pt x="483438" y="4070970"/>
                </a:cubicBezTo>
                <a:lnTo>
                  <a:pt x="536643" y="4070970"/>
                </a:lnTo>
                <a:lnTo>
                  <a:pt x="536643" y="3949801"/>
                </a:lnTo>
                <a:lnTo>
                  <a:pt x="483438" y="3949801"/>
                </a:lnTo>
                <a:cubicBezTo>
                  <a:pt x="477126" y="3949801"/>
                  <a:pt x="471411" y="3947242"/>
                  <a:pt x="467274" y="3943105"/>
                </a:cubicBezTo>
                <a:lnTo>
                  <a:pt x="460578" y="3926941"/>
                </a:lnTo>
                <a:lnTo>
                  <a:pt x="467274" y="3910777"/>
                </a:lnTo>
                <a:cubicBezTo>
                  <a:pt x="471411" y="3906640"/>
                  <a:pt x="477126" y="3904082"/>
                  <a:pt x="483438" y="3904082"/>
                </a:cubicBezTo>
                <a:lnTo>
                  <a:pt x="536643" y="3904082"/>
                </a:lnTo>
                <a:lnTo>
                  <a:pt x="536643" y="3781025"/>
                </a:lnTo>
                <a:lnTo>
                  <a:pt x="0" y="3781025"/>
                </a:lnTo>
                <a:lnTo>
                  <a:pt x="0" y="3364856"/>
                </a:lnTo>
                <a:lnTo>
                  <a:pt x="1" y="3364856"/>
                </a:lnTo>
                <a:lnTo>
                  <a:pt x="1" y="2819733"/>
                </a:lnTo>
                <a:lnTo>
                  <a:pt x="186431" y="2819733"/>
                </a:lnTo>
                <a:lnTo>
                  <a:pt x="823097" y="2141404"/>
                </a:lnTo>
                <a:lnTo>
                  <a:pt x="813602" y="2137471"/>
                </a:lnTo>
                <a:cubicBezTo>
                  <a:pt x="810982" y="2134852"/>
                  <a:pt x="809362" y="2131233"/>
                  <a:pt x="809362" y="2127235"/>
                </a:cubicBezTo>
                <a:lnTo>
                  <a:pt x="809362" y="2069332"/>
                </a:lnTo>
                <a:cubicBezTo>
                  <a:pt x="809362" y="2061336"/>
                  <a:pt x="815843" y="2054855"/>
                  <a:pt x="823838" y="2054855"/>
                </a:cubicBezTo>
                <a:lnTo>
                  <a:pt x="877577" y="2054855"/>
                </a:lnTo>
                <a:lnTo>
                  <a:pt x="888250" y="1881866"/>
                </a:lnTo>
                <a:lnTo>
                  <a:pt x="828450" y="1881866"/>
                </a:lnTo>
                <a:cubicBezTo>
                  <a:pt x="823302" y="1881866"/>
                  <a:pt x="819128" y="1877691"/>
                  <a:pt x="819128" y="1872543"/>
                </a:cubicBezTo>
                <a:lnTo>
                  <a:pt x="819128" y="1835257"/>
                </a:lnTo>
                <a:cubicBezTo>
                  <a:pt x="819128" y="1830109"/>
                  <a:pt x="823302" y="1825935"/>
                  <a:pt x="828450" y="1825935"/>
                </a:cubicBezTo>
                <a:lnTo>
                  <a:pt x="891700" y="1825935"/>
                </a:lnTo>
                <a:lnTo>
                  <a:pt x="912234" y="1493103"/>
                </a:lnTo>
                <a:lnTo>
                  <a:pt x="860727" y="1497602"/>
                </a:lnTo>
                <a:lnTo>
                  <a:pt x="861169" y="1501090"/>
                </a:lnTo>
                <a:lnTo>
                  <a:pt x="562355" y="1538964"/>
                </a:lnTo>
                <a:lnTo>
                  <a:pt x="573819" y="1582489"/>
                </a:lnTo>
                <a:cubicBezTo>
                  <a:pt x="581039" y="1609902"/>
                  <a:pt x="564670" y="1637977"/>
                  <a:pt x="537257" y="1645198"/>
                </a:cubicBezTo>
                <a:lnTo>
                  <a:pt x="530211" y="1647053"/>
                </a:lnTo>
                <a:cubicBezTo>
                  <a:pt x="509651" y="1652468"/>
                  <a:pt x="488719" y="1644615"/>
                  <a:pt x="476492" y="1628784"/>
                </a:cubicBezTo>
                <a:lnTo>
                  <a:pt x="469491" y="1614538"/>
                </a:lnTo>
                <a:lnTo>
                  <a:pt x="470721" y="1635605"/>
                </a:lnTo>
                <a:cubicBezTo>
                  <a:pt x="467670" y="1656861"/>
                  <a:pt x="452267" y="1675268"/>
                  <a:pt x="430195" y="1681081"/>
                </a:cubicBezTo>
                <a:lnTo>
                  <a:pt x="422631" y="1683073"/>
                </a:lnTo>
                <a:cubicBezTo>
                  <a:pt x="393202" y="1690825"/>
                  <a:pt x="363062" y="1673252"/>
                  <a:pt x="355310" y="1643823"/>
                </a:cubicBezTo>
                <a:lnTo>
                  <a:pt x="315776" y="1493723"/>
                </a:lnTo>
                <a:cubicBezTo>
                  <a:pt x="308025" y="1464294"/>
                  <a:pt x="325598" y="1434153"/>
                  <a:pt x="355027" y="1426402"/>
                </a:cubicBezTo>
                <a:lnTo>
                  <a:pt x="362591" y="1424410"/>
                </a:lnTo>
                <a:cubicBezTo>
                  <a:pt x="384663" y="1418597"/>
                  <a:pt x="407134" y="1427028"/>
                  <a:pt x="420261" y="1444022"/>
                </a:cubicBezTo>
                <a:lnTo>
                  <a:pt x="427578" y="1458912"/>
                </a:lnTo>
                <a:lnTo>
                  <a:pt x="426045" y="1453091"/>
                </a:lnTo>
                <a:cubicBezTo>
                  <a:pt x="418825" y="1425678"/>
                  <a:pt x="435194" y="1397602"/>
                  <a:pt x="462607" y="1390382"/>
                </a:cubicBezTo>
                <a:lnTo>
                  <a:pt x="469653" y="1388526"/>
                </a:lnTo>
                <a:cubicBezTo>
                  <a:pt x="497066" y="1381306"/>
                  <a:pt x="525141" y="1397675"/>
                  <a:pt x="532361" y="1425088"/>
                </a:cubicBezTo>
                <a:lnTo>
                  <a:pt x="549415" y="1489834"/>
                </a:lnTo>
                <a:lnTo>
                  <a:pt x="840002" y="1334084"/>
                </a:lnTo>
                <a:lnTo>
                  <a:pt x="840607" y="1338857"/>
                </a:lnTo>
                <a:lnTo>
                  <a:pt x="1112835" y="1315078"/>
                </a:lnTo>
                <a:lnTo>
                  <a:pt x="2288860" y="137025"/>
                </a:lnTo>
                <a:lnTo>
                  <a:pt x="2281236" y="99263"/>
                </a:lnTo>
                <a:cubicBezTo>
                  <a:pt x="2281236" y="44442"/>
                  <a:pt x="2325678" y="0"/>
                  <a:pt x="23804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0378C7E-0B3A-4C9F-A9A0-9731511A682D}"/>
              </a:ext>
            </a:extLst>
          </p:cNvPr>
          <p:cNvGrpSpPr/>
          <p:nvPr/>
        </p:nvGrpSpPr>
        <p:grpSpPr>
          <a:xfrm flipH="1">
            <a:off x="1767287" y="3825216"/>
            <a:ext cx="2800144" cy="2558909"/>
            <a:chOff x="10038248" y="1087963"/>
            <a:chExt cx="3493565" cy="3192589"/>
          </a:xfrm>
          <a:solidFill>
            <a:schemeClr val="accent1"/>
          </a:solidFill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CFDEE77-F3EC-4BBA-B601-A6F606253252}"/>
                </a:ext>
              </a:extLst>
            </p:cNvPr>
            <p:cNvSpPr/>
            <p:nvPr/>
          </p:nvSpPr>
          <p:spPr>
            <a:xfrm>
              <a:off x="10038248" y="2837935"/>
              <a:ext cx="632499" cy="678474"/>
            </a:xfrm>
            <a:custGeom>
              <a:avLst/>
              <a:gdLst>
                <a:gd name="connsiteX0" fmla="*/ 597314 w 638668"/>
                <a:gd name="connsiteY0" fmla="*/ 306119 h 685090"/>
                <a:gd name="connsiteX1" fmla="*/ 597314 w 638668"/>
                <a:gd name="connsiteY1" fmla="*/ 577205 h 685090"/>
                <a:gd name="connsiteX2" fmla="*/ 616698 w 638668"/>
                <a:gd name="connsiteY2" fmla="*/ 572897 h 685090"/>
                <a:gd name="connsiteX3" fmla="*/ 616698 w 638668"/>
                <a:gd name="connsiteY3" fmla="*/ 313155 h 685090"/>
                <a:gd name="connsiteX4" fmla="*/ 561418 w 638668"/>
                <a:gd name="connsiteY4" fmla="*/ 292910 h 685090"/>
                <a:gd name="connsiteX5" fmla="*/ 561418 w 638668"/>
                <a:gd name="connsiteY5" fmla="*/ 585245 h 685090"/>
                <a:gd name="connsiteX6" fmla="*/ 582094 w 638668"/>
                <a:gd name="connsiteY6" fmla="*/ 580651 h 685090"/>
                <a:gd name="connsiteX7" fmla="*/ 582094 w 638668"/>
                <a:gd name="connsiteY7" fmla="*/ 300520 h 685090"/>
                <a:gd name="connsiteX8" fmla="*/ 525522 w 638668"/>
                <a:gd name="connsiteY8" fmla="*/ 279844 h 685090"/>
                <a:gd name="connsiteX9" fmla="*/ 525522 w 638668"/>
                <a:gd name="connsiteY9" fmla="*/ 593286 h 685090"/>
                <a:gd name="connsiteX10" fmla="*/ 546198 w 638668"/>
                <a:gd name="connsiteY10" fmla="*/ 588691 h 685090"/>
                <a:gd name="connsiteX11" fmla="*/ 546198 w 638668"/>
                <a:gd name="connsiteY11" fmla="*/ 287454 h 685090"/>
                <a:gd name="connsiteX12" fmla="*/ 489626 w 638668"/>
                <a:gd name="connsiteY12" fmla="*/ 266778 h 685090"/>
                <a:gd name="connsiteX13" fmla="*/ 489626 w 638668"/>
                <a:gd name="connsiteY13" fmla="*/ 601327 h 685090"/>
                <a:gd name="connsiteX14" fmla="*/ 510303 w 638668"/>
                <a:gd name="connsiteY14" fmla="*/ 596732 h 685090"/>
                <a:gd name="connsiteX15" fmla="*/ 510303 w 638668"/>
                <a:gd name="connsiteY15" fmla="*/ 274244 h 685090"/>
                <a:gd name="connsiteX16" fmla="*/ 453730 w 638668"/>
                <a:gd name="connsiteY16" fmla="*/ 253568 h 685090"/>
                <a:gd name="connsiteX17" fmla="*/ 453730 w 638668"/>
                <a:gd name="connsiteY17" fmla="*/ 609224 h 685090"/>
                <a:gd name="connsiteX18" fmla="*/ 474407 w 638668"/>
                <a:gd name="connsiteY18" fmla="*/ 604629 h 685090"/>
                <a:gd name="connsiteX19" fmla="*/ 474407 w 638668"/>
                <a:gd name="connsiteY19" fmla="*/ 261178 h 685090"/>
                <a:gd name="connsiteX20" fmla="*/ 417835 w 638668"/>
                <a:gd name="connsiteY20" fmla="*/ 240502 h 685090"/>
                <a:gd name="connsiteX21" fmla="*/ 417835 w 638668"/>
                <a:gd name="connsiteY21" fmla="*/ 617265 h 685090"/>
                <a:gd name="connsiteX22" fmla="*/ 438367 w 638668"/>
                <a:gd name="connsiteY22" fmla="*/ 612670 h 685090"/>
                <a:gd name="connsiteX23" fmla="*/ 438367 w 638668"/>
                <a:gd name="connsiteY23" fmla="*/ 248112 h 685090"/>
                <a:gd name="connsiteX24" fmla="*/ 381939 w 638668"/>
                <a:gd name="connsiteY24" fmla="*/ 227436 h 685090"/>
                <a:gd name="connsiteX25" fmla="*/ 381939 w 638668"/>
                <a:gd name="connsiteY25" fmla="*/ 625305 h 685090"/>
                <a:gd name="connsiteX26" fmla="*/ 402471 w 638668"/>
                <a:gd name="connsiteY26" fmla="*/ 620710 h 685090"/>
                <a:gd name="connsiteX27" fmla="*/ 402471 w 638668"/>
                <a:gd name="connsiteY27" fmla="*/ 234902 h 685090"/>
                <a:gd name="connsiteX28" fmla="*/ 345899 w 638668"/>
                <a:gd name="connsiteY28" fmla="*/ 214370 h 685090"/>
                <a:gd name="connsiteX29" fmla="*/ 345899 w 638668"/>
                <a:gd name="connsiteY29" fmla="*/ 633346 h 685090"/>
                <a:gd name="connsiteX30" fmla="*/ 366575 w 638668"/>
                <a:gd name="connsiteY30" fmla="*/ 628751 h 685090"/>
                <a:gd name="connsiteX31" fmla="*/ 366575 w 638668"/>
                <a:gd name="connsiteY31" fmla="*/ 221836 h 685090"/>
                <a:gd name="connsiteX32" fmla="*/ 296650 w 638668"/>
                <a:gd name="connsiteY32" fmla="*/ 196278 h 685090"/>
                <a:gd name="connsiteX33" fmla="*/ 296650 w 638668"/>
                <a:gd name="connsiteY33" fmla="*/ 644258 h 685090"/>
                <a:gd name="connsiteX34" fmla="*/ 330679 w 638668"/>
                <a:gd name="connsiteY34" fmla="*/ 636648 h 685090"/>
                <a:gd name="connsiteX35" fmla="*/ 330679 w 638668"/>
                <a:gd name="connsiteY35" fmla="*/ 208770 h 685090"/>
                <a:gd name="connsiteX36" fmla="*/ 313736 w 638668"/>
                <a:gd name="connsiteY36" fmla="*/ 20102 h 685090"/>
                <a:gd name="connsiteX37" fmla="*/ 122196 w 638668"/>
                <a:gd name="connsiteY37" fmla="*/ 196278 h 685090"/>
                <a:gd name="connsiteX38" fmla="*/ 246827 w 638668"/>
                <a:gd name="connsiteY38" fmla="*/ 152916 h 685090"/>
                <a:gd name="connsiteX39" fmla="*/ 277553 w 638668"/>
                <a:gd name="connsiteY39" fmla="*/ 151768 h 685090"/>
                <a:gd name="connsiteX40" fmla="*/ 396440 w 638668"/>
                <a:gd name="connsiteY40" fmla="*/ 201878 h 685090"/>
                <a:gd name="connsiteX41" fmla="*/ 537152 w 638668"/>
                <a:gd name="connsiteY41" fmla="*/ 262470 h 685090"/>
                <a:gd name="connsiteX42" fmla="*/ 313736 w 638668"/>
                <a:gd name="connsiteY42" fmla="*/ 20102 h 685090"/>
                <a:gd name="connsiteX43" fmla="*/ 311439 w 638668"/>
                <a:gd name="connsiteY43" fmla="*/ 0 h 685090"/>
                <a:gd name="connsiteX44" fmla="*/ 561417 w 638668"/>
                <a:gd name="connsiteY44" fmla="*/ 273526 h 685090"/>
                <a:gd name="connsiteX45" fmla="*/ 622010 w 638668"/>
                <a:gd name="connsiteY45" fmla="*/ 298653 h 685090"/>
                <a:gd name="connsiteX46" fmla="*/ 638665 w 638668"/>
                <a:gd name="connsiteY46" fmla="*/ 324068 h 685090"/>
                <a:gd name="connsiteX47" fmla="*/ 638522 w 638668"/>
                <a:gd name="connsiteY47" fmla="*/ 575913 h 685090"/>
                <a:gd name="connsiteX48" fmla="*/ 625025 w 638668"/>
                <a:gd name="connsiteY48" fmla="*/ 598168 h 685090"/>
                <a:gd name="connsiteX49" fmla="*/ 403763 w 638668"/>
                <a:gd name="connsiteY49" fmla="*/ 657324 h 685090"/>
                <a:gd name="connsiteX50" fmla="*/ 303398 w 638668"/>
                <a:gd name="connsiteY50" fmla="*/ 684174 h 685090"/>
                <a:gd name="connsiteX51" fmla="*/ 282722 w 638668"/>
                <a:gd name="connsiteY51" fmla="*/ 683313 h 685090"/>
                <a:gd name="connsiteX52" fmla="*/ 26713 w 638668"/>
                <a:gd name="connsiteY52" fmla="*/ 587543 h 685090"/>
                <a:gd name="connsiteX53" fmla="*/ 7 w 638668"/>
                <a:gd name="connsiteY53" fmla="*/ 552652 h 685090"/>
                <a:gd name="connsiteX54" fmla="*/ 581 w 638668"/>
                <a:gd name="connsiteY54" fmla="*/ 264337 h 685090"/>
                <a:gd name="connsiteX55" fmla="*/ 22406 w 638668"/>
                <a:gd name="connsiteY55" fmla="*/ 235333 h 685090"/>
                <a:gd name="connsiteX56" fmla="*/ 92044 w 638668"/>
                <a:gd name="connsiteY56" fmla="*/ 206760 h 685090"/>
                <a:gd name="connsiteX57" fmla="*/ 311439 w 638668"/>
                <a:gd name="connsiteY57" fmla="*/ 0 h 685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38668" h="685090">
                  <a:moveTo>
                    <a:pt x="597314" y="306119"/>
                  </a:moveTo>
                  <a:lnTo>
                    <a:pt x="597314" y="577205"/>
                  </a:lnTo>
                  <a:lnTo>
                    <a:pt x="616698" y="572897"/>
                  </a:lnTo>
                  <a:lnTo>
                    <a:pt x="616698" y="313155"/>
                  </a:lnTo>
                  <a:close/>
                  <a:moveTo>
                    <a:pt x="561418" y="292910"/>
                  </a:moveTo>
                  <a:lnTo>
                    <a:pt x="561418" y="585245"/>
                  </a:lnTo>
                  <a:lnTo>
                    <a:pt x="582094" y="580651"/>
                  </a:lnTo>
                  <a:lnTo>
                    <a:pt x="582094" y="300520"/>
                  </a:lnTo>
                  <a:close/>
                  <a:moveTo>
                    <a:pt x="525522" y="279844"/>
                  </a:moveTo>
                  <a:lnTo>
                    <a:pt x="525522" y="593286"/>
                  </a:lnTo>
                  <a:lnTo>
                    <a:pt x="546198" y="588691"/>
                  </a:lnTo>
                  <a:lnTo>
                    <a:pt x="546198" y="287454"/>
                  </a:lnTo>
                  <a:close/>
                  <a:moveTo>
                    <a:pt x="489626" y="266778"/>
                  </a:moveTo>
                  <a:lnTo>
                    <a:pt x="489626" y="601327"/>
                  </a:lnTo>
                  <a:lnTo>
                    <a:pt x="510303" y="596732"/>
                  </a:lnTo>
                  <a:lnTo>
                    <a:pt x="510303" y="274244"/>
                  </a:lnTo>
                  <a:close/>
                  <a:moveTo>
                    <a:pt x="453730" y="253568"/>
                  </a:moveTo>
                  <a:lnTo>
                    <a:pt x="453730" y="609224"/>
                  </a:lnTo>
                  <a:lnTo>
                    <a:pt x="474407" y="604629"/>
                  </a:lnTo>
                  <a:lnTo>
                    <a:pt x="474407" y="261178"/>
                  </a:lnTo>
                  <a:close/>
                  <a:moveTo>
                    <a:pt x="417835" y="240502"/>
                  </a:moveTo>
                  <a:lnTo>
                    <a:pt x="417835" y="617265"/>
                  </a:lnTo>
                  <a:lnTo>
                    <a:pt x="438367" y="612670"/>
                  </a:lnTo>
                  <a:lnTo>
                    <a:pt x="438367" y="248112"/>
                  </a:lnTo>
                  <a:close/>
                  <a:moveTo>
                    <a:pt x="381939" y="227436"/>
                  </a:moveTo>
                  <a:lnTo>
                    <a:pt x="381939" y="625305"/>
                  </a:lnTo>
                  <a:lnTo>
                    <a:pt x="402471" y="620710"/>
                  </a:lnTo>
                  <a:lnTo>
                    <a:pt x="402471" y="234902"/>
                  </a:lnTo>
                  <a:close/>
                  <a:moveTo>
                    <a:pt x="345899" y="214370"/>
                  </a:moveTo>
                  <a:lnTo>
                    <a:pt x="345899" y="633346"/>
                  </a:lnTo>
                  <a:lnTo>
                    <a:pt x="366575" y="628751"/>
                  </a:lnTo>
                  <a:lnTo>
                    <a:pt x="366575" y="221836"/>
                  </a:lnTo>
                  <a:close/>
                  <a:moveTo>
                    <a:pt x="296650" y="196278"/>
                  </a:moveTo>
                  <a:lnTo>
                    <a:pt x="296650" y="644258"/>
                  </a:lnTo>
                  <a:lnTo>
                    <a:pt x="330679" y="636648"/>
                  </a:lnTo>
                  <a:lnTo>
                    <a:pt x="330679" y="208770"/>
                  </a:lnTo>
                  <a:close/>
                  <a:moveTo>
                    <a:pt x="313736" y="20102"/>
                  </a:moveTo>
                  <a:cubicBezTo>
                    <a:pt x="250129" y="80263"/>
                    <a:pt x="184081" y="137696"/>
                    <a:pt x="122196" y="196278"/>
                  </a:cubicBezTo>
                  <a:cubicBezTo>
                    <a:pt x="164410" y="185940"/>
                    <a:pt x="206767" y="165982"/>
                    <a:pt x="246827" y="152916"/>
                  </a:cubicBezTo>
                  <a:cubicBezTo>
                    <a:pt x="256303" y="149901"/>
                    <a:pt x="268651" y="148178"/>
                    <a:pt x="277553" y="151768"/>
                  </a:cubicBezTo>
                  <a:cubicBezTo>
                    <a:pt x="317613" y="167275"/>
                    <a:pt x="356811" y="185079"/>
                    <a:pt x="396440" y="201878"/>
                  </a:cubicBezTo>
                  <a:cubicBezTo>
                    <a:pt x="444253" y="222123"/>
                    <a:pt x="489339" y="242225"/>
                    <a:pt x="537152" y="262470"/>
                  </a:cubicBezTo>
                  <a:cubicBezTo>
                    <a:pt x="537870" y="261465"/>
                    <a:pt x="391128" y="102949"/>
                    <a:pt x="313736" y="20102"/>
                  </a:cubicBezTo>
                  <a:close/>
                  <a:moveTo>
                    <a:pt x="311439" y="0"/>
                  </a:moveTo>
                  <a:cubicBezTo>
                    <a:pt x="311439" y="0"/>
                    <a:pt x="522219" y="228872"/>
                    <a:pt x="561417" y="273526"/>
                  </a:cubicBezTo>
                  <a:cubicBezTo>
                    <a:pt x="590134" y="286592"/>
                    <a:pt x="591857" y="288459"/>
                    <a:pt x="622010" y="298653"/>
                  </a:cubicBezTo>
                  <a:cubicBezTo>
                    <a:pt x="635076" y="303104"/>
                    <a:pt x="638809" y="310571"/>
                    <a:pt x="638665" y="324068"/>
                  </a:cubicBezTo>
                  <a:cubicBezTo>
                    <a:pt x="638091" y="408064"/>
                    <a:pt x="638378" y="491916"/>
                    <a:pt x="638522" y="575913"/>
                  </a:cubicBezTo>
                  <a:cubicBezTo>
                    <a:pt x="638522" y="586394"/>
                    <a:pt x="638953" y="594578"/>
                    <a:pt x="625025" y="598168"/>
                  </a:cubicBezTo>
                  <a:cubicBezTo>
                    <a:pt x="550075" y="617264"/>
                    <a:pt x="478426" y="637366"/>
                    <a:pt x="403763" y="657324"/>
                  </a:cubicBezTo>
                  <a:cubicBezTo>
                    <a:pt x="370308" y="666226"/>
                    <a:pt x="336997" y="675703"/>
                    <a:pt x="303398" y="684174"/>
                  </a:cubicBezTo>
                  <a:cubicBezTo>
                    <a:pt x="296937" y="685754"/>
                    <a:pt x="288753" y="685179"/>
                    <a:pt x="282722" y="683313"/>
                  </a:cubicBezTo>
                  <a:cubicBezTo>
                    <a:pt x="187527" y="652730"/>
                    <a:pt x="118319" y="617983"/>
                    <a:pt x="26713" y="587543"/>
                  </a:cubicBezTo>
                  <a:cubicBezTo>
                    <a:pt x="8765" y="581512"/>
                    <a:pt x="-281" y="573184"/>
                    <a:pt x="7" y="552652"/>
                  </a:cubicBezTo>
                  <a:cubicBezTo>
                    <a:pt x="1012" y="456595"/>
                    <a:pt x="1012" y="360538"/>
                    <a:pt x="581" y="264337"/>
                  </a:cubicBezTo>
                  <a:cubicBezTo>
                    <a:pt x="581" y="247968"/>
                    <a:pt x="6899" y="239784"/>
                    <a:pt x="22406" y="235333"/>
                  </a:cubicBezTo>
                  <a:cubicBezTo>
                    <a:pt x="47102" y="228010"/>
                    <a:pt x="68783" y="217529"/>
                    <a:pt x="92044" y="206760"/>
                  </a:cubicBezTo>
                  <a:cubicBezTo>
                    <a:pt x="106258" y="200155"/>
                    <a:pt x="311726" y="4308"/>
                    <a:pt x="311439" y="0"/>
                  </a:cubicBezTo>
                  <a:close/>
                </a:path>
              </a:pathLst>
            </a:custGeom>
            <a:grpFill/>
            <a:ln w="55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8E3E5C07-7A18-48EE-86A2-3B2D4BFDF4C6}"/>
                </a:ext>
              </a:extLst>
            </p:cNvPr>
            <p:cNvGrpSpPr/>
            <p:nvPr/>
          </p:nvGrpSpPr>
          <p:grpSpPr>
            <a:xfrm>
              <a:off x="10112869" y="1087963"/>
              <a:ext cx="3418944" cy="3192589"/>
              <a:chOff x="10112869" y="1087963"/>
              <a:chExt cx="3418944" cy="3192589"/>
            </a:xfrm>
            <a:grpFill/>
          </p:grpSpPr>
          <p:sp>
            <p:nvSpPr>
              <p:cNvPr id="142" name="Rectangle: Rounded Corners 141">
                <a:extLst>
                  <a:ext uri="{FF2B5EF4-FFF2-40B4-BE49-F238E27FC236}">
                    <a16:creationId xmlns:a16="http://schemas.microsoft.com/office/drawing/2014/main" id="{DBE499E2-4567-4E4B-B6E0-1BBB510765B2}"/>
                  </a:ext>
                </a:extLst>
              </p:cNvPr>
              <p:cNvSpPr/>
              <p:nvPr/>
            </p:nvSpPr>
            <p:spPr>
              <a:xfrm>
                <a:off x="10147853" y="2407464"/>
                <a:ext cx="3383960" cy="86947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1C429759-7820-457B-B5F5-ACCC94FEF68F}"/>
                  </a:ext>
                </a:extLst>
              </p:cNvPr>
              <p:cNvSpPr/>
              <p:nvPr/>
            </p:nvSpPr>
            <p:spPr>
              <a:xfrm>
                <a:off x="11772474" y="3314205"/>
                <a:ext cx="1343744" cy="92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C5B2D9B8-2D0C-4AE9-9552-3B8F65E8629A}"/>
                  </a:ext>
                </a:extLst>
              </p:cNvPr>
              <p:cNvSpPr/>
              <p:nvPr/>
            </p:nvSpPr>
            <p:spPr>
              <a:xfrm>
                <a:off x="11766761" y="2239508"/>
                <a:ext cx="80436" cy="20392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666B3BAD-2080-42D8-82B2-F0F1A49F6A59}"/>
                  </a:ext>
                </a:extLst>
              </p:cNvPr>
              <p:cNvSpPr/>
              <p:nvPr/>
            </p:nvSpPr>
            <p:spPr>
              <a:xfrm>
                <a:off x="12239858" y="2239508"/>
                <a:ext cx="80436" cy="20392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922C15F5-5980-4A8F-A46A-FF4CF3863AB0}"/>
                  </a:ext>
                </a:extLst>
              </p:cNvPr>
              <p:cNvSpPr/>
              <p:nvPr/>
            </p:nvSpPr>
            <p:spPr>
              <a:xfrm>
                <a:off x="13026689" y="2239508"/>
                <a:ext cx="80436" cy="20392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F5A3DF08-ACF2-4515-B6A0-0D0EF2D65962}"/>
                  </a:ext>
                </a:extLst>
              </p:cNvPr>
              <p:cNvSpPr/>
              <p:nvPr/>
            </p:nvSpPr>
            <p:spPr>
              <a:xfrm>
                <a:off x="12523780" y="2451528"/>
                <a:ext cx="77841" cy="182720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5C72F8AF-7FE3-4413-B266-C63562674878}"/>
                  </a:ext>
                </a:extLst>
              </p:cNvPr>
              <p:cNvSpPr/>
              <p:nvPr/>
            </p:nvSpPr>
            <p:spPr>
              <a:xfrm rot="2465944">
                <a:off x="12622677" y="2284600"/>
                <a:ext cx="45720" cy="11753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2DE4E540-B18D-41DD-9E83-D3ED968E6AB8}"/>
                  </a:ext>
                </a:extLst>
              </p:cNvPr>
              <p:cNvSpPr/>
              <p:nvPr/>
            </p:nvSpPr>
            <p:spPr>
              <a:xfrm rot="658490">
                <a:off x="11863647" y="1255476"/>
                <a:ext cx="64929" cy="10552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CD776431-F613-48B6-98AB-5FB8AF81CD2F}"/>
                  </a:ext>
                </a:extLst>
              </p:cNvPr>
              <p:cNvSpPr/>
              <p:nvPr/>
            </p:nvSpPr>
            <p:spPr>
              <a:xfrm rot="20633081">
                <a:off x="12106628" y="1224307"/>
                <a:ext cx="64929" cy="10552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337772B-C94A-4977-8A17-F9CC6A8B5963}"/>
                  </a:ext>
                </a:extLst>
              </p:cNvPr>
              <p:cNvSpPr/>
              <p:nvPr/>
            </p:nvSpPr>
            <p:spPr>
              <a:xfrm rot="19505308">
                <a:off x="12382395" y="1087963"/>
                <a:ext cx="47366" cy="14536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E13A4465-9597-41AD-8312-9C372F130268}"/>
                  </a:ext>
                </a:extLst>
              </p:cNvPr>
              <p:cNvSpPr/>
              <p:nvPr/>
            </p:nvSpPr>
            <p:spPr>
              <a:xfrm>
                <a:off x="12417111" y="2056336"/>
                <a:ext cx="962547" cy="3621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337895E5-2573-4F02-86C4-C4AB21BD1A37}"/>
                  </a:ext>
                </a:extLst>
              </p:cNvPr>
              <p:cNvSpPr/>
              <p:nvPr/>
            </p:nvSpPr>
            <p:spPr>
              <a:xfrm rot="3295761" flipH="1">
                <a:off x="11139455" y="771268"/>
                <a:ext cx="36576" cy="208974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8EBCE15-817A-461A-A88C-38CD5D5ABFFA}"/>
                  </a:ext>
                </a:extLst>
              </p:cNvPr>
              <p:cNvSpPr/>
              <p:nvPr/>
            </p:nvSpPr>
            <p:spPr>
              <a:xfrm>
                <a:off x="11766760" y="2239508"/>
                <a:ext cx="521564" cy="758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: Top Corners Rounded 154">
                <a:extLst>
                  <a:ext uri="{FF2B5EF4-FFF2-40B4-BE49-F238E27FC236}">
                    <a16:creationId xmlns:a16="http://schemas.microsoft.com/office/drawing/2014/main" id="{B1EC0123-FD70-4C9C-8D03-227A68A88DB8}"/>
                  </a:ext>
                </a:extLst>
              </p:cNvPr>
              <p:cNvSpPr/>
              <p:nvPr/>
            </p:nvSpPr>
            <p:spPr>
              <a:xfrm>
                <a:off x="11734846" y="4112596"/>
                <a:ext cx="144264" cy="167956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: Top Corners Rounded 155">
                <a:extLst>
                  <a:ext uri="{FF2B5EF4-FFF2-40B4-BE49-F238E27FC236}">
                    <a16:creationId xmlns:a16="http://schemas.microsoft.com/office/drawing/2014/main" id="{36EC0C47-A43D-4747-A365-89246E4C74A7}"/>
                  </a:ext>
                </a:extLst>
              </p:cNvPr>
              <p:cNvSpPr/>
              <p:nvPr/>
            </p:nvSpPr>
            <p:spPr>
              <a:xfrm>
                <a:off x="12200132" y="4112596"/>
                <a:ext cx="144264" cy="167956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: Top Corners Rounded 156">
                <a:extLst>
                  <a:ext uri="{FF2B5EF4-FFF2-40B4-BE49-F238E27FC236}">
                    <a16:creationId xmlns:a16="http://schemas.microsoft.com/office/drawing/2014/main" id="{5195B99A-5CB5-4727-939D-7689156C095A}"/>
                  </a:ext>
                </a:extLst>
              </p:cNvPr>
              <p:cNvSpPr/>
              <p:nvPr/>
            </p:nvSpPr>
            <p:spPr>
              <a:xfrm>
                <a:off x="12490568" y="4112596"/>
                <a:ext cx="144264" cy="167956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: Top Corners Rounded 157">
                <a:extLst>
                  <a:ext uri="{FF2B5EF4-FFF2-40B4-BE49-F238E27FC236}">
                    <a16:creationId xmlns:a16="http://schemas.microsoft.com/office/drawing/2014/main" id="{1C38FB08-E1B4-4D91-8685-80C55190CBFB}"/>
                  </a:ext>
                </a:extLst>
              </p:cNvPr>
              <p:cNvSpPr/>
              <p:nvPr/>
            </p:nvSpPr>
            <p:spPr>
              <a:xfrm>
                <a:off x="12994775" y="4112596"/>
                <a:ext cx="144264" cy="167956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8F580599-FC41-422A-857B-AFC950F4FA5E}"/>
                  </a:ext>
                </a:extLst>
              </p:cNvPr>
              <p:cNvSpPr/>
              <p:nvPr/>
            </p:nvSpPr>
            <p:spPr>
              <a:xfrm rot="2465944">
                <a:off x="12155656" y="2331293"/>
                <a:ext cx="45720" cy="11753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FEFF115E-43AC-4091-95BE-3550F92D6778}"/>
                  </a:ext>
                </a:extLst>
              </p:cNvPr>
              <p:cNvSpPr/>
              <p:nvPr/>
            </p:nvSpPr>
            <p:spPr>
              <a:xfrm>
                <a:off x="10326532" y="2433584"/>
                <a:ext cx="45719" cy="4362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6EF42EE-15AD-4F03-8D64-64FB61828538}"/>
                  </a:ext>
                </a:extLst>
              </p:cNvPr>
              <p:cNvSpPr/>
              <p:nvPr/>
            </p:nvSpPr>
            <p:spPr>
              <a:xfrm flipV="1">
                <a:off x="11921107" y="1202428"/>
                <a:ext cx="164311" cy="6181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D9FC62AF-9B96-4B9C-ACA1-2FBDFB77653D}"/>
              </a:ext>
            </a:extLst>
          </p:cNvPr>
          <p:cNvSpPr/>
          <p:nvPr/>
        </p:nvSpPr>
        <p:spPr>
          <a:xfrm>
            <a:off x="1600400" y="5379250"/>
            <a:ext cx="759428" cy="1056445"/>
          </a:xfrm>
          <a:custGeom>
            <a:avLst/>
            <a:gdLst>
              <a:gd name="connsiteX0" fmla="*/ 1022274 w 4159710"/>
              <a:gd name="connsiteY0" fmla="*/ 5419078 h 5786598"/>
              <a:gd name="connsiteX1" fmla="*/ 976163 w 4159710"/>
              <a:gd name="connsiteY1" fmla="*/ 5507455 h 5786598"/>
              <a:gd name="connsiteX2" fmla="*/ 1068385 w 4159710"/>
              <a:gd name="connsiteY2" fmla="*/ 5507455 h 5786598"/>
              <a:gd name="connsiteX3" fmla="*/ 1318025 w 4159710"/>
              <a:gd name="connsiteY3" fmla="*/ 5289802 h 5786598"/>
              <a:gd name="connsiteX4" fmla="*/ 1204463 w 4159710"/>
              <a:gd name="connsiteY4" fmla="*/ 5507455 h 5786598"/>
              <a:gd name="connsiteX5" fmla="*/ 1431587 w 4159710"/>
              <a:gd name="connsiteY5" fmla="*/ 5507455 h 5786598"/>
              <a:gd name="connsiteX6" fmla="*/ 708685 w 4159710"/>
              <a:gd name="connsiteY6" fmla="*/ 5255614 h 5786598"/>
              <a:gd name="connsiteX7" fmla="*/ 577286 w 4159710"/>
              <a:gd name="connsiteY7" fmla="*/ 5507455 h 5786598"/>
              <a:gd name="connsiteX8" fmla="*/ 840085 w 4159710"/>
              <a:gd name="connsiteY8" fmla="*/ 5507455 h 5786598"/>
              <a:gd name="connsiteX9" fmla="*/ 1203875 w 4159710"/>
              <a:gd name="connsiteY9" fmla="*/ 5071022 h 5786598"/>
              <a:gd name="connsiteX10" fmla="*/ 1053938 w 4159710"/>
              <a:gd name="connsiteY10" fmla="*/ 5358390 h 5786598"/>
              <a:gd name="connsiteX11" fmla="*/ 1131714 w 4159710"/>
              <a:gd name="connsiteY11" fmla="*/ 5507455 h 5786598"/>
              <a:gd name="connsiteX12" fmla="*/ 1141134 w 4159710"/>
              <a:gd name="connsiteY12" fmla="*/ 5507455 h 5786598"/>
              <a:gd name="connsiteX13" fmla="*/ 1286361 w 4159710"/>
              <a:gd name="connsiteY13" fmla="*/ 5229113 h 5786598"/>
              <a:gd name="connsiteX14" fmla="*/ 822835 w 4159710"/>
              <a:gd name="connsiteY14" fmla="*/ 5036834 h 5786598"/>
              <a:gd name="connsiteX15" fmla="*/ 740350 w 4159710"/>
              <a:gd name="connsiteY15" fmla="*/ 5194926 h 5786598"/>
              <a:gd name="connsiteX16" fmla="*/ 903414 w 4159710"/>
              <a:gd name="connsiteY16" fmla="*/ 5507455 h 5786598"/>
              <a:gd name="connsiteX17" fmla="*/ 912834 w 4159710"/>
              <a:gd name="connsiteY17" fmla="*/ 5507455 h 5786598"/>
              <a:gd name="connsiteX18" fmla="*/ 990609 w 4159710"/>
              <a:gd name="connsiteY18" fmla="*/ 5358390 h 5786598"/>
              <a:gd name="connsiteX19" fmla="*/ 1451724 w 4159710"/>
              <a:gd name="connsiteY19" fmla="*/ 5033553 h 5786598"/>
              <a:gd name="connsiteX20" fmla="*/ 1355112 w 4159710"/>
              <a:gd name="connsiteY20" fmla="*/ 5218720 h 5786598"/>
              <a:gd name="connsiteX21" fmla="*/ 1505762 w 4159710"/>
              <a:gd name="connsiteY21" fmla="*/ 5507455 h 5786598"/>
              <a:gd name="connsiteX22" fmla="*/ 1698986 w 4159710"/>
              <a:gd name="connsiteY22" fmla="*/ 5507455 h 5786598"/>
              <a:gd name="connsiteX23" fmla="*/ 574986 w 4159710"/>
              <a:gd name="connsiteY23" fmla="*/ 4999366 h 5786598"/>
              <a:gd name="connsiteX24" fmla="*/ 309887 w 4159710"/>
              <a:gd name="connsiteY24" fmla="*/ 5507455 h 5786598"/>
              <a:gd name="connsiteX25" fmla="*/ 503111 w 4159710"/>
              <a:gd name="connsiteY25" fmla="*/ 5507455 h 5786598"/>
              <a:gd name="connsiteX26" fmla="*/ 671598 w 4159710"/>
              <a:gd name="connsiteY26" fmla="*/ 5184533 h 5786598"/>
              <a:gd name="connsiteX27" fmla="*/ 1290352 w 4159710"/>
              <a:gd name="connsiteY27" fmla="*/ 4905281 h 5786598"/>
              <a:gd name="connsiteX28" fmla="*/ 1240962 w 4159710"/>
              <a:gd name="connsiteY28" fmla="*/ 4999940 h 5786598"/>
              <a:gd name="connsiteX29" fmla="*/ 1323448 w 4159710"/>
              <a:gd name="connsiteY29" fmla="*/ 5158032 h 5786598"/>
              <a:gd name="connsiteX30" fmla="*/ 1420060 w 4159710"/>
              <a:gd name="connsiteY30" fmla="*/ 4972866 h 5786598"/>
              <a:gd name="connsiteX31" fmla="*/ 1384797 w 4159710"/>
              <a:gd name="connsiteY31" fmla="*/ 4905281 h 5786598"/>
              <a:gd name="connsiteX32" fmla="*/ 1191573 w 4159710"/>
              <a:gd name="connsiteY32" fmla="*/ 4905281 h 5786598"/>
              <a:gd name="connsiteX33" fmla="*/ 1209298 w 4159710"/>
              <a:gd name="connsiteY33" fmla="*/ 4939252 h 5786598"/>
              <a:gd name="connsiteX34" fmla="*/ 1227023 w 4159710"/>
              <a:gd name="connsiteY34" fmla="*/ 4905281 h 5786598"/>
              <a:gd name="connsiteX35" fmla="*/ 891474 w 4159710"/>
              <a:gd name="connsiteY35" fmla="*/ 4905281 h 5786598"/>
              <a:gd name="connsiteX36" fmla="*/ 854499 w 4159710"/>
              <a:gd name="connsiteY36" fmla="*/ 4976146 h 5786598"/>
              <a:gd name="connsiteX37" fmla="*/ 1022274 w 4159710"/>
              <a:gd name="connsiteY37" fmla="*/ 5297702 h 5786598"/>
              <a:gd name="connsiteX38" fmla="*/ 1172210 w 4159710"/>
              <a:gd name="connsiteY38" fmla="*/ 5010334 h 5786598"/>
              <a:gd name="connsiteX39" fmla="*/ 1117398 w 4159710"/>
              <a:gd name="connsiteY39" fmla="*/ 4905281 h 5786598"/>
              <a:gd name="connsiteX40" fmla="*/ 624075 w 4159710"/>
              <a:gd name="connsiteY40" fmla="*/ 4905281 h 5786598"/>
              <a:gd name="connsiteX41" fmla="*/ 606650 w 4159710"/>
              <a:gd name="connsiteY41" fmla="*/ 4938678 h 5786598"/>
              <a:gd name="connsiteX42" fmla="*/ 703262 w 4159710"/>
              <a:gd name="connsiteY42" fmla="*/ 5123845 h 5786598"/>
              <a:gd name="connsiteX43" fmla="*/ 785748 w 4159710"/>
              <a:gd name="connsiteY43" fmla="*/ 4965752 h 5786598"/>
              <a:gd name="connsiteX44" fmla="*/ 754196 w 4159710"/>
              <a:gd name="connsiteY44" fmla="*/ 4905281 h 5786598"/>
              <a:gd name="connsiteX45" fmla="*/ 1286363 w 4159710"/>
              <a:gd name="connsiteY45" fmla="*/ 4716622 h 5786598"/>
              <a:gd name="connsiteX46" fmla="*/ 1286363 w 4159710"/>
              <a:gd name="connsiteY46" fmla="*/ 4742928 h 5786598"/>
              <a:gd name="connsiteX47" fmla="*/ 1280308 w 4159710"/>
              <a:gd name="connsiteY47" fmla="*/ 4772921 h 5786598"/>
              <a:gd name="connsiteX48" fmla="*/ 1315738 w 4159710"/>
              <a:gd name="connsiteY48" fmla="*/ 4772921 h 5786598"/>
              <a:gd name="connsiteX49" fmla="*/ 760478 w 4159710"/>
              <a:gd name="connsiteY49" fmla="*/ 4643851 h 5786598"/>
              <a:gd name="connsiteX50" fmla="*/ 693135 w 4159710"/>
              <a:gd name="connsiteY50" fmla="*/ 4772921 h 5786598"/>
              <a:gd name="connsiteX51" fmla="*/ 766533 w 4159710"/>
              <a:gd name="connsiteY51" fmla="*/ 4772921 h 5786598"/>
              <a:gd name="connsiteX52" fmla="*/ 760478 w 4159710"/>
              <a:gd name="connsiteY52" fmla="*/ 4742928 h 5786598"/>
              <a:gd name="connsiteX53" fmla="*/ 1286363 w 4159710"/>
              <a:gd name="connsiteY53" fmla="*/ 4116690 h 5786598"/>
              <a:gd name="connsiteX54" fmla="*/ 1286363 w 4159710"/>
              <a:gd name="connsiteY54" fmla="*/ 4574458 h 5786598"/>
              <a:gd name="connsiteX55" fmla="*/ 1389913 w 4159710"/>
              <a:gd name="connsiteY55" fmla="*/ 4772921 h 5786598"/>
              <a:gd name="connsiteX56" fmla="*/ 1441619 w 4159710"/>
              <a:gd name="connsiteY56" fmla="*/ 4772921 h 5786598"/>
              <a:gd name="connsiteX57" fmla="*/ 1441619 w 4159710"/>
              <a:gd name="connsiteY57" fmla="*/ 4116690 h 5786598"/>
              <a:gd name="connsiteX58" fmla="*/ 582362 w 4159710"/>
              <a:gd name="connsiteY58" fmla="*/ 4116689 h 5786598"/>
              <a:gd name="connsiteX59" fmla="*/ 582362 w 4159710"/>
              <a:gd name="connsiteY59" fmla="*/ 4772921 h 5786598"/>
              <a:gd name="connsiteX60" fmla="*/ 618960 w 4159710"/>
              <a:gd name="connsiteY60" fmla="*/ 4772921 h 5786598"/>
              <a:gd name="connsiteX61" fmla="*/ 760478 w 4159710"/>
              <a:gd name="connsiteY61" fmla="*/ 4501687 h 5786598"/>
              <a:gd name="connsiteX62" fmla="*/ 760478 w 4159710"/>
              <a:gd name="connsiteY62" fmla="*/ 4116689 h 5786598"/>
              <a:gd name="connsiteX63" fmla="*/ 1286363 w 4159710"/>
              <a:gd name="connsiteY63" fmla="*/ 3949802 h 5786598"/>
              <a:gd name="connsiteX64" fmla="*/ 1286363 w 4159710"/>
              <a:gd name="connsiteY64" fmla="*/ 4070970 h 5786598"/>
              <a:gd name="connsiteX65" fmla="*/ 1441619 w 4159710"/>
              <a:gd name="connsiteY65" fmla="*/ 4070970 h 5786598"/>
              <a:gd name="connsiteX66" fmla="*/ 1441619 w 4159710"/>
              <a:gd name="connsiteY66" fmla="*/ 3949802 h 5786598"/>
              <a:gd name="connsiteX67" fmla="*/ 582362 w 4159710"/>
              <a:gd name="connsiteY67" fmla="*/ 3949801 h 5786598"/>
              <a:gd name="connsiteX68" fmla="*/ 582362 w 4159710"/>
              <a:gd name="connsiteY68" fmla="*/ 4070970 h 5786598"/>
              <a:gd name="connsiteX69" fmla="*/ 760478 w 4159710"/>
              <a:gd name="connsiteY69" fmla="*/ 4070970 h 5786598"/>
              <a:gd name="connsiteX70" fmla="*/ 760478 w 4159710"/>
              <a:gd name="connsiteY70" fmla="*/ 3949801 h 5786598"/>
              <a:gd name="connsiteX71" fmla="*/ 1286363 w 4159710"/>
              <a:gd name="connsiteY71" fmla="*/ 3781025 h 5786598"/>
              <a:gd name="connsiteX72" fmla="*/ 1286363 w 4159710"/>
              <a:gd name="connsiteY72" fmla="*/ 3904082 h 5786598"/>
              <a:gd name="connsiteX73" fmla="*/ 1441619 w 4159710"/>
              <a:gd name="connsiteY73" fmla="*/ 3904082 h 5786598"/>
              <a:gd name="connsiteX74" fmla="*/ 1441619 w 4159710"/>
              <a:gd name="connsiteY74" fmla="*/ 3781025 h 5786598"/>
              <a:gd name="connsiteX75" fmla="*/ 582362 w 4159710"/>
              <a:gd name="connsiteY75" fmla="*/ 3781025 h 5786598"/>
              <a:gd name="connsiteX76" fmla="*/ 582362 w 4159710"/>
              <a:gd name="connsiteY76" fmla="*/ 3904082 h 5786598"/>
              <a:gd name="connsiteX77" fmla="*/ 760478 w 4159710"/>
              <a:gd name="connsiteY77" fmla="*/ 3904082 h 5786598"/>
              <a:gd name="connsiteX78" fmla="*/ 760478 w 4159710"/>
              <a:gd name="connsiteY78" fmla="*/ 3781025 h 5786598"/>
              <a:gd name="connsiteX79" fmla="*/ 1174823 w 4159710"/>
              <a:gd name="connsiteY79" fmla="*/ 2986866 h 5786598"/>
              <a:gd name="connsiteX80" fmla="*/ 1154863 w 4159710"/>
              <a:gd name="connsiteY80" fmla="*/ 3006826 h 5786598"/>
              <a:gd name="connsiteX81" fmla="*/ 1154863 w 4159710"/>
              <a:gd name="connsiteY81" fmla="*/ 3388285 h 5786598"/>
              <a:gd name="connsiteX82" fmla="*/ 1174823 w 4159710"/>
              <a:gd name="connsiteY82" fmla="*/ 3408245 h 5786598"/>
              <a:gd name="connsiteX83" fmla="*/ 1254662 w 4159710"/>
              <a:gd name="connsiteY83" fmla="*/ 3408245 h 5786598"/>
              <a:gd name="connsiteX84" fmla="*/ 1274622 w 4159710"/>
              <a:gd name="connsiteY84" fmla="*/ 3388285 h 5786598"/>
              <a:gd name="connsiteX85" fmla="*/ 1274622 w 4159710"/>
              <a:gd name="connsiteY85" fmla="*/ 3006826 h 5786598"/>
              <a:gd name="connsiteX86" fmla="*/ 1254662 w 4159710"/>
              <a:gd name="connsiteY86" fmla="*/ 2986866 h 5786598"/>
              <a:gd name="connsiteX87" fmla="*/ 694919 w 4159710"/>
              <a:gd name="connsiteY87" fmla="*/ 2986866 h 5786598"/>
              <a:gd name="connsiteX88" fmla="*/ 678402 w 4159710"/>
              <a:gd name="connsiteY88" fmla="*/ 3003383 h 5786598"/>
              <a:gd name="connsiteX89" fmla="*/ 678402 w 4159710"/>
              <a:gd name="connsiteY89" fmla="*/ 3391728 h 5786598"/>
              <a:gd name="connsiteX90" fmla="*/ 694919 w 4159710"/>
              <a:gd name="connsiteY90" fmla="*/ 3408245 h 5786598"/>
              <a:gd name="connsiteX91" fmla="*/ 760984 w 4159710"/>
              <a:gd name="connsiteY91" fmla="*/ 3408245 h 5786598"/>
              <a:gd name="connsiteX92" fmla="*/ 777501 w 4159710"/>
              <a:gd name="connsiteY92" fmla="*/ 3391728 h 5786598"/>
              <a:gd name="connsiteX93" fmla="*/ 777501 w 4159710"/>
              <a:gd name="connsiteY93" fmla="*/ 3003383 h 5786598"/>
              <a:gd name="connsiteX94" fmla="*/ 760984 w 4159710"/>
              <a:gd name="connsiteY94" fmla="*/ 2986866 h 5786598"/>
              <a:gd name="connsiteX95" fmla="*/ 502584 w 4159710"/>
              <a:gd name="connsiteY95" fmla="*/ 2986866 h 5786598"/>
              <a:gd name="connsiteX96" fmla="*/ 486067 w 4159710"/>
              <a:gd name="connsiteY96" fmla="*/ 3003383 h 5786598"/>
              <a:gd name="connsiteX97" fmla="*/ 486067 w 4159710"/>
              <a:gd name="connsiteY97" fmla="*/ 3391728 h 5786598"/>
              <a:gd name="connsiteX98" fmla="*/ 502584 w 4159710"/>
              <a:gd name="connsiteY98" fmla="*/ 3408245 h 5786598"/>
              <a:gd name="connsiteX99" fmla="*/ 568649 w 4159710"/>
              <a:gd name="connsiteY99" fmla="*/ 3408245 h 5786598"/>
              <a:gd name="connsiteX100" fmla="*/ 585166 w 4159710"/>
              <a:gd name="connsiteY100" fmla="*/ 3391728 h 5786598"/>
              <a:gd name="connsiteX101" fmla="*/ 585166 w 4159710"/>
              <a:gd name="connsiteY101" fmla="*/ 3003383 h 5786598"/>
              <a:gd name="connsiteX102" fmla="*/ 568649 w 4159710"/>
              <a:gd name="connsiteY102" fmla="*/ 2986866 h 5786598"/>
              <a:gd name="connsiteX103" fmla="*/ 310249 w 4159710"/>
              <a:gd name="connsiteY103" fmla="*/ 2986866 h 5786598"/>
              <a:gd name="connsiteX104" fmla="*/ 293732 w 4159710"/>
              <a:gd name="connsiteY104" fmla="*/ 3003383 h 5786598"/>
              <a:gd name="connsiteX105" fmla="*/ 293732 w 4159710"/>
              <a:gd name="connsiteY105" fmla="*/ 3391728 h 5786598"/>
              <a:gd name="connsiteX106" fmla="*/ 310249 w 4159710"/>
              <a:gd name="connsiteY106" fmla="*/ 3408245 h 5786598"/>
              <a:gd name="connsiteX107" fmla="*/ 376314 w 4159710"/>
              <a:gd name="connsiteY107" fmla="*/ 3408245 h 5786598"/>
              <a:gd name="connsiteX108" fmla="*/ 392831 w 4159710"/>
              <a:gd name="connsiteY108" fmla="*/ 3391728 h 5786598"/>
              <a:gd name="connsiteX109" fmla="*/ 392831 w 4159710"/>
              <a:gd name="connsiteY109" fmla="*/ 3003383 h 5786598"/>
              <a:gd name="connsiteX110" fmla="*/ 376314 w 4159710"/>
              <a:gd name="connsiteY110" fmla="*/ 2986866 h 5786598"/>
              <a:gd name="connsiteX111" fmla="*/ 871284 w 4159710"/>
              <a:gd name="connsiteY111" fmla="*/ 2156869 h 5786598"/>
              <a:gd name="connsiteX112" fmla="*/ 249133 w 4159710"/>
              <a:gd name="connsiteY112" fmla="*/ 2819733 h 5786598"/>
              <a:gd name="connsiteX113" fmla="*/ 830389 w 4159710"/>
              <a:gd name="connsiteY113" fmla="*/ 2819733 h 5786598"/>
              <a:gd name="connsiteX114" fmla="*/ 1322149 w 4159710"/>
              <a:gd name="connsiteY114" fmla="*/ 1457297 h 5786598"/>
              <a:gd name="connsiteX115" fmla="*/ 1134233 w 4159710"/>
              <a:gd name="connsiteY115" fmla="*/ 1473712 h 5786598"/>
              <a:gd name="connsiteX116" fmla="*/ 1155963 w 4159710"/>
              <a:gd name="connsiteY116" fmla="*/ 1825935 h 5786598"/>
              <a:gd name="connsiteX117" fmla="*/ 1248284 w 4159710"/>
              <a:gd name="connsiteY117" fmla="*/ 1825935 h 5786598"/>
              <a:gd name="connsiteX118" fmla="*/ 1257606 w 4159710"/>
              <a:gd name="connsiteY118" fmla="*/ 1835257 h 5786598"/>
              <a:gd name="connsiteX119" fmla="*/ 1257606 w 4159710"/>
              <a:gd name="connsiteY119" fmla="*/ 1872543 h 5786598"/>
              <a:gd name="connsiteX120" fmla="*/ 1248284 w 4159710"/>
              <a:gd name="connsiteY120" fmla="*/ 1881866 h 5786598"/>
              <a:gd name="connsiteX121" fmla="*/ 1159414 w 4159710"/>
              <a:gd name="connsiteY121" fmla="*/ 1881866 h 5786598"/>
              <a:gd name="connsiteX122" fmla="*/ 1170086 w 4159710"/>
              <a:gd name="connsiteY122" fmla="*/ 2054855 h 5786598"/>
              <a:gd name="connsiteX123" fmla="*/ 1233364 w 4159710"/>
              <a:gd name="connsiteY123" fmla="*/ 2054855 h 5786598"/>
              <a:gd name="connsiteX124" fmla="*/ 1247840 w 4159710"/>
              <a:gd name="connsiteY124" fmla="*/ 2069332 h 5786598"/>
              <a:gd name="connsiteX125" fmla="*/ 1247840 w 4159710"/>
              <a:gd name="connsiteY125" fmla="*/ 2127235 h 5786598"/>
              <a:gd name="connsiteX126" fmla="*/ 1233364 w 4159710"/>
              <a:gd name="connsiteY126" fmla="*/ 2141711 h 5786598"/>
              <a:gd name="connsiteX127" fmla="*/ 1175445 w 4159710"/>
              <a:gd name="connsiteY127" fmla="*/ 2141711 h 5786598"/>
              <a:gd name="connsiteX128" fmla="*/ 1217275 w 4159710"/>
              <a:gd name="connsiteY128" fmla="*/ 2819733 h 5786598"/>
              <a:gd name="connsiteX129" fmla="*/ 1538655 w 4159710"/>
              <a:gd name="connsiteY129" fmla="*/ 2819733 h 5786598"/>
              <a:gd name="connsiteX130" fmla="*/ 1538655 w 4159710"/>
              <a:gd name="connsiteY130" fmla="*/ 2916015 h 5786598"/>
              <a:gd name="connsiteX131" fmla="*/ 1834975 w 4159710"/>
              <a:gd name="connsiteY131" fmla="*/ 2426775 h 5786598"/>
              <a:gd name="connsiteX132" fmla="*/ 2470117 w 4159710"/>
              <a:gd name="connsiteY132" fmla="*/ 140636 h 5786598"/>
              <a:gd name="connsiteX133" fmla="*/ 2450688 w 4159710"/>
              <a:gd name="connsiteY133" fmla="*/ 169453 h 5786598"/>
              <a:gd name="connsiteX134" fmla="*/ 2380499 w 4159710"/>
              <a:gd name="connsiteY134" fmla="*/ 198526 h 5786598"/>
              <a:gd name="connsiteX135" fmla="*/ 2341862 w 4159710"/>
              <a:gd name="connsiteY135" fmla="*/ 190726 h 5786598"/>
              <a:gd name="connsiteX136" fmla="*/ 2319689 w 4159710"/>
              <a:gd name="connsiteY136" fmla="*/ 175776 h 5786598"/>
              <a:gd name="connsiteX137" fmla="*/ 1188989 w 4159710"/>
              <a:gd name="connsiteY137" fmla="*/ 1308426 h 5786598"/>
              <a:gd name="connsiteX138" fmla="*/ 1342990 w 4159710"/>
              <a:gd name="connsiteY138" fmla="*/ 1294974 h 5786598"/>
              <a:gd name="connsiteX139" fmla="*/ 1353866 w 4159710"/>
              <a:gd name="connsiteY139" fmla="*/ 1419480 h 5786598"/>
              <a:gd name="connsiteX140" fmla="*/ 1862584 w 4159710"/>
              <a:gd name="connsiteY140" fmla="*/ 2381191 h 5786598"/>
              <a:gd name="connsiteX141" fmla="*/ 3029209 w 4159710"/>
              <a:gd name="connsiteY141" fmla="*/ 455030 h 5786598"/>
              <a:gd name="connsiteX142" fmla="*/ 2380499 w 4159710"/>
              <a:gd name="connsiteY142" fmla="*/ 0 h 5786598"/>
              <a:gd name="connsiteX143" fmla="*/ 2479762 w 4159710"/>
              <a:gd name="connsiteY143" fmla="*/ 99263 h 5786598"/>
              <a:gd name="connsiteX144" fmla="*/ 2478311 w 4159710"/>
              <a:gd name="connsiteY144" fmla="*/ 106448 h 5786598"/>
              <a:gd name="connsiteX145" fmla="*/ 3219890 w 4159710"/>
              <a:gd name="connsiteY145" fmla="*/ 215733 h 5786598"/>
              <a:gd name="connsiteX146" fmla="*/ 3217054 w 4159710"/>
              <a:gd name="connsiteY146" fmla="*/ 220776 h 5786598"/>
              <a:gd name="connsiteX147" fmla="*/ 4067223 w 4159710"/>
              <a:gd name="connsiteY147" fmla="*/ 1004298 h 5786598"/>
              <a:gd name="connsiteX148" fmla="*/ 4069653 w 4159710"/>
              <a:gd name="connsiteY148" fmla="*/ 1000693 h 5786598"/>
              <a:gd name="connsiteX149" fmla="*/ 4106956 w 4159710"/>
              <a:gd name="connsiteY149" fmla="*/ 985242 h 5786598"/>
              <a:gd name="connsiteX150" fmla="*/ 4159710 w 4159710"/>
              <a:gd name="connsiteY150" fmla="*/ 1037996 h 5786598"/>
              <a:gd name="connsiteX151" fmla="*/ 4106956 w 4159710"/>
              <a:gd name="connsiteY151" fmla="*/ 1090750 h 5786598"/>
              <a:gd name="connsiteX152" fmla="*/ 4054202 w 4159710"/>
              <a:gd name="connsiteY152" fmla="*/ 1037996 h 5786598"/>
              <a:gd name="connsiteX153" fmla="*/ 4058348 w 4159710"/>
              <a:gd name="connsiteY153" fmla="*/ 1017462 h 5786598"/>
              <a:gd name="connsiteX154" fmla="*/ 4060261 w 4159710"/>
              <a:gd name="connsiteY154" fmla="*/ 1014623 h 5786598"/>
              <a:gd name="connsiteX155" fmla="*/ 3137412 w 4159710"/>
              <a:gd name="connsiteY155" fmla="*/ 519074 h 5786598"/>
              <a:gd name="connsiteX156" fmla="*/ 1538655 w 4159710"/>
              <a:gd name="connsiteY156" fmla="*/ 3357254 h 5786598"/>
              <a:gd name="connsiteX157" fmla="*/ 1538655 w 4159710"/>
              <a:gd name="connsiteY157" fmla="*/ 3364856 h 5786598"/>
              <a:gd name="connsiteX158" fmla="*/ 1696915 w 4159710"/>
              <a:gd name="connsiteY158" fmla="*/ 3364856 h 5786598"/>
              <a:gd name="connsiteX159" fmla="*/ 1696915 w 4159710"/>
              <a:gd name="connsiteY159" fmla="*/ 3781025 h 5786598"/>
              <a:gd name="connsiteX160" fmla="*/ 1487338 w 4159710"/>
              <a:gd name="connsiteY160" fmla="*/ 3781025 h 5786598"/>
              <a:gd name="connsiteX161" fmla="*/ 1487338 w 4159710"/>
              <a:gd name="connsiteY161" fmla="*/ 3904082 h 5786598"/>
              <a:gd name="connsiteX162" fmla="*/ 1563403 w 4159710"/>
              <a:gd name="connsiteY162" fmla="*/ 3904082 h 5786598"/>
              <a:gd name="connsiteX163" fmla="*/ 1586263 w 4159710"/>
              <a:gd name="connsiteY163" fmla="*/ 3926942 h 5786598"/>
              <a:gd name="connsiteX164" fmla="*/ 1586262 w 4159710"/>
              <a:gd name="connsiteY164" fmla="*/ 3926942 h 5786598"/>
              <a:gd name="connsiteX165" fmla="*/ 1563402 w 4159710"/>
              <a:gd name="connsiteY165" fmla="*/ 3949802 h 5786598"/>
              <a:gd name="connsiteX166" fmla="*/ 1487338 w 4159710"/>
              <a:gd name="connsiteY166" fmla="*/ 3949802 h 5786598"/>
              <a:gd name="connsiteX167" fmla="*/ 1487338 w 4159710"/>
              <a:gd name="connsiteY167" fmla="*/ 4070970 h 5786598"/>
              <a:gd name="connsiteX168" fmla="*/ 1563403 w 4159710"/>
              <a:gd name="connsiteY168" fmla="*/ 4070970 h 5786598"/>
              <a:gd name="connsiteX169" fmla="*/ 1586263 w 4159710"/>
              <a:gd name="connsiteY169" fmla="*/ 4093830 h 5786598"/>
              <a:gd name="connsiteX170" fmla="*/ 1586262 w 4159710"/>
              <a:gd name="connsiteY170" fmla="*/ 4093830 h 5786598"/>
              <a:gd name="connsiteX171" fmla="*/ 1563402 w 4159710"/>
              <a:gd name="connsiteY171" fmla="*/ 4116690 h 5786598"/>
              <a:gd name="connsiteX172" fmla="*/ 1487338 w 4159710"/>
              <a:gd name="connsiteY172" fmla="*/ 4116690 h 5786598"/>
              <a:gd name="connsiteX173" fmla="*/ 1487338 w 4159710"/>
              <a:gd name="connsiteY173" fmla="*/ 4772921 h 5786598"/>
              <a:gd name="connsiteX174" fmla="*/ 1529674 w 4159710"/>
              <a:gd name="connsiteY174" fmla="*/ 4772921 h 5786598"/>
              <a:gd name="connsiteX175" fmla="*/ 1586262 w 4159710"/>
              <a:gd name="connsiteY175" fmla="*/ 4829509 h 5786598"/>
              <a:gd name="connsiteX176" fmla="*/ 1586262 w 4159710"/>
              <a:gd name="connsiteY176" fmla="*/ 4848693 h 5786598"/>
              <a:gd name="connsiteX177" fmla="*/ 1529674 w 4159710"/>
              <a:gd name="connsiteY177" fmla="*/ 4905281 h 5786598"/>
              <a:gd name="connsiteX178" fmla="*/ 1518652 w 4159710"/>
              <a:gd name="connsiteY178" fmla="*/ 4905281 h 5786598"/>
              <a:gd name="connsiteX179" fmla="*/ 1488812 w 4159710"/>
              <a:gd name="connsiteY179" fmla="*/ 4962472 h 5786598"/>
              <a:gd name="connsiteX180" fmla="*/ 1773161 w 4159710"/>
              <a:gd name="connsiteY180" fmla="*/ 5507455 h 5786598"/>
              <a:gd name="connsiteX181" fmla="*/ 1945385 w 4159710"/>
              <a:gd name="connsiteY181" fmla="*/ 5507455 h 5786598"/>
              <a:gd name="connsiteX182" fmla="*/ 2015377 w 4159710"/>
              <a:gd name="connsiteY182" fmla="*/ 5577447 h 5786598"/>
              <a:gd name="connsiteX183" fmla="*/ 2015377 w 4159710"/>
              <a:gd name="connsiteY183" fmla="*/ 5716606 h 5786598"/>
              <a:gd name="connsiteX184" fmla="*/ 1945385 w 4159710"/>
              <a:gd name="connsiteY184" fmla="*/ 5786598 h 5786598"/>
              <a:gd name="connsiteX185" fmla="*/ 166286 w 4159710"/>
              <a:gd name="connsiteY185" fmla="*/ 5786598 h 5786598"/>
              <a:gd name="connsiteX186" fmla="*/ 96294 w 4159710"/>
              <a:gd name="connsiteY186" fmla="*/ 5716606 h 5786598"/>
              <a:gd name="connsiteX187" fmla="*/ 96294 w 4159710"/>
              <a:gd name="connsiteY187" fmla="*/ 5577447 h 5786598"/>
              <a:gd name="connsiteX188" fmla="*/ 166286 w 4159710"/>
              <a:gd name="connsiteY188" fmla="*/ 5507455 h 5786598"/>
              <a:gd name="connsiteX189" fmla="*/ 235712 w 4159710"/>
              <a:gd name="connsiteY189" fmla="*/ 5507455 h 5786598"/>
              <a:gd name="connsiteX190" fmla="*/ 537898 w 4159710"/>
              <a:gd name="connsiteY190" fmla="*/ 4928284 h 5786598"/>
              <a:gd name="connsiteX191" fmla="*/ 525896 w 4159710"/>
              <a:gd name="connsiteY191" fmla="*/ 4905281 h 5786598"/>
              <a:gd name="connsiteX192" fmla="*/ 517166 w 4159710"/>
              <a:gd name="connsiteY192" fmla="*/ 4905281 h 5786598"/>
              <a:gd name="connsiteX193" fmla="*/ 460578 w 4159710"/>
              <a:gd name="connsiteY193" fmla="*/ 4848693 h 5786598"/>
              <a:gd name="connsiteX194" fmla="*/ 460578 w 4159710"/>
              <a:gd name="connsiteY194" fmla="*/ 4829509 h 5786598"/>
              <a:gd name="connsiteX195" fmla="*/ 517166 w 4159710"/>
              <a:gd name="connsiteY195" fmla="*/ 4772921 h 5786598"/>
              <a:gd name="connsiteX196" fmla="*/ 536643 w 4159710"/>
              <a:gd name="connsiteY196" fmla="*/ 4772921 h 5786598"/>
              <a:gd name="connsiteX197" fmla="*/ 536643 w 4159710"/>
              <a:gd name="connsiteY197" fmla="*/ 4116689 h 5786598"/>
              <a:gd name="connsiteX198" fmla="*/ 483438 w 4159710"/>
              <a:gd name="connsiteY198" fmla="*/ 4116689 h 5786598"/>
              <a:gd name="connsiteX199" fmla="*/ 467274 w 4159710"/>
              <a:gd name="connsiteY199" fmla="*/ 4109993 h 5786598"/>
              <a:gd name="connsiteX200" fmla="*/ 460578 w 4159710"/>
              <a:gd name="connsiteY200" fmla="*/ 4093829 h 5786598"/>
              <a:gd name="connsiteX201" fmla="*/ 467274 w 4159710"/>
              <a:gd name="connsiteY201" fmla="*/ 4077665 h 5786598"/>
              <a:gd name="connsiteX202" fmla="*/ 483438 w 4159710"/>
              <a:gd name="connsiteY202" fmla="*/ 4070970 h 5786598"/>
              <a:gd name="connsiteX203" fmla="*/ 536643 w 4159710"/>
              <a:gd name="connsiteY203" fmla="*/ 4070970 h 5786598"/>
              <a:gd name="connsiteX204" fmla="*/ 536643 w 4159710"/>
              <a:gd name="connsiteY204" fmla="*/ 3949801 h 5786598"/>
              <a:gd name="connsiteX205" fmla="*/ 483438 w 4159710"/>
              <a:gd name="connsiteY205" fmla="*/ 3949801 h 5786598"/>
              <a:gd name="connsiteX206" fmla="*/ 467274 w 4159710"/>
              <a:gd name="connsiteY206" fmla="*/ 3943105 h 5786598"/>
              <a:gd name="connsiteX207" fmla="*/ 460578 w 4159710"/>
              <a:gd name="connsiteY207" fmla="*/ 3926941 h 5786598"/>
              <a:gd name="connsiteX208" fmla="*/ 467274 w 4159710"/>
              <a:gd name="connsiteY208" fmla="*/ 3910777 h 5786598"/>
              <a:gd name="connsiteX209" fmla="*/ 483438 w 4159710"/>
              <a:gd name="connsiteY209" fmla="*/ 3904082 h 5786598"/>
              <a:gd name="connsiteX210" fmla="*/ 536643 w 4159710"/>
              <a:gd name="connsiteY210" fmla="*/ 3904082 h 5786598"/>
              <a:gd name="connsiteX211" fmla="*/ 536643 w 4159710"/>
              <a:gd name="connsiteY211" fmla="*/ 3781025 h 5786598"/>
              <a:gd name="connsiteX212" fmla="*/ 0 w 4159710"/>
              <a:gd name="connsiteY212" fmla="*/ 3781025 h 5786598"/>
              <a:gd name="connsiteX213" fmla="*/ 0 w 4159710"/>
              <a:gd name="connsiteY213" fmla="*/ 3364856 h 5786598"/>
              <a:gd name="connsiteX214" fmla="*/ 1 w 4159710"/>
              <a:gd name="connsiteY214" fmla="*/ 3364856 h 5786598"/>
              <a:gd name="connsiteX215" fmla="*/ 1 w 4159710"/>
              <a:gd name="connsiteY215" fmla="*/ 2819733 h 5786598"/>
              <a:gd name="connsiteX216" fmla="*/ 186431 w 4159710"/>
              <a:gd name="connsiteY216" fmla="*/ 2819733 h 5786598"/>
              <a:gd name="connsiteX217" fmla="*/ 823097 w 4159710"/>
              <a:gd name="connsiteY217" fmla="*/ 2141404 h 5786598"/>
              <a:gd name="connsiteX218" fmla="*/ 813602 w 4159710"/>
              <a:gd name="connsiteY218" fmla="*/ 2137471 h 5786598"/>
              <a:gd name="connsiteX219" fmla="*/ 809362 w 4159710"/>
              <a:gd name="connsiteY219" fmla="*/ 2127235 h 5786598"/>
              <a:gd name="connsiteX220" fmla="*/ 809362 w 4159710"/>
              <a:gd name="connsiteY220" fmla="*/ 2069332 h 5786598"/>
              <a:gd name="connsiteX221" fmla="*/ 823838 w 4159710"/>
              <a:gd name="connsiteY221" fmla="*/ 2054855 h 5786598"/>
              <a:gd name="connsiteX222" fmla="*/ 877577 w 4159710"/>
              <a:gd name="connsiteY222" fmla="*/ 2054855 h 5786598"/>
              <a:gd name="connsiteX223" fmla="*/ 888250 w 4159710"/>
              <a:gd name="connsiteY223" fmla="*/ 1881866 h 5786598"/>
              <a:gd name="connsiteX224" fmla="*/ 828450 w 4159710"/>
              <a:gd name="connsiteY224" fmla="*/ 1881866 h 5786598"/>
              <a:gd name="connsiteX225" fmla="*/ 819128 w 4159710"/>
              <a:gd name="connsiteY225" fmla="*/ 1872543 h 5786598"/>
              <a:gd name="connsiteX226" fmla="*/ 819128 w 4159710"/>
              <a:gd name="connsiteY226" fmla="*/ 1835257 h 5786598"/>
              <a:gd name="connsiteX227" fmla="*/ 828450 w 4159710"/>
              <a:gd name="connsiteY227" fmla="*/ 1825935 h 5786598"/>
              <a:gd name="connsiteX228" fmla="*/ 891700 w 4159710"/>
              <a:gd name="connsiteY228" fmla="*/ 1825935 h 5786598"/>
              <a:gd name="connsiteX229" fmla="*/ 912234 w 4159710"/>
              <a:gd name="connsiteY229" fmla="*/ 1493103 h 5786598"/>
              <a:gd name="connsiteX230" fmla="*/ 860727 w 4159710"/>
              <a:gd name="connsiteY230" fmla="*/ 1497602 h 5786598"/>
              <a:gd name="connsiteX231" fmla="*/ 861169 w 4159710"/>
              <a:gd name="connsiteY231" fmla="*/ 1501090 h 5786598"/>
              <a:gd name="connsiteX232" fmla="*/ 562355 w 4159710"/>
              <a:gd name="connsiteY232" fmla="*/ 1538964 h 5786598"/>
              <a:gd name="connsiteX233" fmla="*/ 573819 w 4159710"/>
              <a:gd name="connsiteY233" fmla="*/ 1582489 h 5786598"/>
              <a:gd name="connsiteX234" fmla="*/ 537257 w 4159710"/>
              <a:gd name="connsiteY234" fmla="*/ 1645198 h 5786598"/>
              <a:gd name="connsiteX235" fmla="*/ 530211 w 4159710"/>
              <a:gd name="connsiteY235" fmla="*/ 1647053 h 5786598"/>
              <a:gd name="connsiteX236" fmla="*/ 476492 w 4159710"/>
              <a:gd name="connsiteY236" fmla="*/ 1628784 h 5786598"/>
              <a:gd name="connsiteX237" fmla="*/ 469491 w 4159710"/>
              <a:gd name="connsiteY237" fmla="*/ 1614538 h 5786598"/>
              <a:gd name="connsiteX238" fmla="*/ 470721 w 4159710"/>
              <a:gd name="connsiteY238" fmla="*/ 1635605 h 5786598"/>
              <a:gd name="connsiteX239" fmla="*/ 430195 w 4159710"/>
              <a:gd name="connsiteY239" fmla="*/ 1681081 h 5786598"/>
              <a:gd name="connsiteX240" fmla="*/ 422631 w 4159710"/>
              <a:gd name="connsiteY240" fmla="*/ 1683073 h 5786598"/>
              <a:gd name="connsiteX241" fmla="*/ 355310 w 4159710"/>
              <a:gd name="connsiteY241" fmla="*/ 1643823 h 5786598"/>
              <a:gd name="connsiteX242" fmla="*/ 315776 w 4159710"/>
              <a:gd name="connsiteY242" fmla="*/ 1493723 h 5786598"/>
              <a:gd name="connsiteX243" fmla="*/ 355027 w 4159710"/>
              <a:gd name="connsiteY243" fmla="*/ 1426402 h 5786598"/>
              <a:gd name="connsiteX244" fmla="*/ 362591 w 4159710"/>
              <a:gd name="connsiteY244" fmla="*/ 1424410 h 5786598"/>
              <a:gd name="connsiteX245" fmla="*/ 420261 w 4159710"/>
              <a:gd name="connsiteY245" fmla="*/ 1444022 h 5786598"/>
              <a:gd name="connsiteX246" fmla="*/ 427578 w 4159710"/>
              <a:gd name="connsiteY246" fmla="*/ 1458912 h 5786598"/>
              <a:gd name="connsiteX247" fmla="*/ 426045 w 4159710"/>
              <a:gd name="connsiteY247" fmla="*/ 1453091 h 5786598"/>
              <a:gd name="connsiteX248" fmla="*/ 462607 w 4159710"/>
              <a:gd name="connsiteY248" fmla="*/ 1390382 h 5786598"/>
              <a:gd name="connsiteX249" fmla="*/ 469653 w 4159710"/>
              <a:gd name="connsiteY249" fmla="*/ 1388526 h 5786598"/>
              <a:gd name="connsiteX250" fmla="*/ 532361 w 4159710"/>
              <a:gd name="connsiteY250" fmla="*/ 1425088 h 5786598"/>
              <a:gd name="connsiteX251" fmla="*/ 549415 w 4159710"/>
              <a:gd name="connsiteY251" fmla="*/ 1489834 h 5786598"/>
              <a:gd name="connsiteX252" fmla="*/ 840002 w 4159710"/>
              <a:gd name="connsiteY252" fmla="*/ 1334084 h 5786598"/>
              <a:gd name="connsiteX253" fmla="*/ 840607 w 4159710"/>
              <a:gd name="connsiteY253" fmla="*/ 1338857 h 5786598"/>
              <a:gd name="connsiteX254" fmla="*/ 1112835 w 4159710"/>
              <a:gd name="connsiteY254" fmla="*/ 1315078 h 5786598"/>
              <a:gd name="connsiteX255" fmla="*/ 2288860 w 4159710"/>
              <a:gd name="connsiteY255" fmla="*/ 137025 h 5786598"/>
              <a:gd name="connsiteX256" fmla="*/ 2281236 w 4159710"/>
              <a:gd name="connsiteY256" fmla="*/ 99263 h 5786598"/>
              <a:gd name="connsiteX257" fmla="*/ 2380499 w 4159710"/>
              <a:gd name="connsiteY257" fmla="*/ 0 h 578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4159710" h="5786598">
                <a:moveTo>
                  <a:pt x="1022274" y="5419078"/>
                </a:moveTo>
                <a:lnTo>
                  <a:pt x="976163" y="5507455"/>
                </a:lnTo>
                <a:lnTo>
                  <a:pt x="1068385" y="5507455"/>
                </a:lnTo>
                <a:close/>
                <a:moveTo>
                  <a:pt x="1318025" y="5289802"/>
                </a:moveTo>
                <a:lnTo>
                  <a:pt x="1204463" y="5507455"/>
                </a:lnTo>
                <a:lnTo>
                  <a:pt x="1431587" y="5507455"/>
                </a:lnTo>
                <a:close/>
                <a:moveTo>
                  <a:pt x="708685" y="5255614"/>
                </a:moveTo>
                <a:lnTo>
                  <a:pt x="577286" y="5507455"/>
                </a:lnTo>
                <a:lnTo>
                  <a:pt x="840085" y="5507455"/>
                </a:lnTo>
                <a:close/>
                <a:moveTo>
                  <a:pt x="1203875" y="5071022"/>
                </a:moveTo>
                <a:lnTo>
                  <a:pt x="1053938" y="5358390"/>
                </a:lnTo>
                <a:lnTo>
                  <a:pt x="1131714" y="5507455"/>
                </a:lnTo>
                <a:lnTo>
                  <a:pt x="1141134" y="5507455"/>
                </a:lnTo>
                <a:lnTo>
                  <a:pt x="1286361" y="5229113"/>
                </a:lnTo>
                <a:close/>
                <a:moveTo>
                  <a:pt x="822835" y="5036834"/>
                </a:moveTo>
                <a:lnTo>
                  <a:pt x="740350" y="5194926"/>
                </a:lnTo>
                <a:lnTo>
                  <a:pt x="903414" y="5507455"/>
                </a:lnTo>
                <a:lnTo>
                  <a:pt x="912834" y="5507455"/>
                </a:lnTo>
                <a:lnTo>
                  <a:pt x="990609" y="5358390"/>
                </a:lnTo>
                <a:close/>
                <a:moveTo>
                  <a:pt x="1451724" y="5033553"/>
                </a:moveTo>
                <a:lnTo>
                  <a:pt x="1355112" y="5218720"/>
                </a:lnTo>
                <a:lnTo>
                  <a:pt x="1505762" y="5507455"/>
                </a:lnTo>
                <a:lnTo>
                  <a:pt x="1698986" y="5507455"/>
                </a:lnTo>
                <a:close/>
                <a:moveTo>
                  <a:pt x="574986" y="4999366"/>
                </a:moveTo>
                <a:lnTo>
                  <a:pt x="309887" y="5507455"/>
                </a:lnTo>
                <a:lnTo>
                  <a:pt x="503111" y="5507455"/>
                </a:lnTo>
                <a:lnTo>
                  <a:pt x="671598" y="5184533"/>
                </a:lnTo>
                <a:close/>
                <a:moveTo>
                  <a:pt x="1290352" y="4905281"/>
                </a:moveTo>
                <a:lnTo>
                  <a:pt x="1240962" y="4999940"/>
                </a:lnTo>
                <a:lnTo>
                  <a:pt x="1323448" y="5158032"/>
                </a:lnTo>
                <a:lnTo>
                  <a:pt x="1420060" y="4972866"/>
                </a:lnTo>
                <a:lnTo>
                  <a:pt x="1384797" y="4905281"/>
                </a:lnTo>
                <a:close/>
                <a:moveTo>
                  <a:pt x="1191573" y="4905281"/>
                </a:moveTo>
                <a:lnTo>
                  <a:pt x="1209298" y="4939252"/>
                </a:lnTo>
                <a:lnTo>
                  <a:pt x="1227023" y="4905281"/>
                </a:lnTo>
                <a:close/>
                <a:moveTo>
                  <a:pt x="891474" y="4905281"/>
                </a:moveTo>
                <a:lnTo>
                  <a:pt x="854499" y="4976146"/>
                </a:lnTo>
                <a:lnTo>
                  <a:pt x="1022274" y="5297702"/>
                </a:lnTo>
                <a:lnTo>
                  <a:pt x="1172210" y="5010334"/>
                </a:lnTo>
                <a:lnTo>
                  <a:pt x="1117398" y="4905281"/>
                </a:lnTo>
                <a:close/>
                <a:moveTo>
                  <a:pt x="624075" y="4905281"/>
                </a:moveTo>
                <a:lnTo>
                  <a:pt x="606650" y="4938678"/>
                </a:lnTo>
                <a:lnTo>
                  <a:pt x="703262" y="5123845"/>
                </a:lnTo>
                <a:lnTo>
                  <a:pt x="785748" y="4965752"/>
                </a:lnTo>
                <a:lnTo>
                  <a:pt x="754196" y="4905281"/>
                </a:lnTo>
                <a:close/>
                <a:moveTo>
                  <a:pt x="1286363" y="4716622"/>
                </a:moveTo>
                <a:lnTo>
                  <a:pt x="1286363" y="4742928"/>
                </a:lnTo>
                <a:lnTo>
                  <a:pt x="1280308" y="4772921"/>
                </a:lnTo>
                <a:lnTo>
                  <a:pt x="1315738" y="4772921"/>
                </a:lnTo>
                <a:close/>
                <a:moveTo>
                  <a:pt x="760478" y="4643851"/>
                </a:moveTo>
                <a:lnTo>
                  <a:pt x="693135" y="4772921"/>
                </a:lnTo>
                <a:lnTo>
                  <a:pt x="766533" y="4772921"/>
                </a:lnTo>
                <a:lnTo>
                  <a:pt x="760478" y="4742928"/>
                </a:lnTo>
                <a:close/>
                <a:moveTo>
                  <a:pt x="1286363" y="4116690"/>
                </a:moveTo>
                <a:lnTo>
                  <a:pt x="1286363" y="4574458"/>
                </a:lnTo>
                <a:lnTo>
                  <a:pt x="1389913" y="4772921"/>
                </a:lnTo>
                <a:lnTo>
                  <a:pt x="1441619" y="4772921"/>
                </a:lnTo>
                <a:lnTo>
                  <a:pt x="1441619" y="4116690"/>
                </a:lnTo>
                <a:close/>
                <a:moveTo>
                  <a:pt x="582362" y="4116689"/>
                </a:moveTo>
                <a:lnTo>
                  <a:pt x="582362" y="4772921"/>
                </a:lnTo>
                <a:lnTo>
                  <a:pt x="618960" y="4772921"/>
                </a:lnTo>
                <a:lnTo>
                  <a:pt x="760478" y="4501687"/>
                </a:lnTo>
                <a:lnTo>
                  <a:pt x="760478" y="4116689"/>
                </a:lnTo>
                <a:close/>
                <a:moveTo>
                  <a:pt x="1286363" y="3949802"/>
                </a:moveTo>
                <a:lnTo>
                  <a:pt x="1286363" y="4070970"/>
                </a:lnTo>
                <a:lnTo>
                  <a:pt x="1441619" y="4070970"/>
                </a:lnTo>
                <a:lnTo>
                  <a:pt x="1441619" y="3949802"/>
                </a:lnTo>
                <a:close/>
                <a:moveTo>
                  <a:pt x="582362" y="3949801"/>
                </a:moveTo>
                <a:lnTo>
                  <a:pt x="582362" y="4070970"/>
                </a:lnTo>
                <a:lnTo>
                  <a:pt x="760478" y="4070970"/>
                </a:lnTo>
                <a:lnTo>
                  <a:pt x="760478" y="3949801"/>
                </a:lnTo>
                <a:close/>
                <a:moveTo>
                  <a:pt x="1286363" y="3781025"/>
                </a:moveTo>
                <a:lnTo>
                  <a:pt x="1286363" y="3904082"/>
                </a:lnTo>
                <a:lnTo>
                  <a:pt x="1441619" y="3904082"/>
                </a:lnTo>
                <a:lnTo>
                  <a:pt x="1441619" y="3781025"/>
                </a:lnTo>
                <a:close/>
                <a:moveTo>
                  <a:pt x="582362" y="3781025"/>
                </a:moveTo>
                <a:lnTo>
                  <a:pt x="582362" y="3904082"/>
                </a:lnTo>
                <a:lnTo>
                  <a:pt x="760478" y="3904082"/>
                </a:lnTo>
                <a:lnTo>
                  <a:pt x="760478" y="3781025"/>
                </a:lnTo>
                <a:close/>
                <a:moveTo>
                  <a:pt x="1174823" y="2986866"/>
                </a:moveTo>
                <a:cubicBezTo>
                  <a:pt x="1163799" y="2986866"/>
                  <a:pt x="1154863" y="2995802"/>
                  <a:pt x="1154863" y="3006826"/>
                </a:cubicBezTo>
                <a:lnTo>
                  <a:pt x="1154863" y="3388285"/>
                </a:lnTo>
                <a:cubicBezTo>
                  <a:pt x="1154863" y="3399309"/>
                  <a:pt x="1163799" y="3408245"/>
                  <a:pt x="1174823" y="3408245"/>
                </a:cubicBezTo>
                <a:lnTo>
                  <a:pt x="1254662" y="3408245"/>
                </a:lnTo>
                <a:cubicBezTo>
                  <a:pt x="1265686" y="3408245"/>
                  <a:pt x="1274622" y="3399309"/>
                  <a:pt x="1274622" y="3388285"/>
                </a:cubicBezTo>
                <a:lnTo>
                  <a:pt x="1274622" y="3006826"/>
                </a:lnTo>
                <a:cubicBezTo>
                  <a:pt x="1274622" y="2995802"/>
                  <a:pt x="1265686" y="2986866"/>
                  <a:pt x="1254662" y="2986866"/>
                </a:cubicBezTo>
                <a:close/>
                <a:moveTo>
                  <a:pt x="694919" y="2986866"/>
                </a:moveTo>
                <a:cubicBezTo>
                  <a:pt x="685797" y="2986866"/>
                  <a:pt x="678402" y="2994261"/>
                  <a:pt x="678402" y="3003383"/>
                </a:cubicBezTo>
                <a:lnTo>
                  <a:pt x="678402" y="3391728"/>
                </a:lnTo>
                <a:cubicBezTo>
                  <a:pt x="678402" y="3400850"/>
                  <a:pt x="685797" y="3408245"/>
                  <a:pt x="694919" y="3408245"/>
                </a:cubicBezTo>
                <a:lnTo>
                  <a:pt x="760984" y="3408245"/>
                </a:lnTo>
                <a:cubicBezTo>
                  <a:pt x="770106" y="3408245"/>
                  <a:pt x="777501" y="3400850"/>
                  <a:pt x="777501" y="3391728"/>
                </a:cubicBezTo>
                <a:lnTo>
                  <a:pt x="777501" y="3003383"/>
                </a:lnTo>
                <a:cubicBezTo>
                  <a:pt x="777501" y="2994261"/>
                  <a:pt x="770106" y="2986866"/>
                  <a:pt x="760984" y="2986866"/>
                </a:cubicBezTo>
                <a:close/>
                <a:moveTo>
                  <a:pt x="502584" y="2986866"/>
                </a:moveTo>
                <a:cubicBezTo>
                  <a:pt x="493462" y="2986866"/>
                  <a:pt x="486067" y="2994261"/>
                  <a:pt x="486067" y="3003383"/>
                </a:cubicBezTo>
                <a:lnTo>
                  <a:pt x="486067" y="3391728"/>
                </a:lnTo>
                <a:cubicBezTo>
                  <a:pt x="486067" y="3400850"/>
                  <a:pt x="493462" y="3408245"/>
                  <a:pt x="502584" y="3408245"/>
                </a:cubicBezTo>
                <a:lnTo>
                  <a:pt x="568649" y="3408245"/>
                </a:lnTo>
                <a:cubicBezTo>
                  <a:pt x="577771" y="3408245"/>
                  <a:pt x="585166" y="3400850"/>
                  <a:pt x="585166" y="3391728"/>
                </a:cubicBezTo>
                <a:lnTo>
                  <a:pt x="585166" y="3003383"/>
                </a:lnTo>
                <a:cubicBezTo>
                  <a:pt x="585166" y="2994261"/>
                  <a:pt x="577771" y="2986866"/>
                  <a:pt x="568649" y="2986866"/>
                </a:cubicBezTo>
                <a:close/>
                <a:moveTo>
                  <a:pt x="310249" y="2986866"/>
                </a:moveTo>
                <a:cubicBezTo>
                  <a:pt x="301127" y="2986866"/>
                  <a:pt x="293732" y="2994261"/>
                  <a:pt x="293732" y="3003383"/>
                </a:cubicBezTo>
                <a:lnTo>
                  <a:pt x="293732" y="3391728"/>
                </a:lnTo>
                <a:cubicBezTo>
                  <a:pt x="293732" y="3400850"/>
                  <a:pt x="301127" y="3408245"/>
                  <a:pt x="310249" y="3408245"/>
                </a:cubicBezTo>
                <a:lnTo>
                  <a:pt x="376314" y="3408245"/>
                </a:lnTo>
                <a:cubicBezTo>
                  <a:pt x="385436" y="3408245"/>
                  <a:pt x="392831" y="3400850"/>
                  <a:pt x="392831" y="3391728"/>
                </a:cubicBezTo>
                <a:lnTo>
                  <a:pt x="392831" y="3003383"/>
                </a:lnTo>
                <a:cubicBezTo>
                  <a:pt x="392831" y="2994261"/>
                  <a:pt x="385436" y="2986866"/>
                  <a:pt x="376314" y="2986866"/>
                </a:cubicBezTo>
                <a:close/>
                <a:moveTo>
                  <a:pt x="871284" y="2156869"/>
                </a:moveTo>
                <a:lnTo>
                  <a:pt x="249133" y="2819733"/>
                </a:lnTo>
                <a:lnTo>
                  <a:pt x="830389" y="2819733"/>
                </a:lnTo>
                <a:close/>
                <a:moveTo>
                  <a:pt x="1322149" y="1457297"/>
                </a:moveTo>
                <a:lnTo>
                  <a:pt x="1134233" y="1473712"/>
                </a:lnTo>
                <a:lnTo>
                  <a:pt x="1155963" y="1825935"/>
                </a:lnTo>
                <a:lnTo>
                  <a:pt x="1248284" y="1825935"/>
                </a:lnTo>
                <a:cubicBezTo>
                  <a:pt x="1253432" y="1825935"/>
                  <a:pt x="1257606" y="1830109"/>
                  <a:pt x="1257606" y="1835257"/>
                </a:cubicBezTo>
                <a:lnTo>
                  <a:pt x="1257606" y="1872543"/>
                </a:lnTo>
                <a:cubicBezTo>
                  <a:pt x="1257606" y="1877691"/>
                  <a:pt x="1253432" y="1881866"/>
                  <a:pt x="1248284" y="1881866"/>
                </a:cubicBezTo>
                <a:lnTo>
                  <a:pt x="1159414" y="1881866"/>
                </a:lnTo>
                <a:lnTo>
                  <a:pt x="1170086" y="2054855"/>
                </a:lnTo>
                <a:lnTo>
                  <a:pt x="1233364" y="2054855"/>
                </a:lnTo>
                <a:cubicBezTo>
                  <a:pt x="1241359" y="2054855"/>
                  <a:pt x="1247840" y="2061336"/>
                  <a:pt x="1247840" y="2069332"/>
                </a:cubicBezTo>
                <a:lnTo>
                  <a:pt x="1247840" y="2127235"/>
                </a:lnTo>
                <a:cubicBezTo>
                  <a:pt x="1247840" y="2135230"/>
                  <a:pt x="1241359" y="2141711"/>
                  <a:pt x="1233364" y="2141711"/>
                </a:cubicBezTo>
                <a:lnTo>
                  <a:pt x="1175445" y="2141711"/>
                </a:lnTo>
                <a:lnTo>
                  <a:pt x="1217275" y="2819733"/>
                </a:lnTo>
                <a:lnTo>
                  <a:pt x="1538655" y="2819733"/>
                </a:lnTo>
                <a:lnTo>
                  <a:pt x="1538655" y="2916015"/>
                </a:lnTo>
                <a:lnTo>
                  <a:pt x="1834975" y="2426775"/>
                </a:lnTo>
                <a:close/>
                <a:moveTo>
                  <a:pt x="2470117" y="140636"/>
                </a:moveTo>
                <a:lnTo>
                  <a:pt x="2450688" y="169453"/>
                </a:lnTo>
                <a:cubicBezTo>
                  <a:pt x="2432725" y="187416"/>
                  <a:pt x="2407910" y="198526"/>
                  <a:pt x="2380499" y="198526"/>
                </a:cubicBezTo>
                <a:cubicBezTo>
                  <a:pt x="2366794" y="198526"/>
                  <a:pt x="2353737" y="195749"/>
                  <a:pt x="2341862" y="190726"/>
                </a:cubicBezTo>
                <a:lnTo>
                  <a:pt x="2319689" y="175776"/>
                </a:lnTo>
                <a:lnTo>
                  <a:pt x="1188989" y="1308426"/>
                </a:lnTo>
                <a:lnTo>
                  <a:pt x="1342990" y="1294974"/>
                </a:lnTo>
                <a:lnTo>
                  <a:pt x="1353866" y="1419480"/>
                </a:lnTo>
                <a:lnTo>
                  <a:pt x="1862584" y="2381191"/>
                </a:lnTo>
                <a:lnTo>
                  <a:pt x="3029209" y="455030"/>
                </a:lnTo>
                <a:close/>
                <a:moveTo>
                  <a:pt x="2380499" y="0"/>
                </a:moveTo>
                <a:cubicBezTo>
                  <a:pt x="2435320" y="0"/>
                  <a:pt x="2479762" y="44442"/>
                  <a:pt x="2479762" y="99263"/>
                </a:cubicBezTo>
                <a:lnTo>
                  <a:pt x="2478311" y="106448"/>
                </a:lnTo>
                <a:lnTo>
                  <a:pt x="3219890" y="215733"/>
                </a:lnTo>
                <a:lnTo>
                  <a:pt x="3217054" y="220776"/>
                </a:lnTo>
                <a:lnTo>
                  <a:pt x="4067223" y="1004298"/>
                </a:lnTo>
                <a:lnTo>
                  <a:pt x="4069653" y="1000693"/>
                </a:lnTo>
                <a:cubicBezTo>
                  <a:pt x="4079200" y="991147"/>
                  <a:pt x="4092388" y="985242"/>
                  <a:pt x="4106956" y="985242"/>
                </a:cubicBezTo>
                <a:cubicBezTo>
                  <a:pt x="4136091" y="985242"/>
                  <a:pt x="4159710" y="1008861"/>
                  <a:pt x="4159710" y="1037996"/>
                </a:cubicBezTo>
                <a:cubicBezTo>
                  <a:pt x="4159710" y="1067131"/>
                  <a:pt x="4136091" y="1090750"/>
                  <a:pt x="4106956" y="1090750"/>
                </a:cubicBezTo>
                <a:cubicBezTo>
                  <a:pt x="4077821" y="1090750"/>
                  <a:pt x="4054202" y="1067131"/>
                  <a:pt x="4054202" y="1037996"/>
                </a:cubicBezTo>
                <a:cubicBezTo>
                  <a:pt x="4054202" y="1030713"/>
                  <a:pt x="4055678" y="1023773"/>
                  <a:pt x="4058348" y="1017462"/>
                </a:cubicBezTo>
                <a:lnTo>
                  <a:pt x="4060261" y="1014623"/>
                </a:lnTo>
                <a:lnTo>
                  <a:pt x="3137412" y="519074"/>
                </a:lnTo>
                <a:lnTo>
                  <a:pt x="1538655" y="3357254"/>
                </a:lnTo>
                <a:lnTo>
                  <a:pt x="1538655" y="3364856"/>
                </a:lnTo>
                <a:lnTo>
                  <a:pt x="1696915" y="3364856"/>
                </a:lnTo>
                <a:lnTo>
                  <a:pt x="1696915" y="3781025"/>
                </a:lnTo>
                <a:lnTo>
                  <a:pt x="1487338" y="3781025"/>
                </a:lnTo>
                <a:lnTo>
                  <a:pt x="1487338" y="3904082"/>
                </a:lnTo>
                <a:lnTo>
                  <a:pt x="1563403" y="3904082"/>
                </a:lnTo>
                <a:cubicBezTo>
                  <a:pt x="1576028" y="3904082"/>
                  <a:pt x="1586263" y="3914317"/>
                  <a:pt x="1586263" y="3926942"/>
                </a:cubicBezTo>
                <a:lnTo>
                  <a:pt x="1586262" y="3926942"/>
                </a:lnTo>
                <a:cubicBezTo>
                  <a:pt x="1586262" y="3939567"/>
                  <a:pt x="1576027" y="3949802"/>
                  <a:pt x="1563402" y="3949802"/>
                </a:cubicBezTo>
                <a:lnTo>
                  <a:pt x="1487338" y="3949802"/>
                </a:lnTo>
                <a:lnTo>
                  <a:pt x="1487338" y="4070970"/>
                </a:lnTo>
                <a:lnTo>
                  <a:pt x="1563403" y="4070970"/>
                </a:lnTo>
                <a:cubicBezTo>
                  <a:pt x="1576028" y="4070970"/>
                  <a:pt x="1586263" y="4081205"/>
                  <a:pt x="1586263" y="4093830"/>
                </a:cubicBezTo>
                <a:lnTo>
                  <a:pt x="1586262" y="4093830"/>
                </a:lnTo>
                <a:cubicBezTo>
                  <a:pt x="1586262" y="4106455"/>
                  <a:pt x="1576027" y="4116690"/>
                  <a:pt x="1563402" y="4116690"/>
                </a:cubicBezTo>
                <a:lnTo>
                  <a:pt x="1487338" y="4116690"/>
                </a:lnTo>
                <a:lnTo>
                  <a:pt x="1487338" y="4772921"/>
                </a:lnTo>
                <a:lnTo>
                  <a:pt x="1529674" y="4772921"/>
                </a:lnTo>
                <a:cubicBezTo>
                  <a:pt x="1560927" y="4772921"/>
                  <a:pt x="1586262" y="4798256"/>
                  <a:pt x="1586262" y="4829509"/>
                </a:cubicBezTo>
                <a:lnTo>
                  <a:pt x="1586262" y="4848693"/>
                </a:lnTo>
                <a:cubicBezTo>
                  <a:pt x="1586262" y="4879946"/>
                  <a:pt x="1560927" y="4905281"/>
                  <a:pt x="1529674" y="4905281"/>
                </a:cubicBezTo>
                <a:lnTo>
                  <a:pt x="1518652" y="4905281"/>
                </a:lnTo>
                <a:lnTo>
                  <a:pt x="1488812" y="4962472"/>
                </a:lnTo>
                <a:lnTo>
                  <a:pt x="1773161" y="5507455"/>
                </a:lnTo>
                <a:lnTo>
                  <a:pt x="1945385" y="5507455"/>
                </a:lnTo>
                <a:cubicBezTo>
                  <a:pt x="1984041" y="5507455"/>
                  <a:pt x="2015377" y="5538791"/>
                  <a:pt x="2015377" y="5577447"/>
                </a:cubicBezTo>
                <a:lnTo>
                  <a:pt x="2015377" y="5716606"/>
                </a:lnTo>
                <a:cubicBezTo>
                  <a:pt x="2015377" y="5755262"/>
                  <a:pt x="1984041" y="5786598"/>
                  <a:pt x="1945385" y="5786598"/>
                </a:cubicBezTo>
                <a:lnTo>
                  <a:pt x="166286" y="5786598"/>
                </a:lnTo>
                <a:cubicBezTo>
                  <a:pt x="127630" y="5786598"/>
                  <a:pt x="96294" y="5755262"/>
                  <a:pt x="96294" y="5716606"/>
                </a:cubicBezTo>
                <a:lnTo>
                  <a:pt x="96294" y="5577447"/>
                </a:lnTo>
                <a:cubicBezTo>
                  <a:pt x="96294" y="5538791"/>
                  <a:pt x="127630" y="5507455"/>
                  <a:pt x="166286" y="5507455"/>
                </a:cubicBezTo>
                <a:lnTo>
                  <a:pt x="235712" y="5507455"/>
                </a:lnTo>
                <a:lnTo>
                  <a:pt x="537898" y="4928284"/>
                </a:lnTo>
                <a:lnTo>
                  <a:pt x="525896" y="4905281"/>
                </a:lnTo>
                <a:lnTo>
                  <a:pt x="517166" y="4905281"/>
                </a:lnTo>
                <a:cubicBezTo>
                  <a:pt x="485913" y="4905281"/>
                  <a:pt x="460578" y="4879946"/>
                  <a:pt x="460578" y="4848693"/>
                </a:cubicBezTo>
                <a:lnTo>
                  <a:pt x="460578" y="4829509"/>
                </a:lnTo>
                <a:cubicBezTo>
                  <a:pt x="460578" y="4798256"/>
                  <a:pt x="485913" y="4772921"/>
                  <a:pt x="517166" y="4772921"/>
                </a:cubicBezTo>
                <a:lnTo>
                  <a:pt x="536643" y="4772921"/>
                </a:lnTo>
                <a:lnTo>
                  <a:pt x="536643" y="4116689"/>
                </a:lnTo>
                <a:lnTo>
                  <a:pt x="483438" y="4116689"/>
                </a:lnTo>
                <a:cubicBezTo>
                  <a:pt x="477126" y="4116689"/>
                  <a:pt x="471411" y="4114130"/>
                  <a:pt x="467274" y="4109993"/>
                </a:cubicBezTo>
                <a:lnTo>
                  <a:pt x="460578" y="4093829"/>
                </a:lnTo>
                <a:lnTo>
                  <a:pt x="467274" y="4077665"/>
                </a:lnTo>
                <a:cubicBezTo>
                  <a:pt x="471411" y="4073529"/>
                  <a:pt x="477126" y="4070970"/>
                  <a:pt x="483438" y="4070970"/>
                </a:cubicBezTo>
                <a:lnTo>
                  <a:pt x="536643" y="4070970"/>
                </a:lnTo>
                <a:lnTo>
                  <a:pt x="536643" y="3949801"/>
                </a:lnTo>
                <a:lnTo>
                  <a:pt x="483438" y="3949801"/>
                </a:lnTo>
                <a:cubicBezTo>
                  <a:pt x="477126" y="3949801"/>
                  <a:pt x="471411" y="3947242"/>
                  <a:pt x="467274" y="3943105"/>
                </a:cubicBezTo>
                <a:lnTo>
                  <a:pt x="460578" y="3926941"/>
                </a:lnTo>
                <a:lnTo>
                  <a:pt x="467274" y="3910777"/>
                </a:lnTo>
                <a:cubicBezTo>
                  <a:pt x="471411" y="3906640"/>
                  <a:pt x="477126" y="3904082"/>
                  <a:pt x="483438" y="3904082"/>
                </a:cubicBezTo>
                <a:lnTo>
                  <a:pt x="536643" y="3904082"/>
                </a:lnTo>
                <a:lnTo>
                  <a:pt x="536643" y="3781025"/>
                </a:lnTo>
                <a:lnTo>
                  <a:pt x="0" y="3781025"/>
                </a:lnTo>
                <a:lnTo>
                  <a:pt x="0" y="3364856"/>
                </a:lnTo>
                <a:lnTo>
                  <a:pt x="1" y="3364856"/>
                </a:lnTo>
                <a:lnTo>
                  <a:pt x="1" y="2819733"/>
                </a:lnTo>
                <a:lnTo>
                  <a:pt x="186431" y="2819733"/>
                </a:lnTo>
                <a:lnTo>
                  <a:pt x="823097" y="2141404"/>
                </a:lnTo>
                <a:lnTo>
                  <a:pt x="813602" y="2137471"/>
                </a:lnTo>
                <a:cubicBezTo>
                  <a:pt x="810982" y="2134852"/>
                  <a:pt x="809362" y="2131233"/>
                  <a:pt x="809362" y="2127235"/>
                </a:cubicBezTo>
                <a:lnTo>
                  <a:pt x="809362" y="2069332"/>
                </a:lnTo>
                <a:cubicBezTo>
                  <a:pt x="809362" y="2061336"/>
                  <a:pt x="815843" y="2054855"/>
                  <a:pt x="823838" y="2054855"/>
                </a:cubicBezTo>
                <a:lnTo>
                  <a:pt x="877577" y="2054855"/>
                </a:lnTo>
                <a:lnTo>
                  <a:pt x="888250" y="1881866"/>
                </a:lnTo>
                <a:lnTo>
                  <a:pt x="828450" y="1881866"/>
                </a:lnTo>
                <a:cubicBezTo>
                  <a:pt x="823302" y="1881866"/>
                  <a:pt x="819128" y="1877691"/>
                  <a:pt x="819128" y="1872543"/>
                </a:cubicBezTo>
                <a:lnTo>
                  <a:pt x="819128" y="1835257"/>
                </a:lnTo>
                <a:cubicBezTo>
                  <a:pt x="819128" y="1830109"/>
                  <a:pt x="823302" y="1825935"/>
                  <a:pt x="828450" y="1825935"/>
                </a:cubicBezTo>
                <a:lnTo>
                  <a:pt x="891700" y="1825935"/>
                </a:lnTo>
                <a:lnTo>
                  <a:pt x="912234" y="1493103"/>
                </a:lnTo>
                <a:lnTo>
                  <a:pt x="860727" y="1497602"/>
                </a:lnTo>
                <a:lnTo>
                  <a:pt x="861169" y="1501090"/>
                </a:lnTo>
                <a:lnTo>
                  <a:pt x="562355" y="1538964"/>
                </a:lnTo>
                <a:lnTo>
                  <a:pt x="573819" y="1582489"/>
                </a:lnTo>
                <a:cubicBezTo>
                  <a:pt x="581039" y="1609902"/>
                  <a:pt x="564670" y="1637977"/>
                  <a:pt x="537257" y="1645198"/>
                </a:cubicBezTo>
                <a:lnTo>
                  <a:pt x="530211" y="1647053"/>
                </a:lnTo>
                <a:cubicBezTo>
                  <a:pt x="509651" y="1652468"/>
                  <a:pt x="488719" y="1644615"/>
                  <a:pt x="476492" y="1628784"/>
                </a:cubicBezTo>
                <a:lnTo>
                  <a:pt x="469491" y="1614538"/>
                </a:lnTo>
                <a:lnTo>
                  <a:pt x="470721" y="1635605"/>
                </a:lnTo>
                <a:cubicBezTo>
                  <a:pt x="467670" y="1656861"/>
                  <a:pt x="452267" y="1675268"/>
                  <a:pt x="430195" y="1681081"/>
                </a:cubicBezTo>
                <a:lnTo>
                  <a:pt x="422631" y="1683073"/>
                </a:lnTo>
                <a:cubicBezTo>
                  <a:pt x="393202" y="1690825"/>
                  <a:pt x="363062" y="1673252"/>
                  <a:pt x="355310" y="1643823"/>
                </a:cubicBezTo>
                <a:lnTo>
                  <a:pt x="315776" y="1493723"/>
                </a:lnTo>
                <a:cubicBezTo>
                  <a:pt x="308025" y="1464294"/>
                  <a:pt x="325598" y="1434153"/>
                  <a:pt x="355027" y="1426402"/>
                </a:cubicBezTo>
                <a:lnTo>
                  <a:pt x="362591" y="1424410"/>
                </a:lnTo>
                <a:cubicBezTo>
                  <a:pt x="384663" y="1418597"/>
                  <a:pt x="407134" y="1427028"/>
                  <a:pt x="420261" y="1444022"/>
                </a:cubicBezTo>
                <a:lnTo>
                  <a:pt x="427578" y="1458912"/>
                </a:lnTo>
                <a:lnTo>
                  <a:pt x="426045" y="1453091"/>
                </a:lnTo>
                <a:cubicBezTo>
                  <a:pt x="418825" y="1425678"/>
                  <a:pt x="435194" y="1397602"/>
                  <a:pt x="462607" y="1390382"/>
                </a:cubicBezTo>
                <a:lnTo>
                  <a:pt x="469653" y="1388526"/>
                </a:lnTo>
                <a:cubicBezTo>
                  <a:pt x="497066" y="1381306"/>
                  <a:pt x="525141" y="1397675"/>
                  <a:pt x="532361" y="1425088"/>
                </a:cubicBezTo>
                <a:lnTo>
                  <a:pt x="549415" y="1489834"/>
                </a:lnTo>
                <a:lnTo>
                  <a:pt x="840002" y="1334084"/>
                </a:lnTo>
                <a:lnTo>
                  <a:pt x="840607" y="1338857"/>
                </a:lnTo>
                <a:lnTo>
                  <a:pt x="1112835" y="1315078"/>
                </a:lnTo>
                <a:lnTo>
                  <a:pt x="2288860" y="137025"/>
                </a:lnTo>
                <a:lnTo>
                  <a:pt x="2281236" y="99263"/>
                </a:lnTo>
                <a:cubicBezTo>
                  <a:pt x="2281236" y="44442"/>
                  <a:pt x="2325678" y="0"/>
                  <a:pt x="23804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1E5E2-4B18-F600-B717-3D352A10874F}"/>
              </a:ext>
            </a:extLst>
          </p:cNvPr>
          <p:cNvSpPr txBox="1"/>
          <p:nvPr/>
        </p:nvSpPr>
        <p:spPr>
          <a:xfrm>
            <a:off x="6173362" y="2124075"/>
            <a:ext cx="5075664" cy="335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Fira Sans"/>
                <a:ea typeface="Fira Sans"/>
                <a:cs typeface="Fira Sans"/>
                <a:sym typeface="Fira Sans"/>
              </a:rPr>
              <a:t>1.  Ahmed Atta 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Fira Sans"/>
                <a:ea typeface="Fira Sans"/>
                <a:cs typeface="Fira Sans"/>
                <a:sym typeface="Fira Sans"/>
              </a:rPr>
              <a:t>2 . Mohamed Agwa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Fira Sans"/>
                <a:ea typeface="Fira Sans"/>
                <a:cs typeface="Fira Sans"/>
                <a:sym typeface="Fira Sans"/>
              </a:rPr>
              <a:t>3. Islam Reda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latin typeface="Fira Sans"/>
                <a:ea typeface="Fira Sans"/>
                <a:cs typeface="Fira Sans"/>
                <a:sym typeface="Fira Sans"/>
              </a:rPr>
              <a:t>4.  Neveen Mohamed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latin typeface="Fira Sans"/>
                <a:ea typeface="Fira Sans"/>
                <a:cs typeface="Fira Sans"/>
                <a:sym typeface="Fira Sans"/>
              </a:rPr>
              <a:t>5. Alaa Kilani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latin typeface="Fira Sans"/>
                <a:ea typeface="Fira Sans"/>
                <a:cs typeface="Fira Sans"/>
                <a:sym typeface="Fira Sans"/>
              </a:rPr>
              <a:t>6. Nourhan El Nagar </a:t>
            </a:r>
          </a:p>
        </p:txBody>
      </p:sp>
    </p:spTree>
    <p:extLst>
      <p:ext uri="{BB962C8B-B14F-4D97-AF65-F5344CB8AC3E}">
        <p14:creationId xmlns:p14="http://schemas.microsoft.com/office/powerpoint/2010/main" val="142419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30" y="1291659"/>
            <a:ext cx="5055748" cy="775266"/>
          </a:xfrm>
          <a:prstGeom prst="rect">
            <a:avLst/>
          </a:prstGeom>
        </p:spPr>
        <p:txBody>
          <a:bodyPr/>
          <a:lstStyle/>
          <a:p>
            <a:r>
              <a:rPr lang="en-US" sz="4000" dirty="0"/>
              <a:t>Project Objectives</a:t>
            </a:r>
          </a:p>
        </p:txBody>
      </p:sp>
      <p:sp>
        <p:nvSpPr>
          <p:cNvPr id="3" name="Freeform 29">
            <a:extLst>
              <a:ext uri="{FF2B5EF4-FFF2-40B4-BE49-F238E27FC236}">
                <a16:creationId xmlns:a16="http://schemas.microsoft.com/office/drawing/2014/main" id="{B024031F-63AF-42D0-919D-5A8232849792}"/>
              </a:ext>
            </a:extLst>
          </p:cNvPr>
          <p:cNvSpPr/>
          <p:nvPr/>
        </p:nvSpPr>
        <p:spPr>
          <a:xfrm>
            <a:off x="6812723" y="1804571"/>
            <a:ext cx="4814316" cy="2420656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393861"/>
              <a:gd name="connsiteY0" fmla="*/ 669031 h 1778653"/>
              <a:gd name="connsiteX1" fmla="*/ 3057525 w 3393861"/>
              <a:gd name="connsiteY1" fmla="*/ 164206 h 1778653"/>
              <a:gd name="connsiteX2" fmla="*/ 2847072 w 3393861"/>
              <a:gd name="connsiteY2" fmla="*/ 1778653 h 1778653"/>
              <a:gd name="connsiteX0" fmla="*/ 0 w 3369466"/>
              <a:gd name="connsiteY0" fmla="*/ 669031 h 1819901"/>
              <a:gd name="connsiteX1" fmla="*/ 3057525 w 3369466"/>
              <a:gd name="connsiteY1" fmla="*/ 164206 h 1819901"/>
              <a:gd name="connsiteX2" fmla="*/ 2762112 w 3369466"/>
              <a:gd name="connsiteY2" fmla="*/ 1819901 h 1819901"/>
              <a:gd name="connsiteX0" fmla="*/ 0 w 3440883"/>
              <a:gd name="connsiteY0" fmla="*/ 669031 h 1819901"/>
              <a:gd name="connsiteX1" fmla="*/ 3057525 w 3440883"/>
              <a:gd name="connsiteY1" fmla="*/ 164206 h 1819901"/>
              <a:gd name="connsiteX2" fmla="*/ 2762112 w 3440883"/>
              <a:gd name="connsiteY2" fmla="*/ 1819901 h 181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0883" h="1819901">
                <a:moveTo>
                  <a:pt x="0" y="669031"/>
                </a:moveTo>
                <a:cubicBezTo>
                  <a:pt x="1428750" y="961131"/>
                  <a:pt x="1943100" y="-470794"/>
                  <a:pt x="3057525" y="164206"/>
                </a:cubicBezTo>
                <a:cubicBezTo>
                  <a:pt x="3717925" y="605531"/>
                  <a:pt x="3463637" y="1742006"/>
                  <a:pt x="2762112" y="1819901"/>
                </a:cubicBezTo>
              </a:path>
            </a:pathLst>
          </a:custGeom>
          <a:ln w="635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33F4EFF3-1584-40C7-905A-0BE2F73FD62B}"/>
              </a:ext>
            </a:extLst>
          </p:cNvPr>
          <p:cNvSpPr/>
          <p:nvPr/>
        </p:nvSpPr>
        <p:spPr>
          <a:xfrm>
            <a:off x="6684461" y="2219267"/>
            <a:ext cx="4659255" cy="1888358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654429"/>
              <a:gd name="connsiteY0" fmla="*/ 516771 h 1733574"/>
              <a:gd name="connsiteX1" fmla="*/ 3268841 w 3654429"/>
              <a:gd name="connsiteY1" fmla="*/ 180999 h 1733574"/>
              <a:gd name="connsiteX2" fmla="*/ 3202166 w 3654429"/>
              <a:gd name="connsiteY2" fmla="*/ 1733574 h 1733574"/>
              <a:gd name="connsiteX0" fmla="*/ 0 w 3654429"/>
              <a:gd name="connsiteY0" fmla="*/ 484692 h 1701495"/>
              <a:gd name="connsiteX1" fmla="*/ 3268841 w 3654429"/>
              <a:gd name="connsiteY1" fmla="*/ 148920 h 1701495"/>
              <a:gd name="connsiteX2" fmla="*/ 3202166 w 3654429"/>
              <a:gd name="connsiteY2" fmla="*/ 1701495 h 1701495"/>
              <a:gd name="connsiteX0" fmla="*/ 0 w 3616261"/>
              <a:gd name="connsiteY0" fmla="*/ 484692 h 1718364"/>
              <a:gd name="connsiteX1" fmla="*/ 3268841 w 3616261"/>
              <a:gd name="connsiteY1" fmla="*/ 148920 h 1718364"/>
              <a:gd name="connsiteX2" fmla="*/ 3093630 w 3616261"/>
              <a:gd name="connsiteY2" fmla="*/ 1718364 h 1718364"/>
              <a:gd name="connsiteX0" fmla="*/ 0 w 3664155"/>
              <a:gd name="connsiteY0" fmla="*/ 484692 h 1718364"/>
              <a:gd name="connsiteX1" fmla="*/ 3268841 w 3664155"/>
              <a:gd name="connsiteY1" fmla="*/ 148920 h 1718364"/>
              <a:gd name="connsiteX2" fmla="*/ 3093630 w 3664155"/>
              <a:gd name="connsiteY2" fmla="*/ 1718364 h 1718364"/>
              <a:gd name="connsiteX0" fmla="*/ 0 w 3686912"/>
              <a:gd name="connsiteY0" fmla="*/ 508122 h 1741794"/>
              <a:gd name="connsiteX1" fmla="*/ 3305020 w 3686912"/>
              <a:gd name="connsiteY1" fmla="*/ 147047 h 1741794"/>
              <a:gd name="connsiteX2" fmla="*/ 3093630 w 3686912"/>
              <a:gd name="connsiteY2" fmla="*/ 1741794 h 174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6912" h="1741794">
                <a:moveTo>
                  <a:pt x="0" y="508122"/>
                </a:moveTo>
                <a:cubicBezTo>
                  <a:pt x="1566106" y="1180592"/>
                  <a:pt x="2190595" y="-487953"/>
                  <a:pt x="3305020" y="147047"/>
                </a:cubicBezTo>
                <a:cubicBezTo>
                  <a:pt x="3965420" y="588372"/>
                  <a:pt x="3687090" y="1574815"/>
                  <a:pt x="3093630" y="1741794"/>
                </a:cubicBezTo>
              </a:path>
            </a:pathLst>
          </a:cu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Freeform 32">
            <a:extLst>
              <a:ext uri="{FF2B5EF4-FFF2-40B4-BE49-F238E27FC236}">
                <a16:creationId xmlns:a16="http://schemas.microsoft.com/office/drawing/2014/main" id="{458D8B3E-4B8B-45D8-8E46-69A6E479FA97}"/>
              </a:ext>
            </a:extLst>
          </p:cNvPr>
          <p:cNvSpPr/>
          <p:nvPr/>
        </p:nvSpPr>
        <p:spPr>
          <a:xfrm>
            <a:off x="6812724" y="1586785"/>
            <a:ext cx="4475986" cy="2041529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531644"/>
              <a:gd name="connsiteY0" fmla="*/ 731919 h 1710812"/>
              <a:gd name="connsiteX1" fmla="*/ 3146056 w 3531644"/>
              <a:gd name="connsiteY1" fmla="*/ 158237 h 1710812"/>
              <a:gd name="connsiteX2" fmla="*/ 3079381 w 3531644"/>
              <a:gd name="connsiteY2" fmla="*/ 1710812 h 1710812"/>
              <a:gd name="connsiteX0" fmla="*/ 0 w 3531644"/>
              <a:gd name="connsiteY0" fmla="*/ 746907 h 1725800"/>
              <a:gd name="connsiteX1" fmla="*/ 3146056 w 3531644"/>
              <a:gd name="connsiteY1" fmla="*/ 173225 h 1725800"/>
              <a:gd name="connsiteX2" fmla="*/ 3079381 w 3531644"/>
              <a:gd name="connsiteY2" fmla="*/ 1725800 h 1725800"/>
              <a:gd name="connsiteX0" fmla="*/ 0 w 3464062"/>
              <a:gd name="connsiteY0" fmla="*/ 746907 h 1666780"/>
              <a:gd name="connsiteX1" fmla="*/ 3146056 w 3464062"/>
              <a:gd name="connsiteY1" fmla="*/ 173225 h 1666780"/>
              <a:gd name="connsiteX2" fmla="*/ 2872810 w 3464062"/>
              <a:gd name="connsiteY2" fmla="*/ 1666780 h 1666780"/>
              <a:gd name="connsiteX0" fmla="*/ 0 w 3395216"/>
              <a:gd name="connsiteY0" fmla="*/ 844990 h 1764863"/>
              <a:gd name="connsiteX1" fmla="*/ 3047689 w 3395216"/>
              <a:gd name="connsiteY1" fmla="*/ 163104 h 1764863"/>
              <a:gd name="connsiteX2" fmla="*/ 2872810 w 3395216"/>
              <a:gd name="connsiteY2" fmla="*/ 1764863 h 1764863"/>
              <a:gd name="connsiteX0" fmla="*/ 0 w 3423550"/>
              <a:gd name="connsiteY0" fmla="*/ 802135 h 1722008"/>
              <a:gd name="connsiteX1" fmla="*/ 3088947 w 3423550"/>
              <a:gd name="connsiteY1" fmla="*/ 167363 h 1722008"/>
              <a:gd name="connsiteX2" fmla="*/ 2872810 w 3423550"/>
              <a:gd name="connsiteY2" fmla="*/ 1722008 h 1722008"/>
              <a:gd name="connsiteX0" fmla="*/ 0 w 3365966"/>
              <a:gd name="connsiteY0" fmla="*/ 802135 h 1722008"/>
              <a:gd name="connsiteX1" fmla="*/ 3088947 w 3365966"/>
              <a:gd name="connsiteY1" fmla="*/ 167363 h 1722008"/>
              <a:gd name="connsiteX2" fmla="*/ 2872810 w 3365966"/>
              <a:gd name="connsiteY2" fmla="*/ 1722008 h 1722008"/>
              <a:gd name="connsiteX0" fmla="*/ 0 w 3365966"/>
              <a:gd name="connsiteY0" fmla="*/ 825751 h 1745624"/>
              <a:gd name="connsiteX1" fmla="*/ 3088947 w 3365966"/>
              <a:gd name="connsiteY1" fmla="*/ 190979 h 1745624"/>
              <a:gd name="connsiteX2" fmla="*/ 2872810 w 3365966"/>
              <a:gd name="connsiteY2" fmla="*/ 1745624 h 1745624"/>
              <a:gd name="connsiteX0" fmla="*/ 0 w 3365966"/>
              <a:gd name="connsiteY0" fmla="*/ 833266 h 1753139"/>
              <a:gd name="connsiteX1" fmla="*/ 3088947 w 3365966"/>
              <a:gd name="connsiteY1" fmla="*/ 198494 h 1753139"/>
              <a:gd name="connsiteX2" fmla="*/ 2872810 w 3365966"/>
              <a:gd name="connsiteY2" fmla="*/ 1753139 h 1753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65966" h="1753139">
                <a:moveTo>
                  <a:pt x="0" y="833266"/>
                </a:moveTo>
                <a:cubicBezTo>
                  <a:pt x="1599797" y="869782"/>
                  <a:pt x="2153307" y="-499324"/>
                  <a:pt x="3088947" y="198494"/>
                </a:cubicBezTo>
                <a:cubicBezTo>
                  <a:pt x="3618697" y="671228"/>
                  <a:pt x="3299848" y="1510252"/>
                  <a:pt x="2872810" y="1753139"/>
                </a:cubicBezTo>
              </a:path>
            </a:pathLst>
          </a:custGeom>
          <a:ln w="38100">
            <a:solidFill>
              <a:schemeClr val="accent1">
                <a:lumMod val="60000"/>
                <a:lumOff val="40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F8F54C-4BFF-4137-AD86-A8B59D10A5FD}"/>
              </a:ext>
            </a:extLst>
          </p:cNvPr>
          <p:cNvGrpSpPr/>
          <p:nvPr/>
        </p:nvGrpSpPr>
        <p:grpSpPr>
          <a:xfrm>
            <a:off x="6798514" y="2694208"/>
            <a:ext cx="4737438" cy="2692080"/>
            <a:chOff x="4860032" y="2722140"/>
            <a:chExt cx="4137235" cy="2358084"/>
          </a:xfrm>
          <a:solidFill>
            <a:srgbClr val="FAB117"/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95647F2-1861-4375-AA59-5B46874B4494}"/>
                </a:ext>
              </a:extLst>
            </p:cNvPr>
            <p:cNvSpPr/>
            <p:nvPr/>
          </p:nvSpPr>
          <p:spPr>
            <a:xfrm>
              <a:off x="7920367" y="3639486"/>
              <a:ext cx="848907" cy="84890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9A5F438-961D-416C-88E9-AE1A4638DFE8}"/>
                </a:ext>
              </a:extLst>
            </p:cNvPr>
            <p:cNvSpPr/>
            <p:nvPr/>
          </p:nvSpPr>
          <p:spPr>
            <a:xfrm>
              <a:off x="7262783" y="3098159"/>
              <a:ext cx="1008112" cy="100811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29ABEDE-0540-48CF-9319-F36A473D1B76}"/>
                </a:ext>
              </a:extLst>
            </p:cNvPr>
            <p:cNvSpPr/>
            <p:nvPr/>
          </p:nvSpPr>
          <p:spPr>
            <a:xfrm>
              <a:off x="6685384" y="2722140"/>
              <a:ext cx="848907" cy="84890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6B4DAB-5B10-41A5-83C9-6B0D41A40414}"/>
                </a:ext>
              </a:extLst>
            </p:cNvPr>
            <p:cNvSpPr/>
            <p:nvPr/>
          </p:nvSpPr>
          <p:spPr>
            <a:xfrm>
              <a:off x="6340614" y="3129347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DDF203-31FB-4501-AD5E-C0B3A9343325}"/>
                </a:ext>
              </a:extLst>
            </p:cNvPr>
            <p:cNvSpPr/>
            <p:nvPr/>
          </p:nvSpPr>
          <p:spPr>
            <a:xfrm>
              <a:off x="5443921" y="3146594"/>
              <a:ext cx="606442" cy="60644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0C4DEC-8003-4B54-9D12-84F9F6A04C00}"/>
                </a:ext>
              </a:extLst>
            </p:cNvPr>
            <p:cNvSpPr/>
            <p:nvPr/>
          </p:nvSpPr>
          <p:spPr>
            <a:xfrm>
              <a:off x="4860032" y="3387080"/>
              <a:ext cx="848907" cy="84890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ECB75C-AE5C-42AC-BE86-BA991EE8768C}"/>
                </a:ext>
              </a:extLst>
            </p:cNvPr>
            <p:cNvSpPr/>
            <p:nvPr/>
          </p:nvSpPr>
          <p:spPr>
            <a:xfrm>
              <a:off x="5892004" y="2824913"/>
              <a:ext cx="947359" cy="94735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758B921-94DB-4E0E-83CF-7CCC6301DA9D}"/>
                </a:ext>
              </a:extLst>
            </p:cNvPr>
            <p:cNvSpPr/>
            <p:nvPr/>
          </p:nvSpPr>
          <p:spPr>
            <a:xfrm>
              <a:off x="7041844" y="3498069"/>
              <a:ext cx="606442" cy="60644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9C6D42C-6B4C-4299-9118-FF6395DE395B}"/>
                </a:ext>
              </a:extLst>
            </p:cNvPr>
            <p:cNvSpPr/>
            <p:nvPr/>
          </p:nvSpPr>
          <p:spPr>
            <a:xfrm>
              <a:off x="5070929" y="4106271"/>
              <a:ext cx="606442" cy="60644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CDDBE95-CEEE-41D8-921D-33243DCA1241}"/>
                </a:ext>
              </a:extLst>
            </p:cNvPr>
            <p:cNvSpPr/>
            <p:nvPr/>
          </p:nvSpPr>
          <p:spPr>
            <a:xfrm>
              <a:off x="5436096" y="3449815"/>
              <a:ext cx="1008112" cy="100811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0A9B87D-8384-47FD-9059-C0202102328C}"/>
                </a:ext>
              </a:extLst>
            </p:cNvPr>
            <p:cNvSpPr/>
            <p:nvPr/>
          </p:nvSpPr>
          <p:spPr>
            <a:xfrm>
              <a:off x="6283711" y="3755572"/>
              <a:ext cx="914400" cy="914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50D77CF-5099-44F8-950C-3EA204C1D6B5}"/>
                </a:ext>
              </a:extLst>
            </p:cNvPr>
            <p:cNvSpPr/>
            <p:nvPr/>
          </p:nvSpPr>
          <p:spPr>
            <a:xfrm>
              <a:off x="6846358" y="3831982"/>
              <a:ext cx="1145423" cy="11454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AD7C71E-9DEF-4DD4-BDD3-09B07CBC2CCD}"/>
                </a:ext>
              </a:extLst>
            </p:cNvPr>
            <p:cNvSpPr/>
            <p:nvPr/>
          </p:nvSpPr>
          <p:spPr>
            <a:xfrm>
              <a:off x="7451578" y="3908925"/>
              <a:ext cx="1008112" cy="10081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1D5D5C5-C62C-45E9-9870-F3E3E077DBD8}"/>
                </a:ext>
              </a:extLst>
            </p:cNvPr>
            <p:cNvSpPr/>
            <p:nvPr/>
          </p:nvSpPr>
          <p:spPr>
            <a:xfrm>
              <a:off x="5619767" y="4034023"/>
              <a:ext cx="1008112" cy="10081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63ECE04-67A6-4070-9DD0-59ECD0AB918B}"/>
                </a:ext>
              </a:extLst>
            </p:cNvPr>
            <p:cNvSpPr/>
            <p:nvPr/>
          </p:nvSpPr>
          <p:spPr>
            <a:xfrm>
              <a:off x="8311441" y="4394398"/>
              <a:ext cx="685826" cy="68582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6E014584-7C6F-484C-906E-5A3AD38423A5}"/>
              </a:ext>
            </a:extLst>
          </p:cNvPr>
          <p:cNvSpPr/>
          <p:nvPr/>
        </p:nvSpPr>
        <p:spPr>
          <a:xfrm>
            <a:off x="8051662" y="2228695"/>
            <a:ext cx="207062" cy="20706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4D739D-B89A-4CD3-9026-050CD1531966}"/>
              </a:ext>
            </a:extLst>
          </p:cNvPr>
          <p:cNvSpPr/>
          <p:nvPr/>
        </p:nvSpPr>
        <p:spPr>
          <a:xfrm>
            <a:off x="9206227" y="1934136"/>
            <a:ext cx="310065" cy="31006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CC7297-DFE2-4BDE-8768-A0402B26F280}"/>
              </a:ext>
            </a:extLst>
          </p:cNvPr>
          <p:cNvSpPr/>
          <p:nvPr/>
        </p:nvSpPr>
        <p:spPr>
          <a:xfrm>
            <a:off x="11005620" y="2489717"/>
            <a:ext cx="207062" cy="207062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6EC80C-7F74-41B6-BFE8-301F879A1842}"/>
              </a:ext>
            </a:extLst>
          </p:cNvPr>
          <p:cNvSpPr/>
          <p:nvPr/>
        </p:nvSpPr>
        <p:spPr>
          <a:xfrm>
            <a:off x="7482892" y="2636413"/>
            <a:ext cx="207062" cy="207062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149DAD-6000-46C2-AB93-8556913E83C7}"/>
              </a:ext>
            </a:extLst>
          </p:cNvPr>
          <p:cNvSpPr/>
          <p:nvPr/>
        </p:nvSpPr>
        <p:spPr>
          <a:xfrm>
            <a:off x="10403523" y="1557820"/>
            <a:ext cx="107040" cy="10704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D75AB2-D26A-47B4-ADE7-B5C01F920A1A}"/>
              </a:ext>
            </a:extLst>
          </p:cNvPr>
          <p:cNvSpPr/>
          <p:nvPr/>
        </p:nvSpPr>
        <p:spPr>
          <a:xfrm>
            <a:off x="8880765" y="2550547"/>
            <a:ext cx="107040" cy="10704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Isosceles Triangle 41">
            <a:extLst>
              <a:ext uri="{FF2B5EF4-FFF2-40B4-BE49-F238E27FC236}">
                <a16:creationId xmlns:a16="http://schemas.microsoft.com/office/drawing/2014/main" id="{A98CD393-6D22-421C-B930-67E83625EDD0}"/>
              </a:ext>
            </a:extLst>
          </p:cNvPr>
          <p:cNvSpPr/>
          <p:nvPr/>
        </p:nvSpPr>
        <p:spPr>
          <a:xfrm>
            <a:off x="1478032" y="3620500"/>
            <a:ext cx="259592" cy="372887"/>
          </a:xfrm>
          <a:custGeom>
            <a:avLst/>
            <a:gdLst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45026 w 2736000"/>
              <a:gd name="connsiteY1" fmla="*/ 2558281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45026 w 2736000"/>
              <a:gd name="connsiteY1" fmla="*/ 2558281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66505 w 2736000"/>
              <a:gd name="connsiteY1" fmla="*/ 257362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66505 w 2736000"/>
              <a:gd name="connsiteY1" fmla="*/ 257362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63436 w 2736000"/>
              <a:gd name="connsiteY1" fmla="*/ 2564418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32752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2576 w 2736000"/>
              <a:gd name="connsiteY1" fmla="*/ 2576139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2576 w 2736000"/>
              <a:gd name="connsiteY1" fmla="*/ 2576139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736000" h="3930092">
                <a:moveTo>
                  <a:pt x="1367278" y="2418044"/>
                </a:moveTo>
                <a:cubicBezTo>
                  <a:pt x="1475622" y="2496498"/>
                  <a:pt x="1442256" y="2523346"/>
                  <a:pt x="1552576" y="2576139"/>
                </a:cubicBezTo>
                <a:cubicBezTo>
                  <a:pt x="1866725" y="2636040"/>
                  <a:pt x="2088000" y="3057033"/>
                  <a:pt x="2088000" y="3520946"/>
                </a:cubicBezTo>
                <a:lnTo>
                  <a:pt x="648080" y="3506285"/>
                </a:lnTo>
                <a:cubicBezTo>
                  <a:pt x="653073" y="3048089"/>
                  <a:pt x="871005" y="2673776"/>
                  <a:pt x="1182763" y="2571640"/>
                </a:cubicBezTo>
                <a:cubicBezTo>
                  <a:pt x="1280064" y="2508169"/>
                  <a:pt x="1254632" y="2499927"/>
                  <a:pt x="1367278" y="2418044"/>
                </a:cubicBezTo>
                <a:close/>
                <a:moveTo>
                  <a:pt x="648003" y="793859"/>
                </a:moveTo>
                <a:lnTo>
                  <a:pt x="2087849" y="808518"/>
                </a:lnTo>
                <a:cubicBezTo>
                  <a:pt x="2081743" y="1099400"/>
                  <a:pt x="1898532" y="1346081"/>
                  <a:pt x="1641214" y="1449982"/>
                </a:cubicBezTo>
                <a:cubicBezTo>
                  <a:pt x="1581100" y="1476031"/>
                  <a:pt x="1454311" y="1749732"/>
                  <a:pt x="1368003" y="1937706"/>
                </a:cubicBezTo>
                <a:cubicBezTo>
                  <a:pt x="1290978" y="1744554"/>
                  <a:pt x="1168712" y="1479962"/>
                  <a:pt x="1094068" y="1448735"/>
                </a:cubicBezTo>
                <a:cubicBezTo>
                  <a:pt x="831917" y="1343398"/>
                  <a:pt x="648003" y="1089607"/>
                  <a:pt x="648003" y="793859"/>
                </a:cubicBezTo>
                <a:close/>
                <a:moveTo>
                  <a:pt x="516625" y="299874"/>
                </a:moveTo>
                <a:lnTo>
                  <a:pt x="516625" y="449580"/>
                </a:lnTo>
                <a:cubicBezTo>
                  <a:pt x="516625" y="947043"/>
                  <a:pt x="728081" y="1374116"/>
                  <a:pt x="1029987" y="1557992"/>
                </a:cubicBezTo>
                <a:cubicBezTo>
                  <a:pt x="1152140" y="1645374"/>
                  <a:pt x="1146996" y="1879118"/>
                  <a:pt x="1146996" y="2057479"/>
                </a:cubicBezTo>
                <a:cubicBezTo>
                  <a:pt x="1146996" y="2199170"/>
                  <a:pt x="1165085" y="2330604"/>
                  <a:pt x="1055065" y="2431585"/>
                </a:cubicBezTo>
                <a:cubicBezTo>
                  <a:pt x="746548" y="2590263"/>
                  <a:pt x="539378" y="3004916"/>
                  <a:pt x="539378" y="3468615"/>
                </a:cubicBezTo>
                <a:lnTo>
                  <a:pt x="539378" y="3604591"/>
                </a:lnTo>
                <a:lnTo>
                  <a:pt x="2196077" y="3604591"/>
                </a:lnTo>
                <a:lnTo>
                  <a:pt x="2196077" y="3468615"/>
                </a:lnTo>
                <a:cubicBezTo>
                  <a:pt x="2196077" y="3023625"/>
                  <a:pt x="1980552" y="2629673"/>
                  <a:pt x="1695313" y="2440912"/>
                </a:cubicBezTo>
                <a:cubicBezTo>
                  <a:pt x="1597256" y="2355530"/>
                  <a:pt x="1621109" y="2199255"/>
                  <a:pt x="1617547" y="2049252"/>
                </a:cubicBezTo>
                <a:cubicBezTo>
                  <a:pt x="1614246" y="1910233"/>
                  <a:pt x="1594005" y="1638458"/>
                  <a:pt x="1719395" y="1540961"/>
                </a:cubicBezTo>
                <a:cubicBezTo>
                  <a:pt x="2008283" y="1349911"/>
                  <a:pt x="2207952" y="932979"/>
                  <a:pt x="2207952" y="449580"/>
                </a:cubicBezTo>
                <a:lnTo>
                  <a:pt x="2207952" y="299874"/>
                </a:lnTo>
                <a:lnTo>
                  <a:pt x="516625" y="299874"/>
                </a:lnTo>
                <a:close/>
                <a:moveTo>
                  <a:pt x="144000" y="0"/>
                </a:moveTo>
                <a:lnTo>
                  <a:pt x="2592000" y="0"/>
                </a:lnTo>
                <a:cubicBezTo>
                  <a:pt x="2671529" y="0"/>
                  <a:pt x="2736000" y="64471"/>
                  <a:pt x="2736000" y="144000"/>
                </a:cubicBezTo>
                <a:cubicBezTo>
                  <a:pt x="2736000" y="223529"/>
                  <a:pt x="2671529" y="288000"/>
                  <a:pt x="2592000" y="288000"/>
                </a:cubicBezTo>
                <a:lnTo>
                  <a:pt x="2396702" y="288000"/>
                </a:lnTo>
                <a:lnTo>
                  <a:pt x="2396702" y="413234"/>
                </a:lnTo>
                <a:cubicBezTo>
                  <a:pt x="2396702" y="964640"/>
                  <a:pt x="2159804" y="1441170"/>
                  <a:pt x="1815389" y="1665324"/>
                </a:cubicBezTo>
                <a:cubicBezTo>
                  <a:pt x="1718143" y="1767020"/>
                  <a:pt x="1749155" y="1822697"/>
                  <a:pt x="1753098" y="1974987"/>
                </a:cubicBezTo>
                <a:cubicBezTo>
                  <a:pt x="1757412" y="2141597"/>
                  <a:pt x="1739638" y="2200230"/>
                  <a:pt x="1825752" y="2312143"/>
                </a:cubicBezTo>
                <a:cubicBezTo>
                  <a:pt x="2164142" y="2539312"/>
                  <a:pt x="2395980" y="3011520"/>
                  <a:pt x="2395980" y="3557007"/>
                </a:cubicBezTo>
                <a:lnTo>
                  <a:pt x="2395980" y="3642092"/>
                </a:lnTo>
                <a:lnTo>
                  <a:pt x="2592000" y="3642092"/>
                </a:lnTo>
                <a:cubicBezTo>
                  <a:pt x="2671529" y="3642092"/>
                  <a:pt x="2736000" y="3706563"/>
                  <a:pt x="2736000" y="3786092"/>
                </a:cubicBezTo>
                <a:cubicBezTo>
                  <a:pt x="2736000" y="3865621"/>
                  <a:pt x="2671529" y="3930092"/>
                  <a:pt x="2592000" y="3930092"/>
                </a:cubicBezTo>
                <a:lnTo>
                  <a:pt x="144000" y="3930092"/>
                </a:lnTo>
                <a:cubicBezTo>
                  <a:pt x="64471" y="3930092"/>
                  <a:pt x="0" y="3865621"/>
                  <a:pt x="0" y="3786092"/>
                </a:cubicBezTo>
                <a:cubicBezTo>
                  <a:pt x="0" y="3706563"/>
                  <a:pt x="64471" y="3642092"/>
                  <a:pt x="144000" y="3642092"/>
                </a:cubicBezTo>
                <a:lnTo>
                  <a:pt x="338578" y="3642092"/>
                </a:lnTo>
                <a:lnTo>
                  <a:pt x="338578" y="3557007"/>
                </a:lnTo>
                <a:cubicBezTo>
                  <a:pt x="338578" y="2988551"/>
                  <a:pt x="590352" y="2499674"/>
                  <a:pt x="951672" y="2284199"/>
                </a:cubicBezTo>
                <a:cubicBezTo>
                  <a:pt x="1026597" y="2195332"/>
                  <a:pt x="1008559" y="2142287"/>
                  <a:pt x="1012216" y="1995181"/>
                </a:cubicBezTo>
                <a:cubicBezTo>
                  <a:pt x="1001243" y="1843296"/>
                  <a:pt x="1013640" y="1774963"/>
                  <a:pt x="943195" y="1693402"/>
                </a:cubicBezTo>
                <a:cubicBezTo>
                  <a:pt x="584785" y="1476413"/>
                  <a:pt x="339300" y="978710"/>
                  <a:pt x="339300" y="413234"/>
                </a:cubicBezTo>
                <a:lnTo>
                  <a:pt x="339300" y="288000"/>
                </a:lnTo>
                <a:lnTo>
                  <a:pt x="144000" y="288000"/>
                </a:lnTo>
                <a:cubicBezTo>
                  <a:pt x="64471" y="288000"/>
                  <a:pt x="0" y="223529"/>
                  <a:pt x="0" y="144000"/>
                </a:cubicBezTo>
                <a:cubicBezTo>
                  <a:pt x="0" y="64471"/>
                  <a:pt x="64471" y="0"/>
                  <a:pt x="144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1" name="Rounded Rectangle 24">
            <a:extLst>
              <a:ext uri="{FF2B5EF4-FFF2-40B4-BE49-F238E27FC236}">
                <a16:creationId xmlns:a16="http://schemas.microsoft.com/office/drawing/2014/main" id="{4EC8F700-F8CC-4F83-9933-AFAEB13C6B62}"/>
              </a:ext>
            </a:extLst>
          </p:cNvPr>
          <p:cNvSpPr/>
          <p:nvPr/>
        </p:nvSpPr>
        <p:spPr>
          <a:xfrm>
            <a:off x="5339864" y="3661703"/>
            <a:ext cx="375422" cy="290481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2" name="Oval 57">
            <a:extLst>
              <a:ext uri="{FF2B5EF4-FFF2-40B4-BE49-F238E27FC236}">
                <a16:creationId xmlns:a16="http://schemas.microsoft.com/office/drawing/2014/main" id="{52517268-27C4-41F8-B887-6C9A9E00D825}"/>
              </a:ext>
            </a:extLst>
          </p:cNvPr>
          <p:cNvSpPr/>
          <p:nvPr/>
        </p:nvSpPr>
        <p:spPr>
          <a:xfrm>
            <a:off x="11469902" y="3493347"/>
            <a:ext cx="118958" cy="118958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3" name="Oval 60">
            <a:extLst>
              <a:ext uri="{FF2B5EF4-FFF2-40B4-BE49-F238E27FC236}">
                <a16:creationId xmlns:a16="http://schemas.microsoft.com/office/drawing/2014/main" id="{3A096B31-B9B3-41FA-9E20-89644DD75ABA}"/>
              </a:ext>
            </a:extLst>
          </p:cNvPr>
          <p:cNvSpPr/>
          <p:nvPr/>
        </p:nvSpPr>
        <p:spPr>
          <a:xfrm>
            <a:off x="10821314" y="3344911"/>
            <a:ext cx="150774" cy="150774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5E72CDC-9514-4E73-B3C2-B7B970CC45A2}"/>
              </a:ext>
            </a:extLst>
          </p:cNvPr>
          <p:cNvSpPr/>
          <p:nvPr/>
        </p:nvSpPr>
        <p:spPr>
          <a:xfrm rot="1269389">
            <a:off x="4941876" y="1887746"/>
            <a:ext cx="3057697" cy="969496"/>
          </a:xfrm>
          <a:custGeom>
            <a:avLst/>
            <a:gdLst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91392 w 5673186"/>
              <a:gd name="connsiteY110" fmla="*/ 1414998 h 1798781"/>
              <a:gd name="connsiteX111" fmla="*/ 1732488 w 5673186"/>
              <a:gd name="connsiteY111" fmla="*/ 1414998 h 1798781"/>
              <a:gd name="connsiteX112" fmla="*/ 1730789 w 5673186"/>
              <a:gd name="connsiteY112" fmla="*/ 1403104 h 1798781"/>
              <a:gd name="connsiteX113" fmla="*/ 1695546 w 5673186"/>
              <a:gd name="connsiteY113" fmla="*/ 1450729 h 1798781"/>
              <a:gd name="connsiteX114" fmla="*/ 1694594 w 5673186"/>
              <a:gd name="connsiteY114" fmla="*/ 1474542 h 1798781"/>
              <a:gd name="connsiteX115" fmla="*/ 1706024 w 5673186"/>
              <a:gd name="connsiteY115" fmla="*/ 1482162 h 1798781"/>
              <a:gd name="connsiteX116" fmla="*/ 1711416 w 5673186"/>
              <a:gd name="connsiteY116" fmla="*/ 1472171 h 1798781"/>
              <a:gd name="connsiteX117" fmla="*/ 1711416 w 5673186"/>
              <a:gd name="connsiteY117" fmla="*/ 1495204 h 1798781"/>
              <a:gd name="connsiteX118" fmla="*/ 1706024 w 5673186"/>
              <a:gd name="connsiteY118" fmla="*/ 1499306 h 1798781"/>
              <a:gd name="connsiteX119" fmla="*/ 1698404 w 5673186"/>
              <a:gd name="connsiteY119" fmla="*/ 1536454 h 1798781"/>
              <a:gd name="connsiteX120" fmla="*/ 1708881 w 5673186"/>
              <a:gd name="connsiteY120" fmla="*/ 1593604 h 1798781"/>
              <a:gd name="connsiteX121" fmla="*/ 1697451 w 5673186"/>
              <a:gd name="connsiteY121" fmla="*/ 1592652 h 1798781"/>
              <a:gd name="connsiteX122" fmla="*/ 1687926 w 5673186"/>
              <a:gd name="connsiteY122" fmla="*/ 1601224 h 1798781"/>
              <a:gd name="connsiteX123" fmla="*/ 1702214 w 5673186"/>
              <a:gd name="connsiteY123" fmla="*/ 1605987 h 1798781"/>
              <a:gd name="connsiteX124" fmla="*/ 1743171 w 5673186"/>
              <a:gd name="connsiteY124" fmla="*/ 1650754 h 1798781"/>
              <a:gd name="connsiteX125" fmla="*/ 1726979 w 5673186"/>
              <a:gd name="connsiteY125" fmla="*/ 1704094 h 1798781"/>
              <a:gd name="connsiteX126" fmla="*/ 1676496 w 5673186"/>
              <a:gd name="connsiteY126" fmla="*/ 1701237 h 1798781"/>
              <a:gd name="connsiteX127" fmla="*/ 1665066 w 5673186"/>
              <a:gd name="connsiteY127" fmla="*/ 1682187 h 1798781"/>
              <a:gd name="connsiteX128" fmla="*/ 1633634 w 5673186"/>
              <a:gd name="connsiteY128" fmla="*/ 1683139 h 1798781"/>
              <a:gd name="connsiteX129" fmla="*/ 1597439 w 5673186"/>
              <a:gd name="connsiteY129" fmla="*/ 1699331 h 1798781"/>
              <a:gd name="connsiteX130" fmla="*/ 1573626 w 5673186"/>
              <a:gd name="connsiteY130" fmla="*/ 1669804 h 1798781"/>
              <a:gd name="connsiteX131" fmla="*/ 1592676 w 5673186"/>
              <a:gd name="connsiteY131" fmla="*/ 1636467 h 1798781"/>
              <a:gd name="connsiteX132" fmla="*/ 1599344 w 5673186"/>
              <a:gd name="connsiteY132" fmla="*/ 1620274 h 1798781"/>
              <a:gd name="connsiteX133" fmla="*/ 1543146 w 5673186"/>
              <a:gd name="connsiteY133" fmla="*/ 1605034 h 1798781"/>
              <a:gd name="connsiteX134" fmla="*/ 1568864 w 5673186"/>
              <a:gd name="connsiteY134" fmla="*/ 1517404 h 1798781"/>
              <a:gd name="connsiteX135" fmla="*/ 1609821 w 5673186"/>
              <a:gd name="connsiteY135" fmla="*/ 1535502 h 1798781"/>
              <a:gd name="connsiteX136" fmla="*/ 1615536 w 5673186"/>
              <a:gd name="connsiteY136" fmla="*/ 1555504 h 1798781"/>
              <a:gd name="connsiteX137" fmla="*/ 1628871 w 5673186"/>
              <a:gd name="connsiteY137" fmla="*/ 1565981 h 1798781"/>
              <a:gd name="connsiteX138" fmla="*/ 1640301 w 5673186"/>
              <a:gd name="connsiteY138" fmla="*/ 1554552 h 1798781"/>
              <a:gd name="connsiteX139" fmla="*/ 1645064 w 5673186"/>
              <a:gd name="connsiteY139" fmla="*/ 1513594 h 1798781"/>
              <a:gd name="connsiteX140" fmla="*/ 1625061 w 5673186"/>
              <a:gd name="connsiteY140" fmla="*/ 1436442 h 1798781"/>
              <a:gd name="connsiteX141" fmla="*/ 1619346 w 5673186"/>
              <a:gd name="connsiteY141" fmla="*/ 1374529 h 1798781"/>
              <a:gd name="connsiteX142" fmla="*/ 1560291 w 5673186"/>
              <a:gd name="connsiteY142" fmla="*/ 1371672 h 1798781"/>
              <a:gd name="connsiteX143" fmla="*/ 1461231 w 5673186"/>
              <a:gd name="connsiteY143" fmla="*/ 1354527 h 1798781"/>
              <a:gd name="connsiteX144" fmla="*/ 1400271 w 5673186"/>
              <a:gd name="connsiteY144" fmla="*/ 1341192 h 1798781"/>
              <a:gd name="connsiteX145" fmla="*/ 1382174 w 5673186"/>
              <a:gd name="connsiteY145" fmla="*/ 1335477 h 1798781"/>
              <a:gd name="connsiteX146" fmla="*/ 1380269 w 5673186"/>
              <a:gd name="connsiteY146" fmla="*/ 1354527 h 1798781"/>
              <a:gd name="connsiteX147" fmla="*/ 1376459 w 5673186"/>
              <a:gd name="connsiteY147" fmla="*/ 1392627 h 1798781"/>
              <a:gd name="connsiteX148" fmla="*/ 1331691 w 5673186"/>
              <a:gd name="connsiteY148" fmla="*/ 1401199 h 1798781"/>
              <a:gd name="connsiteX149" fmla="*/ 1293591 w 5673186"/>
              <a:gd name="connsiteY149" fmla="*/ 1379292 h 1798781"/>
              <a:gd name="connsiteX150" fmla="*/ 1285971 w 5673186"/>
              <a:gd name="connsiteY150" fmla="*/ 1367862 h 1798781"/>
              <a:gd name="connsiteX151" fmla="*/ 1281209 w 5673186"/>
              <a:gd name="connsiteY151" fmla="*/ 1374529 h 1798781"/>
              <a:gd name="connsiteX152" fmla="*/ 1237394 w 5673186"/>
              <a:gd name="connsiteY152" fmla="*/ 1402152 h 1798781"/>
              <a:gd name="connsiteX153" fmla="*/ 1182149 w 5673186"/>
              <a:gd name="connsiteY153" fmla="*/ 1358337 h 1798781"/>
              <a:gd name="connsiteX154" fmla="*/ 1190721 w 5673186"/>
              <a:gd name="connsiteY154" fmla="*/ 1304997 h 1798781"/>
              <a:gd name="connsiteX155" fmla="*/ 1210724 w 5673186"/>
              <a:gd name="connsiteY155" fmla="*/ 1289756 h 1798781"/>
              <a:gd name="connsiteX156" fmla="*/ 1092614 w 5673186"/>
              <a:gd name="connsiteY156" fmla="*/ 1261181 h 1798781"/>
              <a:gd name="connsiteX157" fmla="*/ 1064039 w 5673186"/>
              <a:gd name="connsiteY157" fmla="*/ 1266897 h 1798781"/>
              <a:gd name="connsiteX158" fmla="*/ 1003079 w 5673186"/>
              <a:gd name="connsiteY158" fmla="*/ 1313569 h 1798781"/>
              <a:gd name="connsiteX159" fmla="*/ 997364 w 5673186"/>
              <a:gd name="connsiteY159" fmla="*/ 1324999 h 1798781"/>
              <a:gd name="connsiteX160" fmla="*/ 1003079 w 5673186"/>
              <a:gd name="connsiteY160" fmla="*/ 1351669 h 1798781"/>
              <a:gd name="connsiteX161" fmla="*/ 947834 w 5673186"/>
              <a:gd name="connsiteY161" fmla="*/ 1421202 h 1798781"/>
              <a:gd name="connsiteX162" fmla="*/ 943071 w 5673186"/>
              <a:gd name="connsiteY162" fmla="*/ 1421202 h 1798781"/>
              <a:gd name="connsiteX163" fmla="*/ 745904 w 5673186"/>
              <a:gd name="connsiteY163" fmla="*/ 1403104 h 1798781"/>
              <a:gd name="connsiteX164" fmla="*/ 636366 w 5673186"/>
              <a:gd name="connsiteY164" fmla="*/ 1389769 h 1798781"/>
              <a:gd name="connsiteX165" fmla="*/ 600171 w 5673186"/>
              <a:gd name="connsiteY165" fmla="*/ 1240227 h 1798781"/>
              <a:gd name="connsiteX166" fmla="*/ 600171 w 5673186"/>
              <a:gd name="connsiteY166" fmla="*/ 1220224 h 1798781"/>
              <a:gd name="connsiteX167" fmla="*/ 560166 w 5673186"/>
              <a:gd name="connsiteY167" fmla="*/ 1216414 h 1798781"/>
              <a:gd name="connsiteX168" fmla="*/ 517304 w 5673186"/>
              <a:gd name="connsiteY168" fmla="*/ 1267849 h 1798781"/>
              <a:gd name="connsiteX169" fmla="*/ 510636 w 5673186"/>
              <a:gd name="connsiteY169" fmla="*/ 1284042 h 1798781"/>
              <a:gd name="connsiteX170" fmla="*/ 519209 w 5673186"/>
              <a:gd name="connsiteY170" fmla="*/ 1309759 h 1798781"/>
              <a:gd name="connsiteX171" fmla="*/ 477299 w 5673186"/>
              <a:gd name="connsiteY171" fmla="*/ 1384054 h 1798781"/>
              <a:gd name="connsiteX172" fmla="*/ 322994 w 5673186"/>
              <a:gd name="connsiteY172" fmla="*/ 1382149 h 1798781"/>
              <a:gd name="connsiteX173" fmla="*/ 186786 w 5673186"/>
              <a:gd name="connsiteY173" fmla="*/ 1338334 h 1798781"/>
              <a:gd name="connsiteX174" fmla="*/ 127731 w 5673186"/>
              <a:gd name="connsiteY174" fmla="*/ 1189744 h 1798781"/>
              <a:gd name="connsiteX175" fmla="*/ 257271 w 5673186"/>
              <a:gd name="connsiteY175" fmla="*/ 1089732 h 1798781"/>
              <a:gd name="connsiteX176" fmla="*/ 318231 w 5673186"/>
              <a:gd name="connsiteY176" fmla="*/ 1084969 h 1798781"/>
              <a:gd name="connsiteX177" fmla="*/ 208694 w 5673186"/>
              <a:gd name="connsiteY177" fmla="*/ 1059252 h 1798781"/>
              <a:gd name="connsiteX178" fmla="*/ 26766 w 5673186"/>
              <a:gd name="connsiteY178" fmla="*/ 1016389 h 1798781"/>
              <a:gd name="connsiteX179" fmla="*/ 96 w 5673186"/>
              <a:gd name="connsiteY179" fmla="*/ 1004007 h 1798781"/>
              <a:gd name="connsiteX180" fmla="*/ 138209 w 5673186"/>
              <a:gd name="connsiteY180" fmla="*/ 981147 h 1798781"/>
              <a:gd name="connsiteX181" fmla="*/ 361094 w 5673186"/>
              <a:gd name="connsiteY181" fmla="*/ 1014484 h 1798781"/>
              <a:gd name="connsiteX182" fmla="*/ 801149 w 5673186"/>
              <a:gd name="connsiteY182" fmla="*/ 1075444 h 1798781"/>
              <a:gd name="connsiteX183" fmla="*/ 1055466 w 5673186"/>
              <a:gd name="connsiteY183" fmla="*/ 1090684 h 1798781"/>
              <a:gd name="connsiteX184" fmla="*/ 1075469 w 5673186"/>
              <a:gd name="connsiteY184" fmla="*/ 1067824 h 1798781"/>
              <a:gd name="connsiteX185" fmla="*/ 1076421 w 5673186"/>
              <a:gd name="connsiteY185" fmla="*/ 1052584 h 1798781"/>
              <a:gd name="connsiteX186" fmla="*/ 1060229 w 5673186"/>
              <a:gd name="connsiteY186" fmla="*/ 981147 h 1798781"/>
              <a:gd name="connsiteX187" fmla="*/ 917354 w 5673186"/>
              <a:gd name="connsiteY187" fmla="*/ 779217 h 1798781"/>
              <a:gd name="connsiteX188" fmla="*/ 948786 w 5673186"/>
              <a:gd name="connsiteY188" fmla="*/ 672536 h 1798781"/>
              <a:gd name="connsiteX189" fmla="*/ 977361 w 5673186"/>
              <a:gd name="connsiteY189" fmla="*/ 640151 h 1798781"/>
              <a:gd name="connsiteX190" fmla="*/ 1167861 w 5673186"/>
              <a:gd name="connsiteY190" fmla="*/ 472511 h 1798781"/>
              <a:gd name="connsiteX191" fmla="*/ 1367886 w 5673186"/>
              <a:gd name="connsiteY191" fmla="*/ 423934 h 1798781"/>
              <a:gd name="connsiteX192" fmla="*/ 1698404 w 5673186"/>
              <a:gd name="connsiteY192" fmla="*/ 513469 h 1798781"/>
              <a:gd name="connsiteX193" fmla="*/ 1767936 w 5673186"/>
              <a:gd name="connsiteY193" fmla="*/ 542997 h 1798781"/>
              <a:gd name="connsiteX194" fmla="*/ 2060354 w 5673186"/>
              <a:gd name="connsiteY194" fmla="*/ 700159 h 1798781"/>
              <a:gd name="connsiteX195" fmla="*/ 2223231 w 5673186"/>
              <a:gd name="connsiteY195" fmla="*/ 760167 h 1798781"/>
              <a:gd name="connsiteX196" fmla="*/ 2890934 w 5673186"/>
              <a:gd name="connsiteY196" fmla="*/ 920186 h 1798781"/>
              <a:gd name="connsiteX197" fmla="*/ 2939511 w 5673186"/>
              <a:gd name="connsiteY197" fmla="*/ 900184 h 1798781"/>
              <a:gd name="connsiteX198" fmla="*/ 3134774 w 5673186"/>
              <a:gd name="connsiteY198" fmla="*/ 654439 h 1798781"/>
              <a:gd name="connsiteX199" fmla="*/ 3645314 w 5673186"/>
              <a:gd name="connsiteY199" fmla="*/ 61031 h 1798781"/>
              <a:gd name="connsiteX200" fmla="*/ 3661506 w 5673186"/>
              <a:gd name="connsiteY200" fmla="*/ 41029 h 1798781"/>
              <a:gd name="connsiteX201" fmla="*/ 3725131 w 5673186"/>
              <a:gd name="connsiteY201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2488 w 5673186"/>
              <a:gd name="connsiteY110" fmla="*/ 1414998 h 1798781"/>
              <a:gd name="connsiteX111" fmla="*/ 1730789 w 5673186"/>
              <a:gd name="connsiteY111" fmla="*/ 1403104 h 1798781"/>
              <a:gd name="connsiteX112" fmla="*/ 1695546 w 5673186"/>
              <a:gd name="connsiteY112" fmla="*/ 1450729 h 1798781"/>
              <a:gd name="connsiteX113" fmla="*/ 1694594 w 5673186"/>
              <a:gd name="connsiteY113" fmla="*/ 1474542 h 1798781"/>
              <a:gd name="connsiteX114" fmla="*/ 1706024 w 5673186"/>
              <a:gd name="connsiteY114" fmla="*/ 1482162 h 1798781"/>
              <a:gd name="connsiteX115" fmla="*/ 1711416 w 5673186"/>
              <a:gd name="connsiteY115" fmla="*/ 1472171 h 1798781"/>
              <a:gd name="connsiteX116" fmla="*/ 1711416 w 5673186"/>
              <a:gd name="connsiteY116" fmla="*/ 1495204 h 1798781"/>
              <a:gd name="connsiteX117" fmla="*/ 1706024 w 5673186"/>
              <a:gd name="connsiteY117" fmla="*/ 1499306 h 1798781"/>
              <a:gd name="connsiteX118" fmla="*/ 1698404 w 5673186"/>
              <a:gd name="connsiteY118" fmla="*/ 1536454 h 1798781"/>
              <a:gd name="connsiteX119" fmla="*/ 1708881 w 5673186"/>
              <a:gd name="connsiteY119" fmla="*/ 1593604 h 1798781"/>
              <a:gd name="connsiteX120" fmla="*/ 1697451 w 5673186"/>
              <a:gd name="connsiteY120" fmla="*/ 1592652 h 1798781"/>
              <a:gd name="connsiteX121" fmla="*/ 1687926 w 5673186"/>
              <a:gd name="connsiteY121" fmla="*/ 1601224 h 1798781"/>
              <a:gd name="connsiteX122" fmla="*/ 1702214 w 5673186"/>
              <a:gd name="connsiteY122" fmla="*/ 1605987 h 1798781"/>
              <a:gd name="connsiteX123" fmla="*/ 1743171 w 5673186"/>
              <a:gd name="connsiteY123" fmla="*/ 1650754 h 1798781"/>
              <a:gd name="connsiteX124" fmla="*/ 1726979 w 5673186"/>
              <a:gd name="connsiteY124" fmla="*/ 1704094 h 1798781"/>
              <a:gd name="connsiteX125" fmla="*/ 1676496 w 5673186"/>
              <a:gd name="connsiteY125" fmla="*/ 1701237 h 1798781"/>
              <a:gd name="connsiteX126" fmla="*/ 1665066 w 5673186"/>
              <a:gd name="connsiteY126" fmla="*/ 1682187 h 1798781"/>
              <a:gd name="connsiteX127" fmla="*/ 1633634 w 5673186"/>
              <a:gd name="connsiteY127" fmla="*/ 1683139 h 1798781"/>
              <a:gd name="connsiteX128" fmla="*/ 1597439 w 5673186"/>
              <a:gd name="connsiteY128" fmla="*/ 1699331 h 1798781"/>
              <a:gd name="connsiteX129" fmla="*/ 1573626 w 5673186"/>
              <a:gd name="connsiteY129" fmla="*/ 1669804 h 1798781"/>
              <a:gd name="connsiteX130" fmla="*/ 1592676 w 5673186"/>
              <a:gd name="connsiteY130" fmla="*/ 1636467 h 1798781"/>
              <a:gd name="connsiteX131" fmla="*/ 1599344 w 5673186"/>
              <a:gd name="connsiteY131" fmla="*/ 1620274 h 1798781"/>
              <a:gd name="connsiteX132" fmla="*/ 1543146 w 5673186"/>
              <a:gd name="connsiteY132" fmla="*/ 1605034 h 1798781"/>
              <a:gd name="connsiteX133" fmla="*/ 1568864 w 5673186"/>
              <a:gd name="connsiteY133" fmla="*/ 1517404 h 1798781"/>
              <a:gd name="connsiteX134" fmla="*/ 1609821 w 5673186"/>
              <a:gd name="connsiteY134" fmla="*/ 1535502 h 1798781"/>
              <a:gd name="connsiteX135" fmla="*/ 1615536 w 5673186"/>
              <a:gd name="connsiteY135" fmla="*/ 1555504 h 1798781"/>
              <a:gd name="connsiteX136" fmla="*/ 1628871 w 5673186"/>
              <a:gd name="connsiteY136" fmla="*/ 1565981 h 1798781"/>
              <a:gd name="connsiteX137" fmla="*/ 1640301 w 5673186"/>
              <a:gd name="connsiteY137" fmla="*/ 1554552 h 1798781"/>
              <a:gd name="connsiteX138" fmla="*/ 1645064 w 5673186"/>
              <a:gd name="connsiteY138" fmla="*/ 1513594 h 1798781"/>
              <a:gd name="connsiteX139" fmla="*/ 1625061 w 5673186"/>
              <a:gd name="connsiteY139" fmla="*/ 1436442 h 1798781"/>
              <a:gd name="connsiteX140" fmla="*/ 1619346 w 5673186"/>
              <a:gd name="connsiteY140" fmla="*/ 1374529 h 1798781"/>
              <a:gd name="connsiteX141" fmla="*/ 1560291 w 5673186"/>
              <a:gd name="connsiteY141" fmla="*/ 1371672 h 1798781"/>
              <a:gd name="connsiteX142" fmla="*/ 1461231 w 5673186"/>
              <a:gd name="connsiteY142" fmla="*/ 1354527 h 1798781"/>
              <a:gd name="connsiteX143" fmla="*/ 1400271 w 5673186"/>
              <a:gd name="connsiteY143" fmla="*/ 1341192 h 1798781"/>
              <a:gd name="connsiteX144" fmla="*/ 1382174 w 5673186"/>
              <a:gd name="connsiteY144" fmla="*/ 1335477 h 1798781"/>
              <a:gd name="connsiteX145" fmla="*/ 1380269 w 5673186"/>
              <a:gd name="connsiteY145" fmla="*/ 1354527 h 1798781"/>
              <a:gd name="connsiteX146" fmla="*/ 1376459 w 5673186"/>
              <a:gd name="connsiteY146" fmla="*/ 1392627 h 1798781"/>
              <a:gd name="connsiteX147" fmla="*/ 1331691 w 5673186"/>
              <a:gd name="connsiteY147" fmla="*/ 1401199 h 1798781"/>
              <a:gd name="connsiteX148" fmla="*/ 1293591 w 5673186"/>
              <a:gd name="connsiteY148" fmla="*/ 1379292 h 1798781"/>
              <a:gd name="connsiteX149" fmla="*/ 1285971 w 5673186"/>
              <a:gd name="connsiteY149" fmla="*/ 1367862 h 1798781"/>
              <a:gd name="connsiteX150" fmla="*/ 1281209 w 5673186"/>
              <a:gd name="connsiteY150" fmla="*/ 1374529 h 1798781"/>
              <a:gd name="connsiteX151" fmla="*/ 1237394 w 5673186"/>
              <a:gd name="connsiteY151" fmla="*/ 1402152 h 1798781"/>
              <a:gd name="connsiteX152" fmla="*/ 1182149 w 5673186"/>
              <a:gd name="connsiteY152" fmla="*/ 1358337 h 1798781"/>
              <a:gd name="connsiteX153" fmla="*/ 1190721 w 5673186"/>
              <a:gd name="connsiteY153" fmla="*/ 1304997 h 1798781"/>
              <a:gd name="connsiteX154" fmla="*/ 1210724 w 5673186"/>
              <a:gd name="connsiteY154" fmla="*/ 1289756 h 1798781"/>
              <a:gd name="connsiteX155" fmla="*/ 1092614 w 5673186"/>
              <a:gd name="connsiteY155" fmla="*/ 1261181 h 1798781"/>
              <a:gd name="connsiteX156" fmla="*/ 1064039 w 5673186"/>
              <a:gd name="connsiteY156" fmla="*/ 1266897 h 1798781"/>
              <a:gd name="connsiteX157" fmla="*/ 1003079 w 5673186"/>
              <a:gd name="connsiteY157" fmla="*/ 1313569 h 1798781"/>
              <a:gd name="connsiteX158" fmla="*/ 997364 w 5673186"/>
              <a:gd name="connsiteY158" fmla="*/ 1324999 h 1798781"/>
              <a:gd name="connsiteX159" fmla="*/ 1003079 w 5673186"/>
              <a:gd name="connsiteY159" fmla="*/ 1351669 h 1798781"/>
              <a:gd name="connsiteX160" fmla="*/ 947834 w 5673186"/>
              <a:gd name="connsiteY160" fmla="*/ 1421202 h 1798781"/>
              <a:gd name="connsiteX161" fmla="*/ 943071 w 5673186"/>
              <a:gd name="connsiteY161" fmla="*/ 1421202 h 1798781"/>
              <a:gd name="connsiteX162" fmla="*/ 745904 w 5673186"/>
              <a:gd name="connsiteY162" fmla="*/ 1403104 h 1798781"/>
              <a:gd name="connsiteX163" fmla="*/ 636366 w 5673186"/>
              <a:gd name="connsiteY163" fmla="*/ 1389769 h 1798781"/>
              <a:gd name="connsiteX164" fmla="*/ 600171 w 5673186"/>
              <a:gd name="connsiteY164" fmla="*/ 1240227 h 1798781"/>
              <a:gd name="connsiteX165" fmla="*/ 600171 w 5673186"/>
              <a:gd name="connsiteY165" fmla="*/ 1220224 h 1798781"/>
              <a:gd name="connsiteX166" fmla="*/ 560166 w 5673186"/>
              <a:gd name="connsiteY166" fmla="*/ 1216414 h 1798781"/>
              <a:gd name="connsiteX167" fmla="*/ 517304 w 5673186"/>
              <a:gd name="connsiteY167" fmla="*/ 1267849 h 1798781"/>
              <a:gd name="connsiteX168" fmla="*/ 510636 w 5673186"/>
              <a:gd name="connsiteY168" fmla="*/ 1284042 h 1798781"/>
              <a:gd name="connsiteX169" fmla="*/ 519209 w 5673186"/>
              <a:gd name="connsiteY169" fmla="*/ 1309759 h 1798781"/>
              <a:gd name="connsiteX170" fmla="*/ 477299 w 5673186"/>
              <a:gd name="connsiteY170" fmla="*/ 1384054 h 1798781"/>
              <a:gd name="connsiteX171" fmla="*/ 322994 w 5673186"/>
              <a:gd name="connsiteY171" fmla="*/ 1382149 h 1798781"/>
              <a:gd name="connsiteX172" fmla="*/ 186786 w 5673186"/>
              <a:gd name="connsiteY172" fmla="*/ 1338334 h 1798781"/>
              <a:gd name="connsiteX173" fmla="*/ 127731 w 5673186"/>
              <a:gd name="connsiteY173" fmla="*/ 1189744 h 1798781"/>
              <a:gd name="connsiteX174" fmla="*/ 257271 w 5673186"/>
              <a:gd name="connsiteY174" fmla="*/ 1089732 h 1798781"/>
              <a:gd name="connsiteX175" fmla="*/ 318231 w 5673186"/>
              <a:gd name="connsiteY175" fmla="*/ 1084969 h 1798781"/>
              <a:gd name="connsiteX176" fmla="*/ 208694 w 5673186"/>
              <a:gd name="connsiteY176" fmla="*/ 1059252 h 1798781"/>
              <a:gd name="connsiteX177" fmla="*/ 26766 w 5673186"/>
              <a:gd name="connsiteY177" fmla="*/ 1016389 h 1798781"/>
              <a:gd name="connsiteX178" fmla="*/ 96 w 5673186"/>
              <a:gd name="connsiteY178" fmla="*/ 1004007 h 1798781"/>
              <a:gd name="connsiteX179" fmla="*/ 138209 w 5673186"/>
              <a:gd name="connsiteY179" fmla="*/ 981147 h 1798781"/>
              <a:gd name="connsiteX180" fmla="*/ 361094 w 5673186"/>
              <a:gd name="connsiteY180" fmla="*/ 1014484 h 1798781"/>
              <a:gd name="connsiteX181" fmla="*/ 801149 w 5673186"/>
              <a:gd name="connsiteY181" fmla="*/ 1075444 h 1798781"/>
              <a:gd name="connsiteX182" fmla="*/ 1055466 w 5673186"/>
              <a:gd name="connsiteY182" fmla="*/ 1090684 h 1798781"/>
              <a:gd name="connsiteX183" fmla="*/ 1075469 w 5673186"/>
              <a:gd name="connsiteY183" fmla="*/ 1067824 h 1798781"/>
              <a:gd name="connsiteX184" fmla="*/ 1076421 w 5673186"/>
              <a:gd name="connsiteY184" fmla="*/ 1052584 h 1798781"/>
              <a:gd name="connsiteX185" fmla="*/ 1060229 w 5673186"/>
              <a:gd name="connsiteY185" fmla="*/ 981147 h 1798781"/>
              <a:gd name="connsiteX186" fmla="*/ 917354 w 5673186"/>
              <a:gd name="connsiteY186" fmla="*/ 779217 h 1798781"/>
              <a:gd name="connsiteX187" fmla="*/ 948786 w 5673186"/>
              <a:gd name="connsiteY187" fmla="*/ 672536 h 1798781"/>
              <a:gd name="connsiteX188" fmla="*/ 977361 w 5673186"/>
              <a:gd name="connsiteY188" fmla="*/ 640151 h 1798781"/>
              <a:gd name="connsiteX189" fmla="*/ 1167861 w 5673186"/>
              <a:gd name="connsiteY189" fmla="*/ 472511 h 1798781"/>
              <a:gd name="connsiteX190" fmla="*/ 1367886 w 5673186"/>
              <a:gd name="connsiteY190" fmla="*/ 423934 h 1798781"/>
              <a:gd name="connsiteX191" fmla="*/ 1698404 w 5673186"/>
              <a:gd name="connsiteY191" fmla="*/ 513469 h 1798781"/>
              <a:gd name="connsiteX192" fmla="*/ 1767936 w 5673186"/>
              <a:gd name="connsiteY192" fmla="*/ 542997 h 1798781"/>
              <a:gd name="connsiteX193" fmla="*/ 2060354 w 5673186"/>
              <a:gd name="connsiteY193" fmla="*/ 700159 h 1798781"/>
              <a:gd name="connsiteX194" fmla="*/ 2223231 w 5673186"/>
              <a:gd name="connsiteY194" fmla="*/ 760167 h 1798781"/>
              <a:gd name="connsiteX195" fmla="*/ 2890934 w 5673186"/>
              <a:gd name="connsiteY195" fmla="*/ 920186 h 1798781"/>
              <a:gd name="connsiteX196" fmla="*/ 2939511 w 5673186"/>
              <a:gd name="connsiteY196" fmla="*/ 900184 h 1798781"/>
              <a:gd name="connsiteX197" fmla="*/ 3134774 w 5673186"/>
              <a:gd name="connsiteY197" fmla="*/ 654439 h 1798781"/>
              <a:gd name="connsiteX198" fmla="*/ 3645314 w 5673186"/>
              <a:gd name="connsiteY198" fmla="*/ 61031 h 1798781"/>
              <a:gd name="connsiteX199" fmla="*/ 3661506 w 5673186"/>
              <a:gd name="connsiteY199" fmla="*/ 41029 h 1798781"/>
              <a:gd name="connsiteX200" fmla="*/ 3725131 w 5673186"/>
              <a:gd name="connsiteY200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0789 w 5673186"/>
              <a:gd name="connsiteY110" fmla="*/ 1403104 h 1798781"/>
              <a:gd name="connsiteX111" fmla="*/ 1695546 w 5673186"/>
              <a:gd name="connsiteY111" fmla="*/ 1450729 h 1798781"/>
              <a:gd name="connsiteX112" fmla="*/ 1694594 w 5673186"/>
              <a:gd name="connsiteY112" fmla="*/ 1474542 h 1798781"/>
              <a:gd name="connsiteX113" fmla="*/ 1706024 w 5673186"/>
              <a:gd name="connsiteY113" fmla="*/ 1482162 h 1798781"/>
              <a:gd name="connsiteX114" fmla="*/ 1711416 w 5673186"/>
              <a:gd name="connsiteY114" fmla="*/ 1472171 h 1798781"/>
              <a:gd name="connsiteX115" fmla="*/ 1711416 w 5673186"/>
              <a:gd name="connsiteY115" fmla="*/ 1495204 h 1798781"/>
              <a:gd name="connsiteX116" fmla="*/ 1706024 w 5673186"/>
              <a:gd name="connsiteY116" fmla="*/ 1499306 h 1798781"/>
              <a:gd name="connsiteX117" fmla="*/ 1698404 w 5673186"/>
              <a:gd name="connsiteY117" fmla="*/ 1536454 h 1798781"/>
              <a:gd name="connsiteX118" fmla="*/ 1708881 w 5673186"/>
              <a:gd name="connsiteY118" fmla="*/ 1593604 h 1798781"/>
              <a:gd name="connsiteX119" fmla="*/ 1697451 w 5673186"/>
              <a:gd name="connsiteY119" fmla="*/ 1592652 h 1798781"/>
              <a:gd name="connsiteX120" fmla="*/ 1687926 w 5673186"/>
              <a:gd name="connsiteY120" fmla="*/ 1601224 h 1798781"/>
              <a:gd name="connsiteX121" fmla="*/ 1702214 w 5673186"/>
              <a:gd name="connsiteY121" fmla="*/ 1605987 h 1798781"/>
              <a:gd name="connsiteX122" fmla="*/ 1743171 w 5673186"/>
              <a:gd name="connsiteY122" fmla="*/ 1650754 h 1798781"/>
              <a:gd name="connsiteX123" fmla="*/ 1726979 w 5673186"/>
              <a:gd name="connsiteY123" fmla="*/ 1704094 h 1798781"/>
              <a:gd name="connsiteX124" fmla="*/ 1676496 w 5673186"/>
              <a:gd name="connsiteY124" fmla="*/ 1701237 h 1798781"/>
              <a:gd name="connsiteX125" fmla="*/ 1665066 w 5673186"/>
              <a:gd name="connsiteY125" fmla="*/ 1682187 h 1798781"/>
              <a:gd name="connsiteX126" fmla="*/ 1633634 w 5673186"/>
              <a:gd name="connsiteY126" fmla="*/ 1683139 h 1798781"/>
              <a:gd name="connsiteX127" fmla="*/ 1597439 w 5673186"/>
              <a:gd name="connsiteY127" fmla="*/ 1699331 h 1798781"/>
              <a:gd name="connsiteX128" fmla="*/ 1573626 w 5673186"/>
              <a:gd name="connsiteY128" fmla="*/ 1669804 h 1798781"/>
              <a:gd name="connsiteX129" fmla="*/ 1592676 w 5673186"/>
              <a:gd name="connsiteY129" fmla="*/ 1636467 h 1798781"/>
              <a:gd name="connsiteX130" fmla="*/ 1599344 w 5673186"/>
              <a:gd name="connsiteY130" fmla="*/ 1620274 h 1798781"/>
              <a:gd name="connsiteX131" fmla="*/ 1543146 w 5673186"/>
              <a:gd name="connsiteY131" fmla="*/ 1605034 h 1798781"/>
              <a:gd name="connsiteX132" fmla="*/ 1568864 w 5673186"/>
              <a:gd name="connsiteY132" fmla="*/ 1517404 h 1798781"/>
              <a:gd name="connsiteX133" fmla="*/ 1609821 w 5673186"/>
              <a:gd name="connsiteY133" fmla="*/ 1535502 h 1798781"/>
              <a:gd name="connsiteX134" fmla="*/ 1615536 w 5673186"/>
              <a:gd name="connsiteY134" fmla="*/ 1555504 h 1798781"/>
              <a:gd name="connsiteX135" fmla="*/ 1628871 w 5673186"/>
              <a:gd name="connsiteY135" fmla="*/ 1565981 h 1798781"/>
              <a:gd name="connsiteX136" fmla="*/ 1640301 w 5673186"/>
              <a:gd name="connsiteY136" fmla="*/ 1554552 h 1798781"/>
              <a:gd name="connsiteX137" fmla="*/ 1645064 w 5673186"/>
              <a:gd name="connsiteY137" fmla="*/ 1513594 h 1798781"/>
              <a:gd name="connsiteX138" fmla="*/ 1625061 w 5673186"/>
              <a:gd name="connsiteY138" fmla="*/ 1436442 h 1798781"/>
              <a:gd name="connsiteX139" fmla="*/ 1619346 w 5673186"/>
              <a:gd name="connsiteY139" fmla="*/ 1374529 h 1798781"/>
              <a:gd name="connsiteX140" fmla="*/ 1560291 w 5673186"/>
              <a:gd name="connsiteY140" fmla="*/ 1371672 h 1798781"/>
              <a:gd name="connsiteX141" fmla="*/ 1461231 w 5673186"/>
              <a:gd name="connsiteY141" fmla="*/ 1354527 h 1798781"/>
              <a:gd name="connsiteX142" fmla="*/ 1400271 w 5673186"/>
              <a:gd name="connsiteY142" fmla="*/ 1341192 h 1798781"/>
              <a:gd name="connsiteX143" fmla="*/ 1382174 w 5673186"/>
              <a:gd name="connsiteY143" fmla="*/ 1335477 h 1798781"/>
              <a:gd name="connsiteX144" fmla="*/ 1380269 w 5673186"/>
              <a:gd name="connsiteY144" fmla="*/ 1354527 h 1798781"/>
              <a:gd name="connsiteX145" fmla="*/ 1376459 w 5673186"/>
              <a:gd name="connsiteY145" fmla="*/ 1392627 h 1798781"/>
              <a:gd name="connsiteX146" fmla="*/ 1331691 w 5673186"/>
              <a:gd name="connsiteY146" fmla="*/ 1401199 h 1798781"/>
              <a:gd name="connsiteX147" fmla="*/ 1293591 w 5673186"/>
              <a:gd name="connsiteY147" fmla="*/ 1379292 h 1798781"/>
              <a:gd name="connsiteX148" fmla="*/ 1285971 w 5673186"/>
              <a:gd name="connsiteY148" fmla="*/ 1367862 h 1798781"/>
              <a:gd name="connsiteX149" fmla="*/ 1281209 w 5673186"/>
              <a:gd name="connsiteY149" fmla="*/ 1374529 h 1798781"/>
              <a:gd name="connsiteX150" fmla="*/ 1237394 w 5673186"/>
              <a:gd name="connsiteY150" fmla="*/ 1402152 h 1798781"/>
              <a:gd name="connsiteX151" fmla="*/ 1182149 w 5673186"/>
              <a:gd name="connsiteY151" fmla="*/ 1358337 h 1798781"/>
              <a:gd name="connsiteX152" fmla="*/ 1190721 w 5673186"/>
              <a:gd name="connsiteY152" fmla="*/ 1304997 h 1798781"/>
              <a:gd name="connsiteX153" fmla="*/ 1210724 w 5673186"/>
              <a:gd name="connsiteY153" fmla="*/ 1289756 h 1798781"/>
              <a:gd name="connsiteX154" fmla="*/ 1092614 w 5673186"/>
              <a:gd name="connsiteY154" fmla="*/ 1261181 h 1798781"/>
              <a:gd name="connsiteX155" fmla="*/ 1064039 w 5673186"/>
              <a:gd name="connsiteY155" fmla="*/ 1266897 h 1798781"/>
              <a:gd name="connsiteX156" fmla="*/ 1003079 w 5673186"/>
              <a:gd name="connsiteY156" fmla="*/ 1313569 h 1798781"/>
              <a:gd name="connsiteX157" fmla="*/ 997364 w 5673186"/>
              <a:gd name="connsiteY157" fmla="*/ 1324999 h 1798781"/>
              <a:gd name="connsiteX158" fmla="*/ 1003079 w 5673186"/>
              <a:gd name="connsiteY158" fmla="*/ 1351669 h 1798781"/>
              <a:gd name="connsiteX159" fmla="*/ 947834 w 5673186"/>
              <a:gd name="connsiteY159" fmla="*/ 1421202 h 1798781"/>
              <a:gd name="connsiteX160" fmla="*/ 943071 w 5673186"/>
              <a:gd name="connsiteY160" fmla="*/ 1421202 h 1798781"/>
              <a:gd name="connsiteX161" fmla="*/ 745904 w 5673186"/>
              <a:gd name="connsiteY161" fmla="*/ 1403104 h 1798781"/>
              <a:gd name="connsiteX162" fmla="*/ 636366 w 5673186"/>
              <a:gd name="connsiteY162" fmla="*/ 1389769 h 1798781"/>
              <a:gd name="connsiteX163" fmla="*/ 600171 w 5673186"/>
              <a:gd name="connsiteY163" fmla="*/ 1240227 h 1798781"/>
              <a:gd name="connsiteX164" fmla="*/ 600171 w 5673186"/>
              <a:gd name="connsiteY164" fmla="*/ 1220224 h 1798781"/>
              <a:gd name="connsiteX165" fmla="*/ 560166 w 5673186"/>
              <a:gd name="connsiteY165" fmla="*/ 1216414 h 1798781"/>
              <a:gd name="connsiteX166" fmla="*/ 517304 w 5673186"/>
              <a:gd name="connsiteY166" fmla="*/ 1267849 h 1798781"/>
              <a:gd name="connsiteX167" fmla="*/ 510636 w 5673186"/>
              <a:gd name="connsiteY167" fmla="*/ 1284042 h 1798781"/>
              <a:gd name="connsiteX168" fmla="*/ 519209 w 5673186"/>
              <a:gd name="connsiteY168" fmla="*/ 1309759 h 1798781"/>
              <a:gd name="connsiteX169" fmla="*/ 477299 w 5673186"/>
              <a:gd name="connsiteY169" fmla="*/ 1384054 h 1798781"/>
              <a:gd name="connsiteX170" fmla="*/ 322994 w 5673186"/>
              <a:gd name="connsiteY170" fmla="*/ 1382149 h 1798781"/>
              <a:gd name="connsiteX171" fmla="*/ 186786 w 5673186"/>
              <a:gd name="connsiteY171" fmla="*/ 1338334 h 1798781"/>
              <a:gd name="connsiteX172" fmla="*/ 127731 w 5673186"/>
              <a:gd name="connsiteY172" fmla="*/ 1189744 h 1798781"/>
              <a:gd name="connsiteX173" fmla="*/ 257271 w 5673186"/>
              <a:gd name="connsiteY173" fmla="*/ 1089732 h 1798781"/>
              <a:gd name="connsiteX174" fmla="*/ 318231 w 5673186"/>
              <a:gd name="connsiteY174" fmla="*/ 1084969 h 1798781"/>
              <a:gd name="connsiteX175" fmla="*/ 208694 w 5673186"/>
              <a:gd name="connsiteY175" fmla="*/ 1059252 h 1798781"/>
              <a:gd name="connsiteX176" fmla="*/ 26766 w 5673186"/>
              <a:gd name="connsiteY176" fmla="*/ 1016389 h 1798781"/>
              <a:gd name="connsiteX177" fmla="*/ 96 w 5673186"/>
              <a:gd name="connsiteY177" fmla="*/ 1004007 h 1798781"/>
              <a:gd name="connsiteX178" fmla="*/ 138209 w 5673186"/>
              <a:gd name="connsiteY178" fmla="*/ 981147 h 1798781"/>
              <a:gd name="connsiteX179" fmla="*/ 361094 w 5673186"/>
              <a:gd name="connsiteY179" fmla="*/ 1014484 h 1798781"/>
              <a:gd name="connsiteX180" fmla="*/ 801149 w 5673186"/>
              <a:gd name="connsiteY180" fmla="*/ 1075444 h 1798781"/>
              <a:gd name="connsiteX181" fmla="*/ 1055466 w 5673186"/>
              <a:gd name="connsiteY181" fmla="*/ 1090684 h 1798781"/>
              <a:gd name="connsiteX182" fmla="*/ 1075469 w 5673186"/>
              <a:gd name="connsiteY182" fmla="*/ 1067824 h 1798781"/>
              <a:gd name="connsiteX183" fmla="*/ 1076421 w 5673186"/>
              <a:gd name="connsiteY183" fmla="*/ 1052584 h 1798781"/>
              <a:gd name="connsiteX184" fmla="*/ 1060229 w 5673186"/>
              <a:gd name="connsiteY184" fmla="*/ 981147 h 1798781"/>
              <a:gd name="connsiteX185" fmla="*/ 917354 w 5673186"/>
              <a:gd name="connsiteY185" fmla="*/ 779217 h 1798781"/>
              <a:gd name="connsiteX186" fmla="*/ 948786 w 5673186"/>
              <a:gd name="connsiteY186" fmla="*/ 672536 h 1798781"/>
              <a:gd name="connsiteX187" fmla="*/ 977361 w 5673186"/>
              <a:gd name="connsiteY187" fmla="*/ 640151 h 1798781"/>
              <a:gd name="connsiteX188" fmla="*/ 1167861 w 5673186"/>
              <a:gd name="connsiteY188" fmla="*/ 472511 h 1798781"/>
              <a:gd name="connsiteX189" fmla="*/ 1367886 w 5673186"/>
              <a:gd name="connsiteY189" fmla="*/ 423934 h 1798781"/>
              <a:gd name="connsiteX190" fmla="*/ 1698404 w 5673186"/>
              <a:gd name="connsiteY190" fmla="*/ 513469 h 1798781"/>
              <a:gd name="connsiteX191" fmla="*/ 1767936 w 5673186"/>
              <a:gd name="connsiteY191" fmla="*/ 542997 h 1798781"/>
              <a:gd name="connsiteX192" fmla="*/ 2060354 w 5673186"/>
              <a:gd name="connsiteY192" fmla="*/ 700159 h 1798781"/>
              <a:gd name="connsiteX193" fmla="*/ 2223231 w 5673186"/>
              <a:gd name="connsiteY193" fmla="*/ 760167 h 1798781"/>
              <a:gd name="connsiteX194" fmla="*/ 2890934 w 5673186"/>
              <a:gd name="connsiteY194" fmla="*/ 920186 h 1798781"/>
              <a:gd name="connsiteX195" fmla="*/ 2939511 w 5673186"/>
              <a:gd name="connsiteY195" fmla="*/ 900184 h 1798781"/>
              <a:gd name="connsiteX196" fmla="*/ 3134774 w 5673186"/>
              <a:gd name="connsiteY196" fmla="*/ 654439 h 1798781"/>
              <a:gd name="connsiteX197" fmla="*/ 3645314 w 5673186"/>
              <a:gd name="connsiteY197" fmla="*/ 61031 h 1798781"/>
              <a:gd name="connsiteX198" fmla="*/ 3661506 w 5673186"/>
              <a:gd name="connsiteY198" fmla="*/ 41029 h 1798781"/>
              <a:gd name="connsiteX199" fmla="*/ 3725131 w 5673186"/>
              <a:gd name="connsiteY199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706024 w 5673186"/>
              <a:gd name="connsiteY115" fmla="*/ 1499306 h 1798781"/>
              <a:gd name="connsiteX116" fmla="*/ 1698404 w 5673186"/>
              <a:gd name="connsiteY116" fmla="*/ 1536454 h 1798781"/>
              <a:gd name="connsiteX117" fmla="*/ 1708881 w 5673186"/>
              <a:gd name="connsiteY117" fmla="*/ 1593604 h 1798781"/>
              <a:gd name="connsiteX118" fmla="*/ 1697451 w 5673186"/>
              <a:gd name="connsiteY118" fmla="*/ 1592652 h 1798781"/>
              <a:gd name="connsiteX119" fmla="*/ 1687926 w 5673186"/>
              <a:gd name="connsiteY119" fmla="*/ 1601224 h 1798781"/>
              <a:gd name="connsiteX120" fmla="*/ 1702214 w 5673186"/>
              <a:gd name="connsiteY120" fmla="*/ 1605987 h 1798781"/>
              <a:gd name="connsiteX121" fmla="*/ 1743171 w 5673186"/>
              <a:gd name="connsiteY121" fmla="*/ 1650754 h 1798781"/>
              <a:gd name="connsiteX122" fmla="*/ 1726979 w 5673186"/>
              <a:gd name="connsiteY122" fmla="*/ 1704094 h 1798781"/>
              <a:gd name="connsiteX123" fmla="*/ 1676496 w 5673186"/>
              <a:gd name="connsiteY123" fmla="*/ 1701237 h 1798781"/>
              <a:gd name="connsiteX124" fmla="*/ 1665066 w 5673186"/>
              <a:gd name="connsiteY124" fmla="*/ 1682187 h 1798781"/>
              <a:gd name="connsiteX125" fmla="*/ 1633634 w 5673186"/>
              <a:gd name="connsiteY125" fmla="*/ 1683139 h 1798781"/>
              <a:gd name="connsiteX126" fmla="*/ 1597439 w 5673186"/>
              <a:gd name="connsiteY126" fmla="*/ 1699331 h 1798781"/>
              <a:gd name="connsiteX127" fmla="*/ 1573626 w 5673186"/>
              <a:gd name="connsiteY127" fmla="*/ 1669804 h 1798781"/>
              <a:gd name="connsiteX128" fmla="*/ 1592676 w 5673186"/>
              <a:gd name="connsiteY128" fmla="*/ 1636467 h 1798781"/>
              <a:gd name="connsiteX129" fmla="*/ 1599344 w 5673186"/>
              <a:gd name="connsiteY129" fmla="*/ 1620274 h 1798781"/>
              <a:gd name="connsiteX130" fmla="*/ 1543146 w 5673186"/>
              <a:gd name="connsiteY130" fmla="*/ 1605034 h 1798781"/>
              <a:gd name="connsiteX131" fmla="*/ 1568864 w 5673186"/>
              <a:gd name="connsiteY131" fmla="*/ 1517404 h 1798781"/>
              <a:gd name="connsiteX132" fmla="*/ 1609821 w 5673186"/>
              <a:gd name="connsiteY132" fmla="*/ 1535502 h 1798781"/>
              <a:gd name="connsiteX133" fmla="*/ 1615536 w 5673186"/>
              <a:gd name="connsiteY133" fmla="*/ 1555504 h 1798781"/>
              <a:gd name="connsiteX134" fmla="*/ 1628871 w 5673186"/>
              <a:gd name="connsiteY134" fmla="*/ 1565981 h 1798781"/>
              <a:gd name="connsiteX135" fmla="*/ 1640301 w 5673186"/>
              <a:gd name="connsiteY135" fmla="*/ 1554552 h 1798781"/>
              <a:gd name="connsiteX136" fmla="*/ 1645064 w 5673186"/>
              <a:gd name="connsiteY136" fmla="*/ 1513594 h 1798781"/>
              <a:gd name="connsiteX137" fmla="*/ 1625061 w 5673186"/>
              <a:gd name="connsiteY137" fmla="*/ 1436442 h 1798781"/>
              <a:gd name="connsiteX138" fmla="*/ 1619346 w 5673186"/>
              <a:gd name="connsiteY138" fmla="*/ 1374529 h 1798781"/>
              <a:gd name="connsiteX139" fmla="*/ 1560291 w 5673186"/>
              <a:gd name="connsiteY139" fmla="*/ 1371672 h 1798781"/>
              <a:gd name="connsiteX140" fmla="*/ 1461231 w 5673186"/>
              <a:gd name="connsiteY140" fmla="*/ 1354527 h 1798781"/>
              <a:gd name="connsiteX141" fmla="*/ 1400271 w 5673186"/>
              <a:gd name="connsiteY141" fmla="*/ 1341192 h 1798781"/>
              <a:gd name="connsiteX142" fmla="*/ 1382174 w 5673186"/>
              <a:gd name="connsiteY142" fmla="*/ 1335477 h 1798781"/>
              <a:gd name="connsiteX143" fmla="*/ 1380269 w 5673186"/>
              <a:gd name="connsiteY143" fmla="*/ 1354527 h 1798781"/>
              <a:gd name="connsiteX144" fmla="*/ 1376459 w 5673186"/>
              <a:gd name="connsiteY144" fmla="*/ 1392627 h 1798781"/>
              <a:gd name="connsiteX145" fmla="*/ 1331691 w 5673186"/>
              <a:gd name="connsiteY145" fmla="*/ 1401199 h 1798781"/>
              <a:gd name="connsiteX146" fmla="*/ 1293591 w 5673186"/>
              <a:gd name="connsiteY146" fmla="*/ 1379292 h 1798781"/>
              <a:gd name="connsiteX147" fmla="*/ 1285971 w 5673186"/>
              <a:gd name="connsiteY147" fmla="*/ 1367862 h 1798781"/>
              <a:gd name="connsiteX148" fmla="*/ 1281209 w 5673186"/>
              <a:gd name="connsiteY148" fmla="*/ 1374529 h 1798781"/>
              <a:gd name="connsiteX149" fmla="*/ 1237394 w 5673186"/>
              <a:gd name="connsiteY149" fmla="*/ 1402152 h 1798781"/>
              <a:gd name="connsiteX150" fmla="*/ 1182149 w 5673186"/>
              <a:gd name="connsiteY150" fmla="*/ 1358337 h 1798781"/>
              <a:gd name="connsiteX151" fmla="*/ 1190721 w 5673186"/>
              <a:gd name="connsiteY151" fmla="*/ 1304997 h 1798781"/>
              <a:gd name="connsiteX152" fmla="*/ 1210724 w 5673186"/>
              <a:gd name="connsiteY152" fmla="*/ 1289756 h 1798781"/>
              <a:gd name="connsiteX153" fmla="*/ 1092614 w 5673186"/>
              <a:gd name="connsiteY153" fmla="*/ 1261181 h 1798781"/>
              <a:gd name="connsiteX154" fmla="*/ 1064039 w 5673186"/>
              <a:gd name="connsiteY154" fmla="*/ 1266897 h 1798781"/>
              <a:gd name="connsiteX155" fmla="*/ 1003079 w 5673186"/>
              <a:gd name="connsiteY155" fmla="*/ 1313569 h 1798781"/>
              <a:gd name="connsiteX156" fmla="*/ 997364 w 5673186"/>
              <a:gd name="connsiteY156" fmla="*/ 1324999 h 1798781"/>
              <a:gd name="connsiteX157" fmla="*/ 1003079 w 5673186"/>
              <a:gd name="connsiteY157" fmla="*/ 1351669 h 1798781"/>
              <a:gd name="connsiteX158" fmla="*/ 947834 w 5673186"/>
              <a:gd name="connsiteY158" fmla="*/ 1421202 h 1798781"/>
              <a:gd name="connsiteX159" fmla="*/ 943071 w 5673186"/>
              <a:gd name="connsiteY159" fmla="*/ 1421202 h 1798781"/>
              <a:gd name="connsiteX160" fmla="*/ 745904 w 5673186"/>
              <a:gd name="connsiteY160" fmla="*/ 1403104 h 1798781"/>
              <a:gd name="connsiteX161" fmla="*/ 636366 w 5673186"/>
              <a:gd name="connsiteY161" fmla="*/ 1389769 h 1798781"/>
              <a:gd name="connsiteX162" fmla="*/ 600171 w 5673186"/>
              <a:gd name="connsiteY162" fmla="*/ 1240227 h 1798781"/>
              <a:gd name="connsiteX163" fmla="*/ 600171 w 5673186"/>
              <a:gd name="connsiteY163" fmla="*/ 1220224 h 1798781"/>
              <a:gd name="connsiteX164" fmla="*/ 560166 w 5673186"/>
              <a:gd name="connsiteY164" fmla="*/ 1216414 h 1798781"/>
              <a:gd name="connsiteX165" fmla="*/ 517304 w 5673186"/>
              <a:gd name="connsiteY165" fmla="*/ 1267849 h 1798781"/>
              <a:gd name="connsiteX166" fmla="*/ 510636 w 5673186"/>
              <a:gd name="connsiteY166" fmla="*/ 1284042 h 1798781"/>
              <a:gd name="connsiteX167" fmla="*/ 519209 w 5673186"/>
              <a:gd name="connsiteY167" fmla="*/ 1309759 h 1798781"/>
              <a:gd name="connsiteX168" fmla="*/ 477299 w 5673186"/>
              <a:gd name="connsiteY168" fmla="*/ 1384054 h 1798781"/>
              <a:gd name="connsiteX169" fmla="*/ 322994 w 5673186"/>
              <a:gd name="connsiteY169" fmla="*/ 1382149 h 1798781"/>
              <a:gd name="connsiteX170" fmla="*/ 186786 w 5673186"/>
              <a:gd name="connsiteY170" fmla="*/ 1338334 h 1798781"/>
              <a:gd name="connsiteX171" fmla="*/ 127731 w 5673186"/>
              <a:gd name="connsiteY171" fmla="*/ 1189744 h 1798781"/>
              <a:gd name="connsiteX172" fmla="*/ 257271 w 5673186"/>
              <a:gd name="connsiteY172" fmla="*/ 1089732 h 1798781"/>
              <a:gd name="connsiteX173" fmla="*/ 318231 w 5673186"/>
              <a:gd name="connsiteY173" fmla="*/ 1084969 h 1798781"/>
              <a:gd name="connsiteX174" fmla="*/ 208694 w 5673186"/>
              <a:gd name="connsiteY174" fmla="*/ 1059252 h 1798781"/>
              <a:gd name="connsiteX175" fmla="*/ 26766 w 5673186"/>
              <a:gd name="connsiteY175" fmla="*/ 1016389 h 1798781"/>
              <a:gd name="connsiteX176" fmla="*/ 96 w 5673186"/>
              <a:gd name="connsiteY176" fmla="*/ 1004007 h 1798781"/>
              <a:gd name="connsiteX177" fmla="*/ 138209 w 5673186"/>
              <a:gd name="connsiteY177" fmla="*/ 981147 h 1798781"/>
              <a:gd name="connsiteX178" fmla="*/ 361094 w 5673186"/>
              <a:gd name="connsiteY178" fmla="*/ 1014484 h 1798781"/>
              <a:gd name="connsiteX179" fmla="*/ 801149 w 5673186"/>
              <a:gd name="connsiteY179" fmla="*/ 1075444 h 1798781"/>
              <a:gd name="connsiteX180" fmla="*/ 1055466 w 5673186"/>
              <a:gd name="connsiteY180" fmla="*/ 1090684 h 1798781"/>
              <a:gd name="connsiteX181" fmla="*/ 1075469 w 5673186"/>
              <a:gd name="connsiteY181" fmla="*/ 1067824 h 1798781"/>
              <a:gd name="connsiteX182" fmla="*/ 1076421 w 5673186"/>
              <a:gd name="connsiteY182" fmla="*/ 1052584 h 1798781"/>
              <a:gd name="connsiteX183" fmla="*/ 1060229 w 5673186"/>
              <a:gd name="connsiteY183" fmla="*/ 981147 h 1798781"/>
              <a:gd name="connsiteX184" fmla="*/ 917354 w 5673186"/>
              <a:gd name="connsiteY184" fmla="*/ 779217 h 1798781"/>
              <a:gd name="connsiteX185" fmla="*/ 948786 w 5673186"/>
              <a:gd name="connsiteY185" fmla="*/ 672536 h 1798781"/>
              <a:gd name="connsiteX186" fmla="*/ 977361 w 5673186"/>
              <a:gd name="connsiteY186" fmla="*/ 640151 h 1798781"/>
              <a:gd name="connsiteX187" fmla="*/ 1167861 w 5673186"/>
              <a:gd name="connsiteY187" fmla="*/ 472511 h 1798781"/>
              <a:gd name="connsiteX188" fmla="*/ 1367886 w 5673186"/>
              <a:gd name="connsiteY188" fmla="*/ 423934 h 1798781"/>
              <a:gd name="connsiteX189" fmla="*/ 1698404 w 5673186"/>
              <a:gd name="connsiteY189" fmla="*/ 513469 h 1798781"/>
              <a:gd name="connsiteX190" fmla="*/ 1767936 w 5673186"/>
              <a:gd name="connsiteY190" fmla="*/ 542997 h 1798781"/>
              <a:gd name="connsiteX191" fmla="*/ 2060354 w 5673186"/>
              <a:gd name="connsiteY191" fmla="*/ 700159 h 1798781"/>
              <a:gd name="connsiteX192" fmla="*/ 2223231 w 5673186"/>
              <a:gd name="connsiteY192" fmla="*/ 760167 h 1798781"/>
              <a:gd name="connsiteX193" fmla="*/ 2890934 w 5673186"/>
              <a:gd name="connsiteY193" fmla="*/ 920186 h 1798781"/>
              <a:gd name="connsiteX194" fmla="*/ 2939511 w 5673186"/>
              <a:gd name="connsiteY194" fmla="*/ 900184 h 1798781"/>
              <a:gd name="connsiteX195" fmla="*/ 3134774 w 5673186"/>
              <a:gd name="connsiteY195" fmla="*/ 654439 h 1798781"/>
              <a:gd name="connsiteX196" fmla="*/ 3645314 w 5673186"/>
              <a:gd name="connsiteY196" fmla="*/ 61031 h 1798781"/>
              <a:gd name="connsiteX197" fmla="*/ 3661506 w 5673186"/>
              <a:gd name="connsiteY197" fmla="*/ 41029 h 1798781"/>
              <a:gd name="connsiteX198" fmla="*/ 3725131 w 5673186"/>
              <a:gd name="connsiteY198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698404 w 5673186"/>
              <a:gd name="connsiteY115" fmla="*/ 1536454 h 1798781"/>
              <a:gd name="connsiteX116" fmla="*/ 1708881 w 5673186"/>
              <a:gd name="connsiteY116" fmla="*/ 1593604 h 1798781"/>
              <a:gd name="connsiteX117" fmla="*/ 1697451 w 5673186"/>
              <a:gd name="connsiteY117" fmla="*/ 1592652 h 1798781"/>
              <a:gd name="connsiteX118" fmla="*/ 1687926 w 5673186"/>
              <a:gd name="connsiteY118" fmla="*/ 1601224 h 1798781"/>
              <a:gd name="connsiteX119" fmla="*/ 1702214 w 5673186"/>
              <a:gd name="connsiteY119" fmla="*/ 1605987 h 1798781"/>
              <a:gd name="connsiteX120" fmla="*/ 1743171 w 5673186"/>
              <a:gd name="connsiteY120" fmla="*/ 1650754 h 1798781"/>
              <a:gd name="connsiteX121" fmla="*/ 1726979 w 5673186"/>
              <a:gd name="connsiteY121" fmla="*/ 1704094 h 1798781"/>
              <a:gd name="connsiteX122" fmla="*/ 1676496 w 5673186"/>
              <a:gd name="connsiteY122" fmla="*/ 1701237 h 1798781"/>
              <a:gd name="connsiteX123" fmla="*/ 1665066 w 5673186"/>
              <a:gd name="connsiteY123" fmla="*/ 1682187 h 1798781"/>
              <a:gd name="connsiteX124" fmla="*/ 1633634 w 5673186"/>
              <a:gd name="connsiteY124" fmla="*/ 1683139 h 1798781"/>
              <a:gd name="connsiteX125" fmla="*/ 1597439 w 5673186"/>
              <a:gd name="connsiteY125" fmla="*/ 1699331 h 1798781"/>
              <a:gd name="connsiteX126" fmla="*/ 1573626 w 5673186"/>
              <a:gd name="connsiteY126" fmla="*/ 1669804 h 1798781"/>
              <a:gd name="connsiteX127" fmla="*/ 1592676 w 5673186"/>
              <a:gd name="connsiteY127" fmla="*/ 1636467 h 1798781"/>
              <a:gd name="connsiteX128" fmla="*/ 1599344 w 5673186"/>
              <a:gd name="connsiteY128" fmla="*/ 1620274 h 1798781"/>
              <a:gd name="connsiteX129" fmla="*/ 1543146 w 5673186"/>
              <a:gd name="connsiteY129" fmla="*/ 1605034 h 1798781"/>
              <a:gd name="connsiteX130" fmla="*/ 1568864 w 5673186"/>
              <a:gd name="connsiteY130" fmla="*/ 1517404 h 1798781"/>
              <a:gd name="connsiteX131" fmla="*/ 1609821 w 5673186"/>
              <a:gd name="connsiteY131" fmla="*/ 1535502 h 1798781"/>
              <a:gd name="connsiteX132" fmla="*/ 1615536 w 5673186"/>
              <a:gd name="connsiteY132" fmla="*/ 1555504 h 1798781"/>
              <a:gd name="connsiteX133" fmla="*/ 1628871 w 5673186"/>
              <a:gd name="connsiteY133" fmla="*/ 1565981 h 1798781"/>
              <a:gd name="connsiteX134" fmla="*/ 1640301 w 5673186"/>
              <a:gd name="connsiteY134" fmla="*/ 1554552 h 1798781"/>
              <a:gd name="connsiteX135" fmla="*/ 1645064 w 5673186"/>
              <a:gd name="connsiteY135" fmla="*/ 1513594 h 1798781"/>
              <a:gd name="connsiteX136" fmla="*/ 1625061 w 5673186"/>
              <a:gd name="connsiteY136" fmla="*/ 1436442 h 1798781"/>
              <a:gd name="connsiteX137" fmla="*/ 1619346 w 5673186"/>
              <a:gd name="connsiteY137" fmla="*/ 1374529 h 1798781"/>
              <a:gd name="connsiteX138" fmla="*/ 1560291 w 5673186"/>
              <a:gd name="connsiteY138" fmla="*/ 1371672 h 1798781"/>
              <a:gd name="connsiteX139" fmla="*/ 1461231 w 5673186"/>
              <a:gd name="connsiteY139" fmla="*/ 1354527 h 1798781"/>
              <a:gd name="connsiteX140" fmla="*/ 1400271 w 5673186"/>
              <a:gd name="connsiteY140" fmla="*/ 1341192 h 1798781"/>
              <a:gd name="connsiteX141" fmla="*/ 1382174 w 5673186"/>
              <a:gd name="connsiteY141" fmla="*/ 1335477 h 1798781"/>
              <a:gd name="connsiteX142" fmla="*/ 1380269 w 5673186"/>
              <a:gd name="connsiteY142" fmla="*/ 1354527 h 1798781"/>
              <a:gd name="connsiteX143" fmla="*/ 1376459 w 5673186"/>
              <a:gd name="connsiteY143" fmla="*/ 1392627 h 1798781"/>
              <a:gd name="connsiteX144" fmla="*/ 1331691 w 5673186"/>
              <a:gd name="connsiteY144" fmla="*/ 1401199 h 1798781"/>
              <a:gd name="connsiteX145" fmla="*/ 1293591 w 5673186"/>
              <a:gd name="connsiteY145" fmla="*/ 1379292 h 1798781"/>
              <a:gd name="connsiteX146" fmla="*/ 1285971 w 5673186"/>
              <a:gd name="connsiteY146" fmla="*/ 1367862 h 1798781"/>
              <a:gd name="connsiteX147" fmla="*/ 1281209 w 5673186"/>
              <a:gd name="connsiteY147" fmla="*/ 1374529 h 1798781"/>
              <a:gd name="connsiteX148" fmla="*/ 1237394 w 5673186"/>
              <a:gd name="connsiteY148" fmla="*/ 1402152 h 1798781"/>
              <a:gd name="connsiteX149" fmla="*/ 1182149 w 5673186"/>
              <a:gd name="connsiteY149" fmla="*/ 1358337 h 1798781"/>
              <a:gd name="connsiteX150" fmla="*/ 1190721 w 5673186"/>
              <a:gd name="connsiteY150" fmla="*/ 1304997 h 1798781"/>
              <a:gd name="connsiteX151" fmla="*/ 1210724 w 5673186"/>
              <a:gd name="connsiteY151" fmla="*/ 1289756 h 1798781"/>
              <a:gd name="connsiteX152" fmla="*/ 1092614 w 5673186"/>
              <a:gd name="connsiteY152" fmla="*/ 1261181 h 1798781"/>
              <a:gd name="connsiteX153" fmla="*/ 1064039 w 5673186"/>
              <a:gd name="connsiteY153" fmla="*/ 1266897 h 1798781"/>
              <a:gd name="connsiteX154" fmla="*/ 1003079 w 5673186"/>
              <a:gd name="connsiteY154" fmla="*/ 1313569 h 1798781"/>
              <a:gd name="connsiteX155" fmla="*/ 997364 w 5673186"/>
              <a:gd name="connsiteY155" fmla="*/ 1324999 h 1798781"/>
              <a:gd name="connsiteX156" fmla="*/ 1003079 w 5673186"/>
              <a:gd name="connsiteY156" fmla="*/ 1351669 h 1798781"/>
              <a:gd name="connsiteX157" fmla="*/ 947834 w 5673186"/>
              <a:gd name="connsiteY157" fmla="*/ 1421202 h 1798781"/>
              <a:gd name="connsiteX158" fmla="*/ 943071 w 5673186"/>
              <a:gd name="connsiteY158" fmla="*/ 1421202 h 1798781"/>
              <a:gd name="connsiteX159" fmla="*/ 745904 w 5673186"/>
              <a:gd name="connsiteY159" fmla="*/ 1403104 h 1798781"/>
              <a:gd name="connsiteX160" fmla="*/ 636366 w 5673186"/>
              <a:gd name="connsiteY160" fmla="*/ 1389769 h 1798781"/>
              <a:gd name="connsiteX161" fmla="*/ 600171 w 5673186"/>
              <a:gd name="connsiteY161" fmla="*/ 1240227 h 1798781"/>
              <a:gd name="connsiteX162" fmla="*/ 600171 w 5673186"/>
              <a:gd name="connsiteY162" fmla="*/ 1220224 h 1798781"/>
              <a:gd name="connsiteX163" fmla="*/ 560166 w 5673186"/>
              <a:gd name="connsiteY163" fmla="*/ 1216414 h 1798781"/>
              <a:gd name="connsiteX164" fmla="*/ 517304 w 5673186"/>
              <a:gd name="connsiteY164" fmla="*/ 1267849 h 1798781"/>
              <a:gd name="connsiteX165" fmla="*/ 510636 w 5673186"/>
              <a:gd name="connsiteY165" fmla="*/ 1284042 h 1798781"/>
              <a:gd name="connsiteX166" fmla="*/ 519209 w 5673186"/>
              <a:gd name="connsiteY166" fmla="*/ 1309759 h 1798781"/>
              <a:gd name="connsiteX167" fmla="*/ 477299 w 5673186"/>
              <a:gd name="connsiteY167" fmla="*/ 1384054 h 1798781"/>
              <a:gd name="connsiteX168" fmla="*/ 322994 w 5673186"/>
              <a:gd name="connsiteY168" fmla="*/ 1382149 h 1798781"/>
              <a:gd name="connsiteX169" fmla="*/ 186786 w 5673186"/>
              <a:gd name="connsiteY169" fmla="*/ 1338334 h 1798781"/>
              <a:gd name="connsiteX170" fmla="*/ 127731 w 5673186"/>
              <a:gd name="connsiteY170" fmla="*/ 1189744 h 1798781"/>
              <a:gd name="connsiteX171" fmla="*/ 257271 w 5673186"/>
              <a:gd name="connsiteY171" fmla="*/ 1089732 h 1798781"/>
              <a:gd name="connsiteX172" fmla="*/ 318231 w 5673186"/>
              <a:gd name="connsiteY172" fmla="*/ 1084969 h 1798781"/>
              <a:gd name="connsiteX173" fmla="*/ 208694 w 5673186"/>
              <a:gd name="connsiteY173" fmla="*/ 1059252 h 1798781"/>
              <a:gd name="connsiteX174" fmla="*/ 26766 w 5673186"/>
              <a:gd name="connsiteY174" fmla="*/ 1016389 h 1798781"/>
              <a:gd name="connsiteX175" fmla="*/ 96 w 5673186"/>
              <a:gd name="connsiteY175" fmla="*/ 1004007 h 1798781"/>
              <a:gd name="connsiteX176" fmla="*/ 138209 w 5673186"/>
              <a:gd name="connsiteY176" fmla="*/ 981147 h 1798781"/>
              <a:gd name="connsiteX177" fmla="*/ 361094 w 5673186"/>
              <a:gd name="connsiteY177" fmla="*/ 1014484 h 1798781"/>
              <a:gd name="connsiteX178" fmla="*/ 801149 w 5673186"/>
              <a:gd name="connsiteY178" fmla="*/ 1075444 h 1798781"/>
              <a:gd name="connsiteX179" fmla="*/ 1055466 w 5673186"/>
              <a:gd name="connsiteY179" fmla="*/ 1090684 h 1798781"/>
              <a:gd name="connsiteX180" fmla="*/ 1075469 w 5673186"/>
              <a:gd name="connsiteY180" fmla="*/ 1067824 h 1798781"/>
              <a:gd name="connsiteX181" fmla="*/ 1076421 w 5673186"/>
              <a:gd name="connsiteY181" fmla="*/ 1052584 h 1798781"/>
              <a:gd name="connsiteX182" fmla="*/ 1060229 w 5673186"/>
              <a:gd name="connsiteY182" fmla="*/ 981147 h 1798781"/>
              <a:gd name="connsiteX183" fmla="*/ 917354 w 5673186"/>
              <a:gd name="connsiteY183" fmla="*/ 779217 h 1798781"/>
              <a:gd name="connsiteX184" fmla="*/ 948786 w 5673186"/>
              <a:gd name="connsiteY184" fmla="*/ 672536 h 1798781"/>
              <a:gd name="connsiteX185" fmla="*/ 977361 w 5673186"/>
              <a:gd name="connsiteY185" fmla="*/ 640151 h 1798781"/>
              <a:gd name="connsiteX186" fmla="*/ 1167861 w 5673186"/>
              <a:gd name="connsiteY186" fmla="*/ 472511 h 1798781"/>
              <a:gd name="connsiteX187" fmla="*/ 1367886 w 5673186"/>
              <a:gd name="connsiteY187" fmla="*/ 423934 h 1798781"/>
              <a:gd name="connsiteX188" fmla="*/ 1698404 w 5673186"/>
              <a:gd name="connsiteY188" fmla="*/ 513469 h 1798781"/>
              <a:gd name="connsiteX189" fmla="*/ 1767936 w 5673186"/>
              <a:gd name="connsiteY189" fmla="*/ 542997 h 1798781"/>
              <a:gd name="connsiteX190" fmla="*/ 2060354 w 5673186"/>
              <a:gd name="connsiteY190" fmla="*/ 700159 h 1798781"/>
              <a:gd name="connsiteX191" fmla="*/ 2223231 w 5673186"/>
              <a:gd name="connsiteY191" fmla="*/ 760167 h 1798781"/>
              <a:gd name="connsiteX192" fmla="*/ 2890934 w 5673186"/>
              <a:gd name="connsiteY192" fmla="*/ 920186 h 1798781"/>
              <a:gd name="connsiteX193" fmla="*/ 2939511 w 5673186"/>
              <a:gd name="connsiteY193" fmla="*/ 900184 h 1798781"/>
              <a:gd name="connsiteX194" fmla="*/ 3134774 w 5673186"/>
              <a:gd name="connsiteY194" fmla="*/ 654439 h 1798781"/>
              <a:gd name="connsiteX195" fmla="*/ 3645314 w 5673186"/>
              <a:gd name="connsiteY195" fmla="*/ 61031 h 1798781"/>
              <a:gd name="connsiteX196" fmla="*/ 3661506 w 5673186"/>
              <a:gd name="connsiteY196" fmla="*/ 41029 h 1798781"/>
              <a:gd name="connsiteX197" fmla="*/ 3725131 w 5673186"/>
              <a:gd name="connsiteY197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698404 w 5673186"/>
              <a:gd name="connsiteY114" fmla="*/ 1536454 h 1798781"/>
              <a:gd name="connsiteX115" fmla="*/ 1708881 w 5673186"/>
              <a:gd name="connsiteY115" fmla="*/ 1593604 h 1798781"/>
              <a:gd name="connsiteX116" fmla="*/ 1697451 w 5673186"/>
              <a:gd name="connsiteY116" fmla="*/ 1592652 h 1798781"/>
              <a:gd name="connsiteX117" fmla="*/ 1687926 w 5673186"/>
              <a:gd name="connsiteY117" fmla="*/ 1601224 h 1798781"/>
              <a:gd name="connsiteX118" fmla="*/ 1702214 w 5673186"/>
              <a:gd name="connsiteY118" fmla="*/ 1605987 h 1798781"/>
              <a:gd name="connsiteX119" fmla="*/ 1743171 w 5673186"/>
              <a:gd name="connsiteY119" fmla="*/ 1650754 h 1798781"/>
              <a:gd name="connsiteX120" fmla="*/ 1726979 w 5673186"/>
              <a:gd name="connsiteY120" fmla="*/ 1704094 h 1798781"/>
              <a:gd name="connsiteX121" fmla="*/ 1676496 w 5673186"/>
              <a:gd name="connsiteY121" fmla="*/ 1701237 h 1798781"/>
              <a:gd name="connsiteX122" fmla="*/ 1665066 w 5673186"/>
              <a:gd name="connsiteY122" fmla="*/ 1682187 h 1798781"/>
              <a:gd name="connsiteX123" fmla="*/ 1633634 w 5673186"/>
              <a:gd name="connsiteY123" fmla="*/ 1683139 h 1798781"/>
              <a:gd name="connsiteX124" fmla="*/ 1597439 w 5673186"/>
              <a:gd name="connsiteY124" fmla="*/ 1699331 h 1798781"/>
              <a:gd name="connsiteX125" fmla="*/ 1573626 w 5673186"/>
              <a:gd name="connsiteY125" fmla="*/ 1669804 h 1798781"/>
              <a:gd name="connsiteX126" fmla="*/ 1592676 w 5673186"/>
              <a:gd name="connsiteY126" fmla="*/ 1636467 h 1798781"/>
              <a:gd name="connsiteX127" fmla="*/ 1599344 w 5673186"/>
              <a:gd name="connsiteY127" fmla="*/ 1620274 h 1798781"/>
              <a:gd name="connsiteX128" fmla="*/ 1543146 w 5673186"/>
              <a:gd name="connsiteY128" fmla="*/ 1605034 h 1798781"/>
              <a:gd name="connsiteX129" fmla="*/ 1568864 w 5673186"/>
              <a:gd name="connsiteY129" fmla="*/ 1517404 h 1798781"/>
              <a:gd name="connsiteX130" fmla="*/ 1609821 w 5673186"/>
              <a:gd name="connsiteY130" fmla="*/ 1535502 h 1798781"/>
              <a:gd name="connsiteX131" fmla="*/ 1615536 w 5673186"/>
              <a:gd name="connsiteY131" fmla="*/ 1555504 h 1798781"/>
              <a:gd name="connsiteX132" fmla="*/ 1628871 w 5673186"/>
              <a:gd name="connsiteY132" fmla="*/ 1565981 h 1798781"/>
              <a:gd name="connsiteX133" fmla="*/ 1640301 w 5673186"/>
              <a:gd name="connsiteY133" fmla="*/ 1554552 h 1798781"/>
              <a:gd name="connsiteX134" fmla="*/ 1645064 w 5673186"/>
              <a:gd name="connsiteY134" fmla="*/ 1513594 h 1798781"/>
              <a:gd name="connsiteX135" fmla="*/ 1625061 w 5673186"/>
              <a:gd name="connsiteY135" fmla="*/ 1436442 h 1798781"/>
              <a:gd name="connsiteX136" fmla="*/ 1619346 w 5673186"/>
              <a:gd name="connsiteY136" fmla="*/ 1374529 h 1798781"/>
              <a:gd name="connsiteX137" fmla="*/ 1560291 w 5673186"/>
              <a:gd name="connsiteY137" fmla="*/ 1371672 h 1798781"/>
              <a:gd name="connsiteX138" fmla="*/ 1461231 w 5673186"/>
              <a:gd name="connsiteY138" fmla="*/ 1354527 h 1798781"/>
              <a:gd name="connsiteX139" fmla="*/ 1400271 w 5673186"/>
              <a:gd name="connsiteY139" fmla="*/ 1341192 h 1798781"/>
              <a:gd name="connsiteX140" fmla="*/ 1382174 w 5673186"/>
              <a:gd name="connsiteY140" fmla="*/ 1335477 h 1798781"/>
              <a:gd name="connsiteX141" fmla="*/ 1380269 w 5673186"/>
              <a:gd name="connsiteY141" fmla="*/ 1354527 h 1798781"/>
              <a:gd name="connsiteX142" fmla="*/ 1376459 w 5673186"/>
              <a:gd name="connsiteY142" fmla="*/ 1392627 h 1798781"/>
              <a:gd name="connsiteX143" fmla="*/ 1331691 w 5673186"/>
              <a:gd name="connsiteY143" fmla="*/ 1401199 h 1798781"/>
              <a:gd name="connsiteX144" fmla="*/ 1293591 w 5673186"/>
              <a:gd name="connsiteY144" fmla="*/ 1379292 h 1798781"/>
              <a:gd name="connsiteX145" fmla="*/ 1285971 w 5673186"/>
              <a:gd name="connsiteY145" fmla="*/ 1367862 h 1798781"/>
              <a:gd name="connsiteX146" fmla="*/ 1281209 w 5673186"/>
              <a:gd name="connsiteY146" fmla="*/ 1374529 h 1798781"/>
              <a:gd name="connsiteX147" fmla="*/ 1237394 w 5673186"/>
              <a:gd name="connsiteY147" fmla="*/ 1402152 h 1798781"/>
              <a:gd name="connsiteX148" fmla="*/ 1182149 w 5673186"/>
              <a:gd name="connsiteY148" fmla="*/ 1358337 h 1798781"/>
              <a:gd name="connsiteX149" fmla="*/ 1190721 w 5673186"/>
              <a:gd name="connsiteY149" fmla="*/ 1304997 h 1798781"/>
              <a:gd name="connsiteX150" fmla="*/ 1210724 w 5673186"/>
              <a:gd name="connsiteY150" fmla="*/ 1289756 h 1798781"/>
              <a:gd name="connsiteX151" fmla="*/ 1092614 w 5673186"/>
              <a:gd name="connsiteY151" fmla="*/ 1261181 h 1798781"/>
              <a:gd name="connsiteX152" fmla="*/ 1064039 w 5673186"/>
              <a:gd name="connsiteY152" fmla="*/ 1266897 h 1798781"/>
              <a:gd name="connsiteX153" fmla="*/ 1003079 w 5673186"/>
              <a:gd name="connsiteY153" fmla="*/ 1313569 h 1798781"/>
              <a:gd name="connsiteX154" fmla="*/ 997364 w 5673186"/>
              <a:gd name="connsiteY154" fmla="*/ 1324999 h 1798781"/>
              <a:gd name="connsiteX155" fmla="*/ 1003079 w 5673186"/>
              <a:gd name="connsiteY155" fmla="*/ 1351669 h 1798781"/>
              <a:gd name="connsiteX156" fmla="*/ 947834 w 5673186"/>
              <a:gd name="connsiteY156" fmla="*/ 1421202 h 1798781"/>
              <a:gd name="connsiteX157" fmla="*/ 943071 w 5673186"/>
              <a:gd name="connsiteY157" fmla="*/ 1421202 h 1798781"/>
              <a:gd name="connsiteX158" fmla="*/ 745904 w 5673186"/>
              <a:gd name="connsiteY158" fmla="*/ 1403104 h 1798781"/>
              <a:gd name="connsiteX159" fmla="*/ 636366 w 5673186"/>
              <a:gd name="connsiteY159" fmla="*/ 1389769 h 1798781"/>
              <a:gd name="connsiteX160" fmla="*/ 600171 w 5673186"/>
              <a:gd name="connsiteY160" fmla="*/ 1240227 h 1798781"/>
              <a:gd name="connsiteX161" fmla="*/ 600171 w 5673186"/>
              <a:gd name="connsiteY161" fmla="*/ 1220224 h 1798781"/>
              <a:gd name="connsiteX162" fmla="*/ 560166 w 5673186"/>
              <a:gd name="connsiteY162" fmla="*/ 1216414 h 1798781"/>
              <a:gd name="connsiteX163" fmla="*/ 517304 w 5673186"/>
              <a:gd name="connsiteY163" fmla="*/ 1267849 h 1798781"/>
              <a:gd name="connsiteX164" fmla="*/ 510636 w 5673186"/>
              <a:gd name="connsiteY164" fmla="*/ 1284042 h 1798781"/>
              <a:gd name="connsiteX165" fmla="*/ 519209 w 5673186"/>
              <a:gd name="connsiteY165" fmla="*/ 1309759 h 1798781"/>
              <a:gd name="connsiteX166" fmla="*/ 477299 w 5673186"/>
              <a:gd name="connsiteY166" fmla="*/ 1384054 h 1798781"/>
              <a:gd name="connsiteX167" fmla="*/ 322994 w 5673186"/>
              <a:gd name="connsiteY167" fmla="*/ 1382149 h 1798781"/>
              <a:gd name="connsiteX168" fmla="*/ 186786 w 5673186"/>
              <a:gd name="connsiteY168" fmla="*/ 1338334 h 1798781"/>
              <a:gd name="connsiteX169" fmla="*/ 127731 w 5673186"/>
              <a:gd name="connsiteY169" fmla="*/ 1189744 h 1798781"/>
              <a:gd name="connsiteX170" fmla="*/ 257271 w 5673186"/>
              <a:gd name="connsiteY170" fmla="*/ 1089732 h 1798781"/>
              <a:gd name="connsiteX171" fmla="*/ 318231 w 5673186"/>
              <a:gd name="connsiteY171" fmla="*/ 1084969 h 1798781"/>
              <a:gd name="connsiteX172" fmla="*/ 208694 w 5673186"/>
              <a:gd name="connsiteY172" fmla="*/ 1059252 h 1798781"/>
              <a:gd name="connsiteX173" fmla="*/ 26766 w 5673186"/>
              <a:gd name="connsiteY173" fmla="*/ 1016389 h 1798781"/>
              <a:gd name="connsiteX174" fmla="*/ 96 w 5673186"/>
              <a:gd name="connsiteY174" fmla="*/ 1004007 h 1798781"/>
              <a:gd name="connsiteX175" fmla="*/ 138209 w 5673186"/>
              <a:gd name="connsiteY175" fmla="*/ 981147 h 1798781"/>
              <a:gd name="connsiteX176" fmla="*/ 361094 w 5673186"/>
              <a:gd name="connsiteY176" fmla="*/ 1014484 h 1798781"/>
              <a:gd name="connsiteX177" fmla="*/ 801149 w 5673186"/>
              <a:gd name="connsiteY177" fmla="*/ 1075444 h 1798781"/>
              <a:gd name="connsiteX178" fmla="*/ 1055466 w 5673186"/>
              <a:gd name="connsiteY178" fmla="*/ 1090684 h 1798781"/>
              <a:gd name="connsiteX179" fmla="*/ 1075469 w 5673186"/>
              <a:gd name="connsiteY179" fmla="*/ 1067824 h 1798781"/>
              <a:gd name="connsiteX180" fmla="*/ 1076421 w 5673186"/>
              <a:gd name="connsiteY180" fmla="*/ 1052584 h 1798781"/>
              <a:gd name="connsiteX181" fmla="*/ 1060229 w 5673186"/>
              <a:gd name="connsiteY181" fmla="*/ 981147 h 1798781"/>
              <a:gd name="connsiteX182" fmla="*/ 917354 w 5673186"/>
              <a:gd name="connsiteY182" fmla="*/ 779217 h 1798781"/>
              <a:gd name="connsiteX183" fmla="*/ 948786 w 5673186"/>
              <a:gd name="connsiteY183" fmla="*/ 672536 h 1798781"/>
              <a:gd name="connsiteX184" fmla="*/ 977361 w 5673186"/>
              <a:gd name="connsiteY184" fmla="*/ 640151 h 1798781"/>
              <a:gd name="connsiteX185" fmla="*/ 1167861 w 5673186"/>
              <a:gd name="connsiteY185" fmla="*/ 472511 h 1798781"/>
              <a:gd name="connsiteX186" fmla="*/ 1367886 w 5673186"/>
              <a:gd name="connsiteY186" fmla="*/ 423934 h 1798781"/>
              <a:gd name="connsiteX187" fmla="*/ 1698404 w 5673186"/>
              <a:gd name="connsiteY187" fmla="*/ 513469 h 1798781"/>
              <a:gd name="connsiteX188" fmla="*/ 1767936 w 5673186"/>
              <a:gd name="connsiteY188" fmla="*/ 542997 h 1798781"/>
              <a:gd name="connsiteX189" fmla="*/ 2060354 w 5673186"/>
              <a:gd name="connsiteY189" fmla="*/ 700159 h 1798781"/>
              <a:gd name="connsiteX190" fmla="*/ 2223231 w 5673186"/>
              <a:gd name="connsiteY190" fmla="*/ 760167 h 1798781"/>
              <a:gd name="connsiteX191" fmla="*/ 2890934 w 5673186"/>
              <a:gd name="connsiteY191" fmla="*/ 920186 h 1798781"/>
              <a:gd name="connsiteX192" fmla="*/ 2939511 w 5673186"/>
              <a:gd name="connsiteY192" fmla="*/ 900184 h 1798781"/>
              <a:gd name="connsiteX193" fmla="*/ 3134774 w 5673186"/>
              <a:gd name="connsiteY193" fmla="*/ 654439 h 1798781"/>
              <a:gd name="connsiteX194" fmla="*/ 3645314 w 5673186"/>
              <a:gd name="connsiteY194" fmla="*/ 61031 h 1798781"/>
              <a:gd name="connsiteX195" fmla="*/ 3661506 w 5673186"/>
              <a:gd name="connsiteY195" fmla="*/ 41029 h 1798781"/>
              <a:gd name="connsiteX196" fmla="*/ 3725131 w 5673186"/>
              <a:gd name="connsiteY196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698404 w 5673186"/>
              <a:gd name="connsiteY113" fmla="*/ 1536454 h 1798781"/>
              <a:gd name="connsiteX114" fmla="*/ 1708881 w 5673186"/>
              <a:gd name="connsiteY114" fmla="*/ 1593604 h 1798781"/>
              <a:gd name="connsiteX115" fmla="*/ 1697451 w 5673186"/>
              <a:gd name="connsiteY115" fmla="*/ 1592652 h 1798781"/>
              <a:gd name="connsiteX116" fmla="*/ 1687926 w 5673186"/>
              <a:gd name="connsiteY116" fmla="*/ 1601224 h 1798781"/>
              <a:gd name="connsiteX117" fmla="*/ 1702214 w 5673186"/>
              <a:gd name="connsiteY117" fmla="*/ 1605987 h 1798781"/>
              <a:gd name="connsiteX118" fmla="*/ 1743171 w 5673186"/>
              <a:gd name="connsiteY118" fmla="*/ 1650754 h 1798781"/>
              <a:gd name="connsiteX119" fmla="*/ 1726979 w 5673186"/>
              <a:gd name="connsiteY119" fmla="*/ 1704094 h 1798781"/>
              <a:gd name="connsiteX120" fmla="*/ 1676496 w 5673186"/>
              <a:gd name="connsiteY120" fmla="*/ 1701237 h 1798781"/>
              <a:gd name="connsiteX121" fmla="*/ 1665066 w 5673186"/>
              <a:gd name="connsiteY121" fmla="*/ 1682187 h 1798781"/>
              <a:gd name="connsiteX122" fmla="*/ 1633634 w 5673186"/>
              <a:gd name="connsiteY122" fmla="*/ 1683139 h 1798781"/>
              <a:gd name="connsiteX123" fmla="*/ 1597439 w 5673186"/>
              <a:gd name="connsiteY123" fmla="*/ 1699331 h 1798781"/>
              <a:gd name="connsiteX124" fmla="*/ 1573626 w 5673186"/>
              <a:gd name="connsiteY124" fmla="*/ 1669804 h 1798781"/>
              <a:gd name="connsiteX125" fmla="*/ 1592676 w 5673186"/>
              <a:gd name="connsiteY125" fmla="*/ 1636467 h 1798781"/>
              <a:gd name="connsiteX126" fmla="*/ 1599344 w 5673186"/>
              <a:gd name="connsiteY126" fmla="*/ 1620274 h 1798781"/>
              <a:gd name="connsiteX127" fmla="*/ 1543146 w 5673186"/>
              <a:gd name="connsiteY127" fmla="*/ 1605034 h 1798781"/>
              <a:gd name="connsiteX128" fmla="*/ 1568864 w 5673186"/>
              <a:gd name="connsiteY128" fmla="*/ 1517404 h 1798781"/>
              <a:gd name="connsiteX129" fmla="*/ 1609821 w 5673186"/>
              <a:gd name="connsiteY129" fmla="*/ 1535502 h 1798781"/>
              <a:gd name="connsiteX130" fmla="*/ 1615536 w 5673186"/>
              <a:gd name="connsiteY130" fmla="*/ 1555504 h 1798781"/>
              <a:gd name="connsiteX131" fmla="*/ 1628871 w 5673186"/>
              <a:gd name="connsiteY131" fmla="*/ 1565981 h 1798781"/>
              <a:gd name="connsiteX132" fmla="*/ 1640301 w 5673186"/>
              <a:gd name="connsiteY132" fmla="*/ 1554552 h 1798781"/>
              <a:gd name="connsiteX133" fmla="*/ 1645064 w 5673186"/>
              <a:gd name="connsiteY133" fmla="*/ 1513594 h 1798781"/>
              <a:gd name="connsiteX134" fmla="*/ 1625061 w 5673186"/>
              <a:gd name="connsiteY134" fmla="*/ 1436442 h 1798781"/>
              <a:gd name="connsiteX135" fmla="*/ 1619346 w 5673186"/>
              <a:gd name="connsiteY135" fmla="*/ 1374529 h 1798781"/>
              <a:gd name="connsiteX136" fmla="*/ 1560291 w 5673186"/>
              <a:gd name="connsiteY136" fmla="*/ 1371672 h 1798781"/>
              <a:gd name="connsiteX137" fmla="*/ 1461231 w 5673186"/>
              <a:gd name="connsiteY137" fmla="*/ 1354527 h 1798781"/>
              <a:gd name="connsiteX138" fmla="*/ 1400271 w 5673186"/>
              <a:gd name="connsiteY138" fmla="*/ 1341192 h 1798781"/>
              <a:gd name="connsiteX139" fmla="*/ 1382174 w 5673186"/>
              <a:gd name="connsiteY139" fmla="*/ 1335477 h 1798781"/>
              <a:gd name="connsiteX140" fmla="*/ 1380269 w 5673186"/>
              <a:gd name="connsiteY140" fmla="*/ 1354527 h 1798781"/>
              <a:gd name="connsiteX141" fmla="*/ 1376459 w 5673186"/>
              <a:gd name="connsiteY141" fmla="*/ 1392627 h 1798781"/>
              <a:gd name="connsiteX142" fmla="*/ 1331691 w 5673186"/>
              <a:gd name="connsiteY142" fmla="*/ 1401199 h 1798781"/>
              <a:gd name="connsiteX143" fmla="*/ 1293591 w 5673186"/>
              <a:gd name="connsiteY143" fmla="*/ 1379292 h 1798781"/>
              <a:gd name="connsiteX144" fmla="*/ 1285971 w 5673186"/>
              <a:gd name="connsiteY144" fmla="*/ 1367862 h 1798781"/>
              <a:gd name="connsiteX145" fmla="*/ 1281209 w 5673186"/>
              <a:gd name="connsiteY145" fmla="*/ 1374529 h 1798781"/>
              <a:gd name="connsiteX146" fmla="*/ 1237394 w 5673186"/>
              <a:gd name="connsiteY146" fmla="*/ 1402152 h 1798781"/>
              <a:gd name="connsiteX147" fmla="*/ 1182149 w 5673186"/>
              <a:gd name="connsiteY147" fmla="*/ 1358337 h 1798781"/>
              <a:gd name="connsiteX148" fmla="*/ 1190721 w 5673186"/>
              <a:gd name="connsiteY148" fmla="*/ 1304997 h 1798781"/>
              <a:gd name="connsiteX149" fmla="*/ 1210724 w 5673186"/>
              <a:gd name="connsiteY149" fmla="*/ 1289756 h 1798781"/>
              <a:gd name="connsiteX150" fmla="*/ 1092614 w 5673186"/>
              <a:gd name="connsiteY150" fmla="*/ 1261181 h 1798781"/>
              <a:gd name="connsiteX151" fmla="*/ 1064039 w 5673186"/>
              <a:gd name="connsiteY151" fmla="*/ 1266897 h 1798781"/>
              <a:gd name="connsiteX152" fmla="*/ 1003079 w 5673186"/>
              <a:gd name="connsiteY152" fmla="*/ 1313569 h 1798781"/>
              <a:gd name="connsiteX153" fmla="*/ 997364 w 5673186"/>
              <a:gd name="connsiteY153" fmla="*/ 1324999 h 1798781"/>
              <a:gd name="connsiteX154" fmla="*/ 1003079 w 5673186"/>
              <a:gd name="connsiteY154" fmla="*/ 1351669 h 1798781"/>
              <a:gd name="connsiteX155" fmla="*/ 947834 w 5673186"/>
              <a:gd name="connsiteY155" fmla="*/ 1421202 h 1798781"/>
              <a:gd name="connsiteX156" fmla="*/ 943071 w 5673186"/>
              <a:gd name="connsiteY156" fmla="*/ 1421202 h 1798781"/>
              <a:gd name="connsiteX157" fmla="*/ 745904 w 5673186"/>
              <a:gd name="connsiteY157" fmla="*/ 1403104 h 1798781"/>
              <a:gd name="connsiteX158" fmla="*/ 636366 w 5673186"/>
              <a:gd name="connsiteY158" fmla="*/ 1389769 h 1798781"/>
              <a:gd name="connsiteX159" fmla="*/ 600171 w 5673186"/>
              <a:gd name="connsiteY159" fmla="*/ 1240227 h 1798781"/>
              <a:gd name="connsiteX160" fmla="*/ 600171 w 5673186"/>
              <a:gd name="connsiteY160" fmla="*/ 1220224 h 1798781"/>
              <a:gd name="connsiteX161" fmla="*/ 560166 w 5673186"/>
              <a:gd name="connsiteY161" fmla="*/ 1216414 h 1798781"/>
              <a:gd name="connsiteX162" fmla="*/ 517304 w 5673186"/>
              <a:gd name="connsiteY162" fmla="*/ 1267849 h 1798781"/>
              <a:gd name="connsiteX163" fmla="*/ 510636 w 5673186"/>
              <a:gd name="connsiteY163" fmla="*/ 1284042 h 1798781"/>
              <a:gd name="connsiteX164" fmla="*/ 519209 w 5673186"/>
              <a:gd name="connsiteY164" fmla="*/ 1309759 h 1798781"/>
              <a:gd name="connsiteX165" fmla="*/ 477299 w 5673186"/>
              <a:gd name="connsiteY165" fmla="*/ 1384054 h 1798781"/>
              <a:gd name="connsiteX166" fmla="*/ 322994 w 5673186"/>
              <a:gd name="connsiteY166" fmla="*/ 1382149 h 1798781"/>
              <a:gd name="connsiteX167" fmla="*/ 186786 w 5673186"/>
              <a:gd name="connsiteY167" fmla="*/ 1338334 h 1798781"/>
              <a:gd name="connsiteX168" fmla="*/ 127731 w 5673186"/>
              <a:gd name="connsiteY168" fmla="*/ 1189744 h 1798781"/>
              <a:gd name="connsiteX169" fmla="*/ 257271 w 5673186"/>
              <a:gd name="connsiteY169" fmla="*/ 1089732 h 1798781"/>
              <a:gd name="connsiteX170" fmla="*/ 318231 w 5673186"/>
              <a:gd name="connsiteY170" fmla="*/ 1084969 h 1798781"/>
              <a:gd name="connsiteX171" fmla="*/ 208694 w 5673186"/>
              <a:gd name="connsiteY171" fmla="*/ 1059252 h 1798781"/>
              <a:gd name="connsiteX172" fmla="*/ 26766 w 5673186"/>
              <a:gd name="connsiteY172" fmla="*/ 1016389 h 1798781"/>
              <a:gd name="connsiteX173" fmla="*/ 96 w 5673186"/>
              <a:gd name="connsiteY173" fmla="*/ 1004007 h 1798781"/>
              <a:gd name="connsiteX174" fmla="*/ 138209 w 5673186"/>
              <a:gd name="connsiteY174" fmla="*/ 981147 h 1798781"/>
              <a:gd name="connsiteX175" fmla="*/ 361094 w 5673186"/>
              <a:gd name="connsiteY175" fmla="*/ 1014484 h 1798781"/>
              <a:gd name="connsiteX176" fmla="*/ 801149 w 5673186"/>
              <a:gd name="connsiteY176" fmla="*/ 1075444 h 1798781"/>
              <a:gd name="connsiteX177" fmla="*/ 1055466 w 5673186"/>
              <a:gd name="connsiteY177" fmla="*/ 1090684 h 1798781"/>
              <a:gd name="connsiteX178" fmla="*/ 1075469 w 5673186"/>
              <a:gd name="connsiteY178" fmla="*/ 1067824 h 1798781"/>
              <a:gd name="connsiteX179" fmla="*/ 1076421 w 5673186"/>
              <a:gd name="connsiteY179" fmla="*/ 1052584 h 1798781"/>
              <a:gd name="connsiteX180" fmla="*/ 1060229 w 5673186"/>
              <a:gd name="connsiteY180" fmla="*/ 981147 h 1798781"/>
              <a:gd name="connsiteX181" fmla="*/ 917354 w 5673186"/>
              <a:gd name="connsiteY181" fmla="*/ 779217 h 1798781"/>
              <a:gd name="connsiteX182" fmla="*/ 948786 w 5673186"/>
              <a:gd name="connsiteY182" fmla="*/ 672536 h 1798781"/>
              <a:gd name="connsiteX183" fmla="*/ 977361 w 5673186"/>
              <a:gd name="connsiteY183" fmla="*/ 640151 h 1798781"/>
              <a:gd name="connsiteX184" fmla="*/ 1167861 w 5673186"/>
              <a:gd name="connsiteY184" fmla="*/ 472511 h 1798781"/>
              <a:gd name="connsiteX185" fmla="*/ 1367886 w 5673186"/>
              <a:gd name="connsiteY185" fmla="*/ 423934 h 1798781"/>
              <a:gd name="connsiteX186" fmla="*/ 1698404 w 5673186"/>
              <a:gd name="connsiteY186" fmla="*/ 513469 h 1798781"/>
              <a:gd name="connsiteX187" fmla="*/ 1767936 w 5673186"/>
              <a:gd name="connsiteY187" fmla="*/ 542997 h 1798781"/>
              <a:gd name="connsiteX188" fmla="*/ 2060354 w 5673186"/>
              <a:gd name="connsiteY188" fmla="*/ 700159 h 1798781"/>
              <a:gd name="connsiteX189" fmla="*/ 2223231 w 5673186"/>
              <a:gd name="connsiteY189" fmla="*/ 760167 h 1798781"/>
              <a:gd name="connsiteX190" fmla="*/ 2890934 w 5673186"/>
              <a:gd name="connsiteY190" fmla="*/ 920186 h 1798781"/>
              <a:gd name="connsiteX191" fmla="*/ 2939511 w 5673186"/>
              <a:gd name="connsiteY191" fmla="*/ 900184 h 1798781"/>
              <a:gd name="connsiteX192" fmla="*/ 3134774 w 5673186"/>
              <a:gd name="connsiteY192" fmla="*/ 654439 h 1798781"/>
              <a:gd name="connsiteX193" fmla="*/ 3645314 w 5673186"/>
              <a:gd name="connsiteY193" fmla="*/ 61031 h 1798781"/>
              <a:gd name="connsiteX194" fmla="*/ 3661506 w 5673186"/>
              <a:gd name="connsiteY194" fmla="*/ 41029 h 1798781"/>
              <a:gd name="connsiteX195" fmla="*/ 3725131 w 5673186"/>
              <a:gd name="connsiteY195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698404 w 5673186"/>
              <a:gd name="connsiteY112" fmla="*/ 1536454 h 1798781"/>
              <a:gd name="connsiteX113" fmla="*/ 1708881 w 5673186"/>
              <a:gd name="connsiteY113" fmla="*/ 1593604 h 1798781"/>
              <a:gd name="connsiteX114" fmla="*/ 1697451 w 5673186"/>
              <a:gd name="connsiteY114" fmla="*/ 1592652 h 1798781"/>
              <a:gd name="connsiteX115" fmla="*/ 1687926 w 5673186"/>
              <a:gd name="connsiteY115" fmla="*/ 1601224 h 1798781"/>
              <a:gd name="connsiteX116" fmla="*/ 1702214 w 5673186"/>
              <a:gd name="connsiteY116" fmla="*/ 1605987 h 1798781"/>
              <a:gd name="connsiteX117" fmla="*/ 1743171 w 5673186"/>
              <a:gd name="connsiteY117" fmla="*/ 1650754 h 1798781"/>
              <a:gd name="connsiteX118" fmla="*/ 1726979 w 5673186"/>
              <a:gd name="connsiteY118" fmla="*/ 1704094 h 1798781"/>
              <a:gd name="connsiteX119" fmla="*/ 1676496 w 5673186"/>
              <a:gd name="connsiteY119" fmla="*/ 1701237 h 1798781"/>
              <a:gd name="connsiteX120" fmla="*/ 1665066 w 5673186"/>
              <a:gd name="connsiteY120" fmla="*/ 1682187 h 1798781"/>
              <a:gd name="connsiteX121" fmla="*/ 1633634 w 5673186"/>
              <a:gd name="connsiteY121" fmla="*/ 1683139 h 1798781"/>
              <a:gd name="connsiteX122" fmla="*/ 1597439 w 5673186"/>
              <a:gd name="connsiteY122" fmla="*/ 1699331 h 1798781"/>
              <a:gd name="connsiteX123" fmla="*/ 1573626 w 5673186"/>
              <a:gd name="connsiteY123" fmla="*/ 1669804 h 1798781"/>
              <a:gd name="connsiteX124" fmla="*/ 1592676 w 5673186"/>
              <a:gd name="connsiteY124" fmla="*/ 1636467 h 1798781"/>
              <a:gd name="connsiteX125" fmla="*/ 1599344 w 5673186"/>
              <a:gd name="connsiteY125" fmla="*/ 1620274 h 1798781"/>
              <a:gd name="connsiteX126" fmla="*/ 1543146 w 5673186"/>
              <a:gd name="connsiteY126" fmla="*/ 1605034 h 1798781"/>
              <a:gd name="connsiteX127" fmla="*/ 1568864 w 5673186"/>
              <a:gd name="connsiteY127" fmla="*/ 1517404 h 1798781"/>
              <a:gd name="connsiteX128" fmla="*/ 1609821 w 5673186"/>
              <a:gd name="connsiteY128" fmla="*/ 1535502 h 1798781"/>
              <a:gd name="connsiteX129" fmla="*/ 1615536 w 5673186"/>
              <a:gd name="connsiteY129" fmla="*/ 1555504 h 1798781"/>
              <a:gd name="connsiteX130" fmla="*/ 1628871 w 5673186"/>
              <a:gd name="connsiteY130" fmla="*/ 1565981 h 1798781"/>
              <a:gd name="connsiteX131" fmla="*/ 1640301 w 5673186"/>
              <a:gd name="connsiteY131" fmla="*/ 1554552 h 1798781"/>
              <a:gd name="connsiteX132" fmla="*/ 1645064 w 5673186"/>
              <a:gd name="connsiteY132" fmla="*/ 1513594 h 1798781"/>
              <a:gd name="connsiteX133" fmla="*/ 1625061 w 5673186"/>
              <a:gd name="connsiteY133" fmla="*/ 1436442 h 1798781"/>
              <a:gd name="connsiteX134" fmla="*/ 1619346 w 5673186"/>
              <a:gd name="connsiteY134" fmla="*/ 1374529 h 1798781"/>
              <a:gd name="connsiteX135" fmla="*/ 1560291 w 5673186"/>
              <a:gd name="connsiteY135" fmla="*/ 1371672 h 1798781"/>
              <a:gd name="connsiteX136" fmla="*/ 1461231 w 5673186"/>
              <a:gd name="connsiteY136" fmla="*/ 1354527 h 1798781"/>
              <a:gd name="connsiteX137" fmla="*/ 1400271 w 5673186"/>
              <a:gd name="connsiteY137" fmla="*/ 1341192 h 1798781"/>
              <a:gd name="connsiteX138" fmla="*/ 1382174 w 5673186"/>
              <a:gd name="connsiteY138" fmla="*/ 1335477 h 1798781"/>
              <a:gd name="connsiteX139" fmla="*/ 1380269 w 5673186"/>
              <a:gd name="connsiteY139" fmla="*/ 1354527 h 1798781"/>
              <a:gd name="connsiteX140" fmla="*/ 1376459 w 5673186"/>
              <a:gd name="connsiteY140" fmla="*/ 1392627 h 1798781"/>
              <a:gd name="connsiteX141" fmla="*/ 1331691 w 5673186"/>
              <a:gd name="connsiteY141" fmla="*/ 1401199 h 1798781"/>
              <a:gd name="connsiteX142" fmla="*/ 1293591 w 5673186"/>
              <a:gd name="connsiteY142" fmla="*/ 1379292 h 1798781"/>
              <a:gd name="connsiteX143" fmla="*/ 1285971 w 5673186"/>
              <a:gd name="connsiteY143" fmla="*/ 1367862 h 1798781"/>
              <a:gd name="connsiteX144" fmla="*/ 1281209 w 5673186"/>
              <a:gd name="connsiteY144" fmla="*/ 1374529 h 1798781"/>
              <a:gd name="connsiteX145" fmla="*/ 1237394 w 5673186"/>
              <a:gd name="connsiteY145" fmla="*/ 1402152 h 1798781"/>
              <a:gd name="connsiteX146" fmla="*/ 1182149 w 5673186"/>
              <a:gd name="connsiteY146" fmla="*/ 1358337 h 1798781"/>
              <a:gd name="connsiteX147" fmla="*/ 1190721 w 5673186"/>
              <a:gd name="connsiteY147" fmla="*/ 1304997 h 1798781"/>
              <a:gd name="connsiteX148" fmla="*/ 1210724 w 5673186"/>
              <a:gd name="connsiteY148" fmla="*/ 1289756 h 1798781"/>
              <a:gd name="connsiteX149" fmla="*/ 1092614 w 5673186"/>
              <a:gd name="connsiteY149" fmla="*/ 1261181 h 1798781"/>
              <a:gd name="connsiteX150" fmla="*/ 1064039 w 5673186"/>
              <a:gd name="connsiteY150" fmla="*/ 1266897 h 1798781"/>
              <a:gd name="connsiteX151" fmla="*/ 1003079 w 5673186"/>
              <a:gd name="connsiteY151" fmla="*/ 1313569 h 1798781"/>
              <a:gd name="connsiteX152" fmla="*/ 997364 w 5673186"/>
              <a:gd name="connsiteY152" fmla="*/ 1324999 h 1798781"/>
              <a:gd name="connsiteX153" fmla="*/ 1003079 w 5673186"/>
              <a:gd name="connsiteY153" fmla="*/ 1351669 h 1798781"/>
              <a:gd name="connsiteX154" fmla="*/ 947834 w 5673186"/>
              <a:gd name="connsiteY154" fmla="*/ 1421202 h 1798781"/>
              <a:gd name="connsiteX155" fmla="*/ 943071 w 5673186"/>
              <a:gd name="connsiteY155" fmla="*/ 1421202 h 1798781"/>
              <a:gd name="connsiteX156" fmla="*/ 745904 w 5673186"/>
              <a:gd name="connsiteY156" fmla="*/ 1403104 h 1798781"/>
              <a:gd name="connsiteX157" fmla="*/ 636366 w 5673186"/>
              <a:gd name="connsiteY157" fmla="*/ 1389769 h 1798781"/>
              <a:gd name="connsiteX158" fmla="*/ 600171 w 5673186"/>
              <a:gd name="connsiteY158" fmla="*/ 1240227 h 1798781"/>
              <a:gd name="connsiteX159" fmla="*/ 600171 w 5673186"/>
              <a:gd name="connsiteY159" fmla="*/ 1220224 h 1798781"/>
              <a:gd name="connsiteX160" fmla="*/ 560166 w 5673186"/>
              <a:gd name="connsiteY160" fmla="*/ 1216414 h 1798781"/>
              <a:gd name="connsiteX161" fmla="*/ 517304 w 5673186"/>
              <a:gd name="connsiteY161" fmla="*/ 1267849 h 1798781"/>
              <a:gd name="connsiteX162" fmla="*/ 510636 w 5673186"/>
              <a:gd name="connsiteY162" fmla="*/ 1284042 h 1798781"/>
              <a:gd name="connsiteX163" fmla="*/ 519209 w 5673186"/>
              <a:gd name="connsiteY163" fmla="*/ 1309759 h 1798781"/>
              <a:gd name="connsiteX164" fmla="*/ 477299 w 5673186"/>
              <a:gd name="connsiteY164" fmla="*/ 1384054 h 1798781"/>
              <a:gd name="connsiteX165" fmla="*/ 322994 w 5673186"/>
              <a:gd name="connsiteY165" fmla="*/ 1382149 h 1798781"/>
              <a:gd name="connsiteX166" fmla="*/ 186786 w 5673186"/>
              <a:gd name="connsiteY166" fmla="*/ 1338334 h 1798781"/>
              <a:gd name="connsiteX167" fmla="*/ 127731 w 5673186"/>
              <a:gd name="connsiteY167" fmla="*/ 1189744 h 1798781"/>
              <a:gd name="connsiteX168" fmla="*/ 257271 w 5673186"/>
              <a:gd name="connsiteY168" fmla="*/ 1089732 h 1798781"/>
              <a:gd name="connsiteX169" fmla="*/ 318231 w 5673186"/>
              <a:gd name="connsiteY169" fmla="*/ 1084969 h 1798781"/>
              <a:gd name="connsiteX170" fmla="*/ 208694 w 5673186"/>
              <a:gd name="connsiteY170" fmla="*/ 1059252 h 1798781"/>
              <a:gd name="connsiteX171" fmla="*/ 26766 w 5673186"/>
              <a:gd name="connsiteY171" fmla="*/ 1016389 h 1798781"/>
              <a:gd name="connsiteX172" fmla="*/ 96 w 5673186"/>
              <a:gd name="connsiteY172" fmla="*/ 1004007 h 1798781"/>
              <a:gd name="connsiteX173" fmla="*/ 138209 w 5673186"/>
              <a:gd name="connsiteY173" fmla="*/ 981147 h 1798781"/>
              <a:gd name="connsiteX174" fmla="*/ 361094 w 5673186"/>
              <a:gd name="connsiteY174" fmla="*/ 1014484 h 1798781"/>
              <a:gd name="connsiteX175" fmla="*/ 801149 w 5673186"/>
              <a:gd name="connsiteY175" fmla="*/ 1075444 h 1798781"/>
              <a:gd name="connsiteX176" fmla="*/ 1055466 w 5673186"/>
              <a:gd name="connsiteY176" fmla="*/ 1090684 h 1798781"/>
              <a:gd name="connsiteX177" fmla="*/ 1075469 w 5673186"/>
              <a:gd name="connsiteY177" fmla="*/ 1067824 h 1798781"/>
              <a:gd name="connsiteX178" fmla="*/ 1076421 w 5673186"/>
              <a:gd name="connsiteY178" fmla="*/ 1052584 h 1798781"/>
              <a:gd name="connsiteX179" fmla="*/ 1060229 w 5673186"/>
              <a:gd name="connsiteY179" fmla="*/ 981147 h 1798781"/>
              <a:gd name="connsiteX180" fmla="*/ 917354 w 5673186"/>
              <a:gd name="connsiteY180" fmla="*/ 779217 h 1798781"/>
              <a:gd name="connsiteX181" fmla="*/ 948786 w 5673186"/>
              <a:gd name="connsiteY181" fmla="*/ 672536 h 1798781"/>
              <a:gd name="connsiteX182" fmla="*/ 977361 w 5673186"/>
              <a:gd name="connsiteY182" fmla="*/ 640151 h 1798781"/>
              <a:gd name="connsiteX183" fmla="*/ 1167861 w 5673186"/>
              <a:gd name="connsiteY183" fmla="*/ 472511 h 1798781"/>
              <a:gd name="connsiteX184" fmla="*/ 1367886 w 5673186"/>
              <a:gd name="connsiteY184" fmla="*/ 423934 h 1798781"/>
              <a:gd name="connsiteX185" fmla="*/ 1698404 w 5673186"/>
              <a:gd name="connsiteY185" fmla="*/ 513469 h 1798781"/>
              <a:gd name="connsiteX186" fmla="*/ 1767936 w 5673186"/>
              <a:gd name="connsiteY186" fmla="*/ 542997 h 1798781"/>
              <a:gd name="connsiteX187" fmla="*/ 2060354 w 5673186"/>
              <a:gd name="connsiteY187" fmla="*/ 700159 h 1798781"/>
              <a:gd name="connsiteX188" fmla="*/ 2223231 w 5673186"/>
              <a:gd name="connsiteY188" fmla="*/ 760167 h 1798781"/>
              <a:gd name="connsiteX189" fmla="*/ 2890934 w 5673186"/>
              <a:gd name="connsiteY189" fmla="*/ 920186 h 1798781"/>
              <a:gd name="connsiteX190" fmla="*/ 2939511 w 5673186"/>
              <a:gd name="connsiteY190" fmla="*/ 900184 h 1798781"/>
              <a:gd name="connsiteX191" fmla="*/ 3134774 w 5673186"/>
              <a:gd name="connsiteY191" fmla="*/ 654439 h 1798781"/>
              <a:gd name="connsiteX192" fmla="*/ 3645314 w 5673186"/>
              <a:gd name="connsiteY192" fmla="*/ 61031 h 1798781"/>
              <a:gd name="connsiteX193" fmla="*/ 3661506 w 5673186"/>
              <a:gd name="connsiteY193" fmla="*/ 41029 h 1798781"/>
              <a:gd name="connsiteX194" fmla="*/ 3725131 w 5673186"/>
              <a:gd name="connsiteY194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730789 w 5673186"/>
              <a:gd name="connsiteY108" fmla="*/ 1403104 h 1798781"/>
              <a:gd name="connsiteX109" fmla="*/ 1695546 w 5673186"/>
              <a:gd name="connsiteY109" fmla="*/ 1450729 h 1798781"/>
              <a:gd name="connsiteX110" fmla="*/ 1694594 w 5673186"/>
              <a:gd name="connsiteY110" fmla="*/ 1474542 h 1798781"/>
              <a:gd name="connsiteX111" fmla="*/ 1698404 w 5673186"/>
              <a:gd name="connsiteY111" fmla="*/ 1536454 h 1798781"/>
              <a:gd name="connsiteX112" fmla="*/ 1708881 w 5673186"/>
              <a:gd name="connsiteY112" fmla="*/ 1593604 h 1798781"/>
              <a:gd name="connsiteX113" fmla="*/ 1697451 w 5673186"/>
              <a:gd name="connsiteY113" fmla="*/ 1592652 h 1798781"/>
              <a:gd name="connsiteX114" fmla="*/ 1687926 w 5673186"/>
              <a:gd name="connsiteY114" fmla="*/ 1601224 h 1798781"/>
              <a:gd name="connsiteX115" fmla="*/ 1702214 w 5673186"/>
              <a:gd name="connsiteY115" fmla="*/ 1605987 h 1798781"/>
              <a:gd name="connsiteX116" fmla="*/ 1743171 w 5673186"/>
              <a:gd name="connsiteY116" fmla="*/ 1650754 h 1798781"/>
              <a:gd name="connsiteX117" fmla="*/ 1726979 w 5673186"/>
              <a:gd name="connsiteY117" fmla="*/ 1704094 h 1798781"/>
              <a:gd name="connsiteX118" fmla="*/ 1676496 w 5673186"/>
              <a:gd name="connsiteY118" fmla="*/ 1701237 h 1798781"/>
              <a:gd name="connsiteX119" fmla="*/ 1665066 w 5673186"/>
              <a:gd name="connsiteY119" fmla="*/ 1682187 h 1798781"/>
              <a:gd name="connsiteX120" fmla="*/ 1633634 w 5673186"/>
              <a:gd name="connsiteY120" fmla="*/ 1683139 h 1798781"/>
              <a:gd name="connsiteX121" fmla="*/ 1597439 w 5673186"/>
              <a:gd name="connsiteY121" fmla="*/ 1699331 h 1798781"/>
              <a:gd name="connsiteX122" fmla="*/ 1573626 w 5673186"/>
              <a:gd name="connsiteY122" fmla="*/ 1669804 h 1798781"/>
              <a:gd name="connsiteX123" fmla="*/ 1592676 w 5673186"/>
              <a:gd name="connsiteY123" fmla="*/ 1636467 h 1798781"/>
              <a:gd name="connsiteX124" fmla="*/ 1599344 w 5673186"/>
              <a:gd name="connsiteY124" fmla="*/ 1620274 h 1798781"/>
              <a:gd name="connsiteX125" fmla="*/ 1543146 w 5673186"/>
              <a:gd name="connsiteY125" fmla="*/ 1605034 h 1798781"/>
              <a:gd name="connsiteX126" fmla="*/ 1568864 w 5673186"/>
              <a:gd name="connsiteY126" fmla="*/ 1517404 h 1798781"/>
              <a:gd name="connsiteX127" fmla="*/ 1609821 w 5673186"/>
              <a:gd name="connsiteY127" fmla="*/ 1535502 h 1798781"/>
              <a:gd name="connsiteX128" fmla="*/ 1615536 w 5673186"/>
              <a:gd name="connsiteY128" fmla="*/ 1555504 h 1798781"/>
              <a:gd name="connsiteX129" fmla="*/ 1628871 w 5673186"/>
              <a:gd name="connsiteY129" fmla="*/ 1565981 h 1798781"/>
              <a:gd name="connsiteX130" fmla="*/ 1640301 w 5673186"/>
              <a:gd name="connsiteY130" fmla="*/ 1554552 h 1798781"/>
              <a:gd name="connsiteX131" fmla="*/ 1645064 w 5673186"/>
              <a:gd name="connsiteY131" fmla="*/ 1513594 h 1798781"/>
              <a:gd name="connsiteX132" fmla="*/ 1625061 w 5673186"/>
              <a:gd name="connsiteY132" fmla="*/ 1436442 h 1798781"/>
              <a:gd name="connsiteX133" fmla="*/ 1619346 w 5673186"/>
              <a:gd name="connsiteY133" fmla="*/ 1374529 h 1798781"/>
              <a:gd name="connsiteX134" fmla="*/ 1560291 w 5673186"/>
              <a:gd name="connsiteY134" fmla="*/ 1371672 h 1798781"/>
              <a:gd name="connsiteX135" fmla="*/ 1461231 w 5673186"/>
              <a:gd name="connsiteY135" fmla="*/ 1354527 h 1798781"/>
              <a:gd name="connsiteX136" fmla="*/ 1400271 w 5673186"/>
              <a:gd name="connsiteY136" fmla="*/ 1341192 h 1798781"/>
              <a:gd name="connsiteX137" fmla="*/ 1382174 w 5673186"/>
              <a:gd name="connsiteY137" fmla="*/ 1335477 h 1798781"/>
              <a:gd name="connsiteX138" fmla="*/ 1380269 w 5673186"/>
              <a:gd name="connsiteY138" fmla="*/ 1354527 h 1798781"/>
              <a:gd name="connsiteX139" fmla="*/ 1376459 w 5673186"/>
              <a:gd name="connsiteY139" fmla="*/ 1392627 h 1798781"/>
              <a:gd name="connsiteX140" fmla="*/ 1331691 w 5673186"/>
              <a:gd name="connsiteY140" fmla="*/ 1401199 h 1798781"/>
              <a:gd name="connsiteX141" fmla="*/ 1293591 w 5673186"/>
              <a:gd name="connsiteY141" fmla="*/ 1379292 h 1798781"/>
              <a:gd name="connsiteX142" fmla="*/ 1285971 w 5673186"/>
              <a:gd name="connsiteY142" fmla="*/ 1367862 h 1798781"/>
              <a:gd name="connsiteX143" fmla="*/ 1281209 w 5673186"/>
              <a:gd name="connsiteY143" fmla="*/ 1374529 h 1798781"/>
              <a:gd name="connsiteX144" fmla="*/ 1237394 w 5673186"/>
              <a:gd name="connsiteY144" fmla="*/ 1402152 h 1798781"/>
              <a:gd name="connsiteX145" fmla="*/ 1182149 w 5673186"/>
              <a:gd name="connsiteY145" fmla="*/ 1358337 h 1798781"/>
              <a:gd name="connsiteX146" fmla="*/ 1190721 w 5673186"/>
              <a:gd name="connsiteY146" fmla="*/ 1304997 h 1798781"/>
              <a:gd name="connsiteX147" fmla="*/ 1210724 w 5673186"/>
              <a:gd name="connsiteY147" fmla="*/ 1289756 h 1798781"/>
              <a:gd name="connsiteX148" fmla="*/ 1092614 w 5673186"/>
              <a:gd name="connsiteY148" fmla="*/ 1261181 h 1798781"/>
              <a:gd name="connsiteX149" fmla="*/ 1064039 w 5673186"/>
              <a:gd name="connsiteY149" fmla="*/ 1266897 h 1798781"/>
              <a:gd name="connsiteX150" fmla="*/ 1003079 w 5673186"/>
              <a:gd name="connsiteY150" fmla="*/ 1313569 h 1798781"/>
              <a:gd name="connsiteX151" fmla="*/ 997364 w 5673186"/>
              <a:gd name="connsiteY151" fmla="*/ 1324999 h 1798781"/>
              <a:gd name="connsiteX152" fmla="*/ 1003079 w 5673186"/>
              <a:gd name="connsiteY152" fmla="*/ 1351669 h 1798781"/>
              <a:gd name="connsiteX153" fmla="*/ 947834 w 5673186"/>
              <a:gd name="connsiteY153" fmla="*/ 1421202 h 1798781"/>
              <a:gd name="connsiteX154" fmla="*/ 943071 w 5673186"/>
              <a:gd name="connsiteY154" fmla="*/ 1421202 h 1798781"/>
              <a:gd name="connsiteX155" fmla="*/ 745904 w 5673186"/>
              <a:gd name="connsiteY155" fmla="*/ 1403104 h 1798781"/>
              <a:gd name="connsiteX156" fmla="*/ 636366 w 5673186"/>
              <a:gd name="connsiteY156" fmla="*/ 1389769 h 1798781"/>
              <a:gd name="connsiteX157" fmla="*/ 600171 w 5673186"/>
              <a:gd name="connsiteY157" fmla="*/ 1240227 h 1798781"/>
              <a:gd name="connsiteX158" fmla="*/ 600171 w 5673186"/>
              <a:gd name="connsiteY158" fmla="*/ 1220224 h 1798781"/>
              <a:gd name="connsiteX159" fmla="*/ 560166 w 5673186"/>
              <a:gd name="connsiteY159" fmla="*/ 1216414 h 1798781"/>
              <a:gd name="connsiteX160" fmla="*/ 517304 w 5673186"/>
              <a:gd name="connsiteY160" fmla="*/ 1267849 h 1798781"/>
              <a:gd name="connsiteX161" fmla="*/ 510636 w 5673186"/>
              <a:gd name="connsiteY161" fmla="*/ 1284042 h 1798781"/>
              <a:gd name="connsiteX162" fmla="*/ 519209 w 5673186"/>
              <a:gd name="connsiteY162" fmla="*/ 1309759 h 1798781"/>
              <a:gd name="connsiteX163" fmla="*/ 477299 w 5673186"/>
              <a:gd name="connsiteY163" fmla="*/ 1384054 h 1798781"/>
              <a:gd name="connsiteX164" fmla="*/ 322994 w 5673186"/>
              <a:gd name="connsiteY164" fmla="*/ 1382149 h 1798781"/>
              <a:gd name="connsiteX165" fmla="*/ 186786 w 5673186"/>
              <a:gd name="connsiteY165" fmla="*/ 1338334 h 1798781"/>
              <a:gd name="connsiteX166" fmla="*/ 127731 w 5673186"/>
              <a:gd name="connsiteY166" fmla="*/ 1189744 h 1798781"/>
              <a:gd name="connsiteX167" fmla="*/ 257271 w 5673186"/>
              <a:gd name="connsiteY167" fmla="*/ 1089732 h 1798781"/>
              <a:gd name="connsiteX168" fmla="*/ 318231 w 5673186"/>
              <a:gd name="connsiteY168" fmla="*/ 1084969 h 1798781"/>
              <a:gd name="connsiteX169" fmla="*/ 208694 w 5673186"/>
              <a:gd name="connsiteY169" fmla="*/ 1059252 h 1798781"/>
              <a:gd name="connsiteX170" fmla="*/ 26766 w 5673186"/>
              <a:gd name="connsiteY170" fmla="*/ 1016389 h 1798781"/>
              <a:gd name="connsiteX171" fmla="*/ 96 w 5673186"/>
              <a:gd name="connsiteY171" fmla="*/ 1004007 h 1798781"/>
              <a:gd name="connsiteX172" fmla="*/ 138209 w 5673186"/>
              <a:gd name="connsiteY172" fmla="*/ 981147 h 1798781"/>
              <a:gd name="connsiteX173" fmla="*/ 361094 w 5673186"/>
              <a:gd name="connsiteY173" fmla="*/ 1014484 h 1798781"/>
              <a:gd name="connsiteX174" fmla="*/ 801149 w 5673186"/>
              <a:gd name="connsiteY174" fmla="*/ 1075444 h 1798781"/>
              <a:gd name="connsiteX175" fmla="*/ 1055466 w 5673186"/>
              <a:gd name="connsiteY175" fmla="*/ 1090684 h 1798781"/>
              <a:gd name="connsiteX176" fmla="*/ 1075469 w 5673186"/>
              <a:gd name="connsiteY176" fmla="*/ 1067824 h 1798781"/>
              <a:gd name="connsiteX177" fmla="*/ 1076421 w 5673186"/>
              <a:gd name="connsiteY177" fmla="*/ 1052584 h 1798781"/>
              <a:gd name="connsiteX178" fmla="*/ 1060229 w 5673186"/>
              <a:gd name="connsiteY178" fmla="*/ 981147 h 1798781"/>
              <a:gd name="connsiteX179" fmla="*/ 917354 w 5673186"/>
              <a:gd name="connsiteY179" fmla="*/ 779217 h 1798781"/>
              <a:gd name="connsiteX180" fmla="*/ 948786 w 5673186"/>
              <a:gd name="connsiteY180" fmla="*/ 672536 h 1798781"/>
              <a:gd name="connsiteX181" fmla="*/ 977361 w 5673186"/>
              <a:gd name="connsiteY181" fmla="*/ 640151 h 1798781"/>
              <a:gd name="connsiteX182" fmla="*/ 1167861 w 5673186"/>
              <a:gd name="connsiteY182" fmla="*/ 472511 h 1798781"/>
              <a:gd name="connsiteX183" fmla="*/ 1367886 w 5673186"/>
              <a:gd name="connsiteY183" fmla="*/ 423934 h 1798781"/>
              <a:gd name="connsiteX184" fmla="*/ 1698404 w 5673186"/>
              <a:gd name="connsiteY184" fmla="*/ 513469 h 1798781"/>
              <a:gd name="connsiteX185" fmla="*/ 1767936 w 5673186"/>
              <a:gd name="connsiteY185" fmla="*/ 542997 h 1798781"/>
              <a:gd name="connsiteX186" fmla="*/ 2060354 w 5673186"/>
              <a:gd name="connsiteY186" fmla="*/ 700159 h 1798781"/>
              <a:gd name="connsiteX187" fmla="*/ 2223231 w 5673186"/>
              <a:gd name="connsiteY187" fmla="*/ 760167 h 1798781"/>
              <a:gd name="connsiteX188" fmla="*/ 2890934 w 5673186"/>
              <a:gd name="connsiteY188" fmla="*/ 920186 h 1798781"/>
              <a:gd name="connsiteX189" fmla="*/ 2939511 w 5673186"/>
              <a:gd name="connsiteY189" fmla="*/ 900184 h 1798781"/>
              <a:gd name="connsiteX190" fmla="*/ 3134774 w 5673186"/>
              <a:gd name="connsiteY190" fmla="*/ 654439 h 1798781"/>
              <a:gd name="connsiteX191" fmla="*/ 3645314 w 5673186"/>
              <a:gd name="connsiteY191" fmla="*/ 61031 h 1798781"/>
              <a:gd name="connsiteX192" fmla="*/ 3661506 w 5673186"/>
              <a:gd name="connsiteY192" fmla="*/ 41029 h 1798781"/>
              <a:gd name="connsiteX193" fmla="*/ 3725131 w 5673186"/>
              <a:gd name="connsiteY193" fmla="*/ 175 h 17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5673186" h="1798781">
                <a:moveTo>
                  <a:pt x="3911419" y="1189863"/>
                </a:moveTo>
                <a:cubicBezTo>
                  <a:pt x="3903918" y="1190459"/>
                  <a:pt x="3895822" y="1191649"/>
                  <a:pt x="3885344" y="1191649"/>
                </a:cubicBezTo>
                <a:cubicBezTo>
                  <a:pt x="3837719" y="1195459"/>
                  <a:pt x="3789141" y="1192602"/>
                  <a:pt x="3742469" y="1195459"/>
                </a:cubicBezTo>
                <a:cubicBezTo>
                  <a:pt x="3705321" y="1197364"/>
                  <a:pt x="3671031" y="1197364"/>
                  <a:pt x="3634836" y="1200222"/>
                </a:cubicBezTo>
                <a:cubicBezTo>
                  <a:pt x="3628169" y="1200222"/>
                  <a:pt x="3615786" y="1224987"/>
                  <a:pt x="3616739" y="1236417"/>
                </a:cubicBezTo>
                <a:cubicBezTo>
                  <a:pt x="3616739" y="1247847"/>
                  <a:pt x="3628169" y="1244037"/>
                  <a:pt x="3634836" y="1244037"/>
                </a:cubicBezTo>
                <a:cubicBezTo>
                  <a:pt x="3650076" y="1244989"/>
                  <a:pt x="3682461" y="1243084"/>
                  <a:pt x="3682461" y="1242131"/>
                </a:cubicBezTo>
                <a:cubicBezTo>
                  <a:pt x="3760566" y="1238322"/>
                  <a:pt x="3834861" y="1240227"/>
                  <a:pt x="3912966" y="1236417"/>
                </a:cubicBezTo>
                <a:cubicBezTo>
                  <a:pt x="3918681" y="1236417"/>
                  <a:pt x="3935826" y="1238322"/>
                  <a:pt x="3941541" y="1237369"/>
                </a:cubicBezTo>
                <a:cubicBezTo>
                  <a:pt x="3945351" y="1237369"/>
                  <a:pt x="3941541" y="1208794"/>
                  <a:pt x="3942494" y="1204032"/>
                </a:cubicBezTo>
                <a:cubicBezTo>
                  <a:pt x="3943446" y="1199269"/>
                  <a:pt x="3936779" y="1192602"/>
                  <a:pt x="3933921" y="1191649"/>
                </a:cubicBezTo>
                <a:cubicBezTo>
                  <a:pt x="3925825" y="1189268"/>
                  <a:pt x="3918920" y="1189268"/>
                  <a:pt x="3911419" y="1189863"/>
                </a:cubicBezTo>
                <a:close/>
                <a:moveTo>
                  <a:pt x="3725131" y="175"/>
                </a:moveTo>
                <a:cubicBezTo>
                  <a:pt x="3733896" y="-345"/>
                  <a:pt x="3743183" y="309"/>
                  <a:pt x="3752946" y="1976"/>
                </a:cubicBezTo>
                <a:cubicBezTo>
                  <a:pt x="3781521" y="6739"/>
                  <a:pt x="3811049" y="10549"/>
                  <a:pt x="3840576" y="17216"/>
                </a:cubicBezTo>
                <a:cubicBezTo>
                  <a:pt x="3853911" y="20074"/>
                  <a:pt x="3856769" y="25789"/>
                  <a:pt x="3852959" y="39124"/>
                </a:cubicBezTo>
                <a:cubicBezTo>
                  <a:pt x="3830099" y="117229"/>
                  <a:pt x="3806286" y="194381"/>
                  <a:pt x="3782474" y="271534"/>
                </a:cubicBezTo>
                <a:cubicBezTo>
                  <a:pt x="3753899" y="361069"/>
                  <a:pt x="3730086" y="395359"/>
                  <a:pt x="3703416" y="484894"/>
                </a:cubicBezTo>
                <a:cubicBezTo>
                  <a:pt x="3645314" y="682061"/>
                  <a:pt x="3585306" y="878276"/>
                  <a:pt x="3527204" y="1075444"/>
                </a:cubicBezTo>
                <a:cubicBezTo>
                  <a:pt x="3518631" y="1104972"/>
                  <a:pt x="3518631" y="1105924"/>
                  <a:pt x="3549111" y="1104972"/>
                </a:cubicBezTo>
                <a:cubicBezTo>
                  <a:pt x="3975831" y="1096399"/>
                  <a:pt x="4401599" y="1080207"/>
                  <a:pt x="4827366" y="1055442"/>
                </a:cubicBezTo>
                <a:cubicBezTo>
                  <a:pt x="5031201" y="1043059"/>
                  <a:pt x="5111211" y="1031629"/>
                  <a:pt x="5314094" y="1014484"/>
                </a:cubicBezTo>
                <a:cubicBezTo>
                  <a:pt x="5364576" y="1009722"/>
                  <a:pt x="5414107" y="1011626"/>
                  <a:pt x="5463636" y="1020199"/>
                </a:cubicBezTo>
                <a:cubicBezTo>
                  <a:pt x="5494116" y="1024961"/>
                  <a:pt x="5523644" y="1031629"/>
                  <a:pt x="5554124" y="1037344"/>
                </a:cubicBezTo>
                <a:cubicBezTo>
                  <a:pt x="5597939" y="1044012"/>
                  <a:pt x="5625561" y="1048774"/>
                  <a:pt x="5673186" y="1062109"/>
                </a:cubicBezTo>
                <a:cubicBezTo>
                  <a:pt x="5616036" y="1064967"/>
                  <a:pt x="5541741" y="1052584"/>
                  <a:pt x="5517929" y="1057347"/>
                </a:cubicBezTo>
                <a:cubicBezTo>
                  <a:pt x="5364576" y="1077349"/>
                  <a:pt x="5334096" y="1097352"/>
                  <a:pt x="5180744" y="1117354"/>
                </a:cubicBezTo>
                <a:lnTo>
                  <a:pt x="4631151" y="1188792"/>
                </a:lnTo>
                <a:cubicBezTo>
                  <a:pt x="4594004" y="1194507"/>
                  <a:pt x="4567334" y="1199269"/>
                  <a:pt x="4523519" y="1204984"/>
                </a:cubicBezTo>
                <a:cubicBezTo>
                  <a:pt x="4529234" y="1214509"/>
                  <a:pt x="4535901" y="1230702"/>
                  <a:pt x="4541616" y="1230702"/>
                </a:cubicBezTo>
                <a:cubicBezTo>
                  <a:pt x="4618769" y="1232606"/>
                  <a:pt x="4657821" y="1228797"/>
                  <a:pt x="4734974" y="1224987"/>
                </a:cubicBezTo>
                <a:cubicBezTo>
                  <a:pt x="4759739" y="1223081"/>
                  <a:pt x="4784504" y="1223081"/>
                  <a:pt x="4813079" y="1231654"/>
                </a:cubicBezTo>
                <a:cubicBezTo>
                  <a:pt x="4800696" y="1240227"/>
                  <a:pt x="4791171" y="1240227"/>
                  <a:pt x="4781646" y="1240227"/>
                </a:cubicBezTo>
                <a:cubicBezTo>
                  <a:pt x="4670204" y="1245942"/>
                  <a:pt x="4596861" y="1264039"/>
                  <a:pt x="4484466" y="1265944"/>
                </a:cubicBezTo>
                <a:cubicBezTo>
                  <a:pt x="4470179" y="1265944"/>
                  <a:pt x="4457796" y="1268802"/>
                  <a:pt x="4449224" y="1282137"/>
                </a:cubicBezTo>
                <a:cubicBezTo>
                  <a:pt x="4446366" y="1285947"/>
                  <a:pt x="4442556" y="1289756"/>
                  <a:pt x="4438746" y="1291662"/>
                </a:cubicBezTo>
                <a:cubicBezTo>
                  <a:pt x="4414934" y="1305949"/>
                  <a:pt x="4403504" y="1359289"/>
                  <a:pt x="4415886" y="1384054"/>
                </a:cubicBezTo>
                <a:cubicBezTo>
                  <a:pt x="4422554" y="1396437"/>
                  <a:pt x="4440651" y="1405009"/>
                  <a:pt x="4437794" y="1417392"/>
                </a:cubicBezTo>
                <a:cubicBezTo>
                  <a:pt x="4433984" y="1430727"/>
                  <a:pt x="4412076" y="1422154"/>
                  <a:pt x="4402551" y="1430727"/>
                </a:cubicBezTo>
                <a:cubicBezTo>
                  <a:pt x="4359689" y="1468827"/>
                  <a:pt x="4312064" y="1451681"/>
                  <a:pt x="4265391" y="1441204"/>
                </a:cubicBezTo>
                <a:cubicBezTo>
                  <a:pt x="4243484" y="1436442"/>
                  <a:pt x="4222529" y="1433584"/>
                  <a:pt x="4201574" y="1445014"/>
                </a:cubicBezTo>
                <a:cubicBezTo>
                  <a:pt x="4193001" y="1449777"/>
                  <a:pt x="4182524" y="1450729"/>
                  <a:pt x="4172999" y="1449777"/>
                </a:cubicBezTo>
                <a:cubicBezTo>
                  <a:pt x="4123469" y="1444062"/>
                  <a:pt x="4072986" y="1439299"/>
                  <a:pt x="4025361" y="1421202"/>
                </a:cubicBezTo>
                <a:cubicBezTo>
                  <a:pt x="3996786" y="1409772"/>
                  <a:pt x="3981546" y="1345954"/>
                  <a:pt x="3965354" y="1319284"/>
                </a:cubicBezTo>
                <a:cubicBezTo>
                  <a:pt x="3959639" y="1310712"/>
                  <a:pt x="3953924" y="1308806"/>
                  <a:pt x="3944399" y="1309759"/>
                </a:cubicBezTo>
                <a:cubicBezTo>
                  <a:pt x="3848196" y="1319284"/>
                  <a:pt x="3712941" y="1328809"/>
                  <a:pt x="3616739" y="1338334"/>
                </a:cubicBezTo>
                <a:cubicBezTo>
                  <a:pt x="3599594" y="1339287"/>
                  <a:pt x="3591021" y="1349764"/>
                  <a:pt x="3585306" y="1364052"/>
                </a:cubicBezTo>
                <a:cubicBezTo>
                  <a:pt x="3578639" y="1379292"/>
                  <a:pt x="3572924" y="1393579"/>
                  <a:pt x="3563399" y="1406914"/>
                </a:cubicBezTo>
                <a:cubicBezTo>
                  <a:pt x="3540539" y="1439299"/>
                  <a:pt x="3510059" y="1434537"/>
                  <a:pt x="3471006" y="1439299"/>
                </a:cubicBezTo>
                <a:cubicBezTo>
                  <a:pt x="3352896" y="1454539"/>
                  <a:pt x="3271934" y="1474542"/>
                  <a:pt x="3153824" y="1492639"/>
                </a:cubicBezTo>
                <a:cubicBezTo>
                  <a:pt x="3007139" y="1515499"/>
                  <a:pt x="2860454" y="1557409"/>
                  <a:pt x="2712816" y="1567887"/>
                </a:cubicBezTo>
                <a:cubicBezTo>
                  <a:pt x="2696624" y="1568839"/>
                  <a:pt x="2689956" y="1572649"/>
                  <a:pt x="2689004" y="1589794"/>
                </a:cubicBezTo>
                <a:cubicBezTo>
                  <a:pt x="2688051" y="1611702"/>
                  <a:pt x="2686146" y="1611702"/>
                  <a:pt x="2661381" y="1645039"/>
                </a:cubicBezTo>
                <a:cubicBezTo>
                  <a:pt x="2664239" y="1648849"/>
                  <a:pt x="2668049" y="1646944"/>
                  <a:pt x="2671859" y="1646944"/>
                </a:cubicBezTo>
                <a:cubicBezTo>
                  <a:pt x="2691861" y="1644087"/>
                  <a:pt x="2710911" y="1663137"/>
                  <a:pt x="2720436" y="1687902"/>
                </a:cubicBezTo>
                <a:cubicBezTo>
                  <a:pt x="2730914" y="1713619"/>
                  <a:pt x="2727104" y="1751719"/>
                  <a:pt x="2709959" y="1765054"/>
                </a:cubicBezTo>
                <a:cubicBezTo>
                  <a:pt x="2695671" y="1775531"/>
                  <a:pt x="2681384" y="1784104"/>
                  <a:pt x="2668049" y="1772674"/>
                </a:cubicBezTo>
                <a:cubicBezTo>
                  <a:pt x="2664239" y="1768864"/>
                  <a:pt x="2661381" y="1764102"/>
                  <a:pt x="2657571" y="1760292"/>
                </a:cubicBezTo>
                <a:cubicBezTo>
                  <a:pt x="2640426" y="1741242"/>
                  <a:pt x="2634711" y="1750767"/>
                  <a:pt x="2622329" y="1772674"/>
                </a:cubicBezTo>
                <a:cubicBezTo>
                  <a:pt x="2614709" y="1786962"/>
                  <a:pt x="2604231" y="1774579"/>
                  <a:pt x="2587086" y="1770769"/>
                </a:cubicBezTo>
                <a:cubicBezTo>
                  <a:pt x="2575656" y="1767912"/>
                  <a:pt x="2565179" y="1769817"/>
                  <a:pt x="2555654" y="1778389"/>
                </a:cubicBezTo>
                <a:cubicBezTo>
                  <a:pt x="2541366" y="1791724"/>
                  <a:pt x="2527079" y="1806964"/>
                  <a:pt x="2513744" y="1793629"/>
                </a:cubicBezTo>
                <a:cubicBezTo>
                  <a:pt x="2508981" y="1788867"/>
                  <a:pt x="2505171" y="1783152"/>
                  <a:pt x="2500409" y="1778389"/>
                </a:cubicBezTo>
                <a:cubicBezTo>
                  <a:pt x="2485169" y="1762197"/>
                  <a:pt x="2479454" y="1763149"/>
                  <a:pt x="2469929" y="1783152"/>
                </a:cubicBezTo>
                <a:cubicBezTo>
                  <a:pt x="2464214" y="1795534"/>
                  <a:pt x="2456594" y="1796487"/>
                  <a:pt x="2441354" y="1796487"/>
                </a:cubicBezTo>
                <a:cubicBezTo>
                  <a:pt x="2426114" y="1796487"/>
                  <a:pt x="2415636" y="1787914"/>
                  <a:pt x="2410874" y="1775531"/>
                </a:cubicBezTo>
                <a:cubicBezTo>
                  <a:pt x="2403254" y="1756481"/>
                  <a:pt x="2392776" y="1760292"/>
                  <a:pt x="2372774" y="1764102"/>
                </a:cubicBezTo>
                <a:cubicBezTo>
                  <a:pt x="2357534" y="1766959"/>
                  <a:pt x="2347056" y="1757434"/>
                  <a:pt x="2341341" y="1743147"/>
                </a:cubicBezTo>
                <a:cubicBezTo>
                  <a:pt x="2330864" y="1718381"/>
                  <a:pt x="2333721" y="1665042"/>
                  <a:pt x="2344199" y="1641229"/>
                </a:cubicBezTo>
                <a:cubicBezTo>
                  <a:pt x="2349914" y="1627894"/>
                  <a:pt x="2362296" y="1623131"/>
                  <a:pt x="2376584" y="1624084"/>
                </a:cubicBezTo>
                <a:cubicBezTo>
                  <a:pt x="2391824" y="1625037"/>
                  <a:pt x="2401349" y="1624084"/>
                  <a:pt x="2407064" y="1638372"/>
                </a:cubicBezTo>
                <a:cubicBezTo>
                  <a:pt x="2409921" y="1645039"/>
                  <a:pt x="2408016" y="1654564"/>
                  <a:pt x="2419446" y="1654564"/>
                </a:cubicBezTo>
                <a:cubicBezTo>
                  <a:pt x="2430876" y="1654564"/>
                  <a:pt x="2433734" y="1645992"/>
                  <a:pt x="2436591" y="1638372"/>
                </a:cubicBezTo>
                <a:cubicBezTo>
                  <a:pt x="2443259" y="1622179"/>
                  <a:pt x="2442306" y="1605034"/>
                  <a:pt x="2442306" y="1586937"/>
                </a:cubicBezTo>
                <a:cubicBezTo>
                  <a:pt x="2442306" y="1554552"/>
                  <a:pt x="2422304" y="1561219"/>
                  <a:pt x="2406111" y="1555504"/>
                </a:cubicBezTo>
                <a:cubicBezTo>
                  <a:pt x="2398491" y="1552647"/>
                  <a:pt x="2390871" y="1548837"/>
                  <a:pt x="2383251" y="1545027"/>
                </a:cubicBezTo>
                <a:cubicBezTo>
                  <a:pt x="2364201" y="1534549"/>
                  <a:pt x="2354676" y="1538359"/>
                  <a:pt x="2348961" y="1558362"/>
                </a:cubicBezTo>
                <a:cubicBezTo>
                  <a:pt x="2342294" y="1579317"/>
                  <a:pt x="2336579" y="1601224"/>
                  <a:pt x="2330864" y="1622179"/>
                </a:cubicBezTo>
                <a:cubicBezTo>
                  <a:pt x="2328006" y="1633609"/>
                  <a:pt x="2322291" y="1638372"/>
                  <a:pt x="2309909" y="1638372"/>
                </a:cubicBezTo>
                <a:cubicBezTo>
                  <a:pt x="2283239" y="1639324"/>
                  <a:pt x="2261331" y="1636467"/>
                  <a:pt x="2239424" y="1615512"/>
                </a:cubicBezTo>
                <a:cubicBezTo>
                  <a:pt x="2227041" y="1603129"/>
                  <a:pt x="2201324" y="1605034"/>
                  <a:pt x="2181321" y="1600272"/>
                </a:cubicBezTo>
                <a:cubicBezTo>
                  <a:pt x="2178464" y="1599319"/>
                  <a:pt x="2172749" y="1602177"/>
                  <a:pt x="2174654" y="1604081"/>
                </a:cubicBezTo>
                <a:cubicBezTo>
                  <a:pt x="2187036" y="1619322"/>
                  <a:pt x="2167986" y="1627894"/>
                  <a:pt x="2166081" y="1640277"/>
                </a:cubicBezTo>
                <a:cubicBezTo>
                  <a:pt x="2163224" y="1651706"/>
                  <a:pt x="2164176" y="1656469"/>
                  <a:pt x="2178464" y="1655517"/>
                </a:cubicBezTo>
                <a:cubicBezTo>
                  <a:pt x="2208944" y="1652659"/>
                  <a:pt x="2217516" y="1659327"/>
                  <a:pt x="2226089" y="1685044"/>
                </a:cubicBezTo>
                <a:cubicBezTo>
                  <a:pt x="2235614" y="1715524"/>
                  <a:pt x="2227994" y="1751719"/>
                  <a:pt x="2208944" y="1763149"/>
                </a:cubicBezTo>
                <a:cubicBezTo>
                  <a:pt x="2194656" y="1771722"/>
                  <a:pt x="2180369" y="1768864"/>
                  <a:pt x="2168939" y="1757434"/>
                </a:cubicBezTo>
                <a:cubicBezTo>
                  <a:pt x="2164176" y="1752672"/>
                  <a:pt x="2160366" y="1746004"/>
                  <a:pt x="2155604" y="1741242"/>
                </a:cubicBezTo>
                <a:cubicBezTo>
                  <a:pt x="2143221" y="1727906"/>
                  <a:pt x="2131791" y="1726954"/>
                  <a:pt x="2123219" y="1744099"/>
                </a:cubicBezTo>
                <a:cubicBezTo>
                  <a:pt x="2115599" y="1758387"/>
                  <a:pt x="2105121" y="1768864"/>
                  <a:pt x="2087024" y="1766959"/>
                </a:cubicBezTo>
                <a:cubicBezTo>
                  <a:pt x="2067974" y="1765054"/>
                  <a:pt x="2061306" y="1751719"/>
                  <a:pt x="2057496" y="1736479"/>
                </a:cubicBezTo>
                <a:cubicBezTo>
                  <a:pt x="2054639" y="1724097"/>
                  <a:pt x="2049876" y="1722192"/>
                  <a:pt x="2038446" y="1725049"/>
                </a:cubicBezTo>
                <a:cubicBezTo>
                  <a:pt x="2011776" y="1729812"/>
                  <a:pt x="2000346" y="1722192"/>
                  <a:pt x="1994631" y="1695522"/>
                </a:cubicBezTo>
                <a:cubicBezTo>
                  <a:pt x="1990821" y="1678377"/>
                  <a:pt x="1990821" y="1661231"/>
                  <a:pt x="1993679" y="1645039"/>
                </a:cubicBezTo>
                <a:cubicBezTo>
                  <a:pt x="1997489" y="1627894"/>
                  <a:pt x="2007966" y="1615512"/>
                  <a:pt x="2026064" y="1614559"/>
                </a:cubicBezTo>
                <a:cubicBezTo>
                  <a:pt x="2043209" y="1613606"/>
                  <a:pt x="2054639" y="1623131"/>
                  <a:pt x="2060354" y="1639324"/>
                </a:cubicBezTo>
                <a:cubicBezTo>
                  <a:pt x="2062259" y="1645992"/>
                  <a:pt x="2061306" y="1656469"/>
                  <a:pt x="2072736" y="1655517"/>
                </a:cubicBezTo>
                <a:cubicBezTo>
                  <a:pt x="2082261" y="1655517"/>
                  <a:pt x="2089881" y="1650754"/>
                  <a:pt x="2093691" y="1641229"/>
                </a:cubicBezTo>
                <a:cubicBezTo>
                  <a:pt x="2095596" y="1635514"/>
                  <a:pt x="2098454" y="1630752"/>
                  <a:pt x="2099406" y="1625989"/>
                </a:cubicBezTo>
                <a:cubicBezTo>
                  <a:pt x="2105121" y="1597414"/>
                  <a:pt x="2089881" y="1568839"/>
                  <a:pt x="2101311" y="1539312"/>
                </a:cubicBezTo>
                <a:cubicBezTo>
                  <a:pt x="2098454" y="1538359"/>
                  <a:pt x="2096549" y="1538359"/>
                  <a:pt x="2093691" y="1538359"/>
                </a:cubicBezTo>
                <a:cubicBezTo>
                  <a:pt x="2087024" y="1557409"/>
                  <a:pt x="2079404" y="1575506"/>
                  <a:pt x="2072736" y="1594556"/>
                </a:cubicBezTo>
                <a:cubicBezTo>
                  <a:pt x="2068926" y="1606939"/>
                  <a:pt x="2062259" y="1609797"/>
                  <a:pt x="2049876" y="1606939"/>
                </a:cubicBezTo>
                <a:cubicBezTo>
                  <a:pt x="2012729" y="1599319"/>
                  <a:pt x="1978439" y="1583127"/>
                  <a:pt x="1942244" y="1573602"/>
                </a:cubicBezTo>
                <a:cubicBezTo>
                  <a:pt x="1935576" y="1571697"/>
                  <a:pt x="1928909" y="1567887"/>
                  <a:pt x="1926051" y="1561219"/>
                </a:cubicBezTo>
                <a:cubicBezTo>
                  <a:pt x="1915574" y="1538359"/>
                  <a:pt x="1895571" y="1529787"/>
                  <a:pt x="1874616" y="1522167"/>
                </a:cubicBezTo>
                <a:cubicBezTo>
                  <a:pt x="1846041" y="1511689"/>
                  <a:pt x="1840326" y="1495497"/>
                  <a:pt x="1852709" y="1466922"/>
                </a:cubicBezTo>
                <a:cubicBezTo>
                  <a:pt x="1871759" y="1424059"/>
                  <a:pt x="1846359" y="1426123"/>
                  <a:pt x="1826039" y="1415487"/>
                </a:cubicBezTo>
                <a:cubicBezTo>
                  <a:pt x="1805719" y="1404851"/>
                  <a:pt x="1752538" y="1397230"/>
                  <a:pt x="1730789" y="1403104"/>
                </a:cubicBezTo>
                <a:cubicBezTo>
                  <a:pt x="1696499" y="1385006"/>
                  <a:pt x="1702214" y="1407867"/>
                  <a:pt x="1695546" y="1450729"/>
                </a:cubicBezTo>
                <a:cubicBezTo>
                  <a:pt x="1695546" y="1454539"/>
                  <a:pt x="1694118" y="1460255"/>
                  <a:pt x="1694594" y="1474542"/>
                </a:cubicBezTo>
                <a:cubicBezTo>
                  <a:pt x="1695070" y="1488829"/>
                  <a:pt x="1696023" y="1516610"/>
                  <a:pt x="1698404" y="1536454"/>
                </a:cubicBezTo>
                <a:cubicBezTo>
                  <a:pt x="1709834" y="1554552"/>
                  <a:pt x="1710786" y="1573602"/>
                  <a:pt x="1708881" y="1593604"/>
                </a:cubicBezTo>
                <a:cubicBezTo>
                  <a:pt x="1707929" y="1590747"/>
                  <a:pt x="1704119" y="1589794"/>
                  <a:pt x="1697451" y="1592652"/>
                </a:cubicBezTo>
                <a:cubicBezTo>
                  <a:pt x="1692689" y="1594556"/>
                  <a:pt x="1688879" y="1596462"/>
                  <a:pt x="1687926" y="1601224"/>
                </a:cubicBezTo>
                <a:cubicBezTo>
                  <a:pt x="1691736" y="1607892"/>
                  <a:pt x="1697451" y="1605987"/>
                  <a:pt x="1702214" y="1605987"/>
                </a:cubicBezTo>
                <a:cubicBezTo>
                  <a:pt x="1733646" y="1607892"/>
                  <a:pt x="1745076" y="1619322"/>
                  <a:pt x="1743171" y="1650754"/>
                </a:cubicBezTo>
                <a:cubicBezTo>
                  <a:pt x="1742219" y="1669804"/>
                  <a:pt x="1740314" y="1688854"/>
                  <a:pt x="1726979" y="1704094"/>
                </a:cubicBezTo>
                <a:cubicBezTo>
                  <a:pt x="1709834" y="1724097"/>
                  <a:pt x="1690784" y="1723144"/>
                  <a:pt x="1676496" y="1701237"/>
                </a:cubicBezTo>
                <a:cubicBezTo>
                  <a:pt x="1672686" y="1695522"/>
                  <a:pt x="1669829" y="1687902"/>
                  <a:pt x="1665066" y="1682187"/>
                </a:cubicBezTo>
                <a:cubicBezTo>
                  <a:pt x="1654589" y="1671709"/>
                  <a:pt x="1644111" y="1663137"/>
                  <a:pt x="1633634" y="1683139"/>
                </a:cubicBezTo>
                <a:cubicBezTo>
                  <a:pt x="1626014" y="1698379"/>
                  <a:pt x="1614584" y="1703142"/>
                  <a:pt x="1597439" y="1699331"/>
                </a:cubicBezTo>
                <a:cubicBezTo>
                  <a:pt x="1580294" y="1695522"/>
                  <a:pt x="1576484" y="1684092"/>
                  <a:pt x="1573626" y="1669804"/>
                </a:cubicBezTo>
                <a:cubicBezTo>
                  <a:pt x="1566006" y="1633609"/>
                  <a:pt x="1559339" y="1654564"/>
                  <a:pt x="1592676" y="1636467"/>
                </a:cubicBezTo>
                <a:cubicBezTo>
                  <a:pt x="1598391" y="1633609"/>
                  <a:pt x="1598391" y="1633609"/>
                  <a:pt x="1599344" y="1620274"/>
                </a:cubicBezTo>
                <a:cubicBezTo>
                  <a:pt x="1563149" y="1631704"/>
                  <a:pt x="1551719" y="1628847"/>
                  <a:pt x="1543146" y="1605034"/>
                </a:cubicBezTo>
                <a:cubicBezTo>
                  <a:pt x="1531716" y="1573602"/>
                  <a:pt x="1545051" y="1526929"/>
                  <a:pt x="1568864" y="1517404"/>
                </a:cubicBezTo>
                <a:cubicBezTo>
                  <a:pt x="1584104" y="1510737"/>
                  <a:pt x="1602201" y="1518356"/>
                  <a:pt x="1609821" y="1535502"/>
                </a:cubicBezTo>
                <a:cubicBezTo>
                  <a:pt x="1612679" y="1542169"/>
                  <a:pt x="1614584" y="1548837"/>
                  <a:pt x="1615536" y="1555504"/>
                </a:cubicBezTo>
                <a:cubicBezTo>
                  <a:pt x="1617441" y="1563124"/>
                  <a:pt x="1623156" y="1565029"/>
                  <a:pt x="1628871" y="1565981"/>
                </a:cubicBezTo>
                <a:cubicBezTo>
                  <a:pt x="1637444" y="1566934"/>
                  <a:pt x="1639349" y="1560267"/>
                  <a:pt x="1640301" y="1554552"/>
                </a:cubicBezTo>
                <a:cubicBezTo>
                  <a:pt x="1642206" y="1541217"/>
                  <a:pt x="1644111" y="1526929"/>
                  <a:pt x="1645064" y="1513594"/>
                </a:cubicBezTo>
                <a:cubicBezTo>
                  <a:pt x="1646969" y="1486924"/>
                  <a:pt x="1627919" y="1464064"/>
                  <a:pt x="1625061" y="1436442"/>
                </a:cubicBezTo>
                <a:cubicBezTo>
                  <a:pt x="1624109" y="1430727"/>
                  <a:pt x="1626014" y="1377387"/>
                  <a:pt x="1619346" y="1374529"/>
                </a:cubicBezTo>
                <a:lnTo>
                  <a:pt x="1560291" y="1371672"/>
                </a:lnTo>
                <a:cubicBezTo>
                  <a:pt x="1527906" y="1365956"/>
                  <a:pt x="1494569" y="1361194"/>
                  <a:pt x="1461231" y="1354527"/>
                </a:cubicBezTo>
                <a:cubicBezTo>
                  <a:pt x="1432656" y="1348812"/>
                  <a:pt x="1424084" y="1360242"/>
                  <a:pt x="1400271" y="1341192"/>
                </a:cubicBezTo>
                <a:cubicBezTo>
                  <a:pt x="1395509" y="1337381"/>
                  <a:pt x="1388841" y="1330714"/>
                  <a:pt x="1382174" y="1335477"/>
                </a:cubicBezTo>
                <a:cubicBezTo>
                  <a:pt x="1375506" y="1340239"/>
                  <a:pt x="1379316" y="1347859"/>
                  <a:pt x="1380269" y="1354527"/>
                </a:cubicBezTo>
                <a:cubicBezTo>
                  <a:pt x="1381221" y="1367862"/>
                  <a:pt x="1381221" y="1380244"/>
                  <a:pt x="1376459" y="1392627"/>
                </a:cubicBezTo>
                <a:cubicBezTo>
                  <a:pt x="1371696" y="1404056"/>
                  <a:pt x="1350741" y="1400247"/>
                  <a:pt x="1331691" y="1401199"/>
                </a:cubicBezTo>
                <a:cubicBezTo>
                  <a:pt x="1312641" y="1403104"/>
                  <a:pt x="1300259" y="1397389"/>
                  <a:pt x="1293591" y="1379292"/>
                </a:cubicBezTo>
                <a:cubicBezTo>
                  <a:pt x="1291686" y="1375481"/>
                  <a:pt x="1288829" y="1372624"/>
                  <a:pt x="1285971" y="1367862"/>
                </a:cubicBezTo>
                <a:cubicBezTo>
                  <a:pt x="1284066" y="1371672"/>
                  <a:pt x="1282161" y="1372624"/>
                  <a:pt x="1281209" y="1374529"/>
                </a:cubicBezTo>
                <a:cubicBezTo>
                  <a:pt x="1272636" y="1393579"/>
                  <a:pt x="1261206" y="1408819"/>
                  <a:pt x="1237394" y="1402152"/>
                </a:cubicBezTo>
                <a:cubicBezTo>
                  <a:pt x="1215486" y="1396437"/>
                  <a:pt x="1184054" y="1377387"/>
                  <a:pt x="1182149" y="1358337"/>
                </a:cubicBezTo>
                <a:cubicBezTo>
                  <a:pt x="1180244" y="1340239"/>
                  <a:pt x="1183101" y="1322142"/>
                  <a:pt x="1190721" y="1304997"/>
                </a:cubicBezTo>
                <a:cubicBezTo>
                  <a:pt x="1195484" y="1294519"/>
                  <a:pt x="1220249" y="1291662"/>
                  <a:pt x="1210724" y="1289756"/>
                </a:cubicBezTo>
                <a:cubicBezTo>
                  <a:pt x="1174529" y="1284042"/>
                  <a:pt x="1128809" y="1267849"/>
                  <a:pt x="1092614" y="1261181"/>
                </a:cubicBezTo>
                <a:cubicBezTo>
                  <a:pt x="1082136" y="1259277"/>
                  <a:pt x="1072611" y="1261181"/>
                  <a:pt x="1064039" y="1266897"/>
                </a:cubicBezTo>
                <a:cubicBezTo>
                  <a:pt x="1042131" y="1281184"/>
                  <a:pt x="1029749" y="1307854"/>
                  <a:pt x="1003079" y="1313569"/>
                </a:cubicBezTo>
                <a:cubicBezTo>
                  <a:pt x="996411" y="1314522"/>
                  <a:pt x="995459" y="1318331"/>
                  <a:pt x="997364" y="1324999"/>
                </a:cubicBezTo>
                <a:cubicBezTo>
                  <a:pt x="1000221" y="1333572"/>
                  <a:pt x="1002126" y="1343097"/>
                  <a:pt x="1003079" y="1351669"/>
                </a:cubicBezTo>
                <a:cubicBezTo>
                  <a:pt x="1007841" y="1387864"/>
                  <a:pt x="984029" y="1416439"/>
                  <a:pt x="947834" y="1421202"/>
                </a:cubicBezTo>
                <a:lnTo>
                  <a:pt x="943071" y="1421202"/>
                </a:lnTo>
                <a:cubicBezTo>
                  <a:pt x="878301" y="1406914"/>
                  <a:pt x="810674" y="1417392"/>
                  <a:pt x="745904" y="1403104"/>
                </a:cubicBezTo>
                <a:cubicBezTo>
                  <a:pt x="717329" y="1396437"/>
                  <a:pt x="662084" y="1404056"/>
                  <a:pt x="636366" y="1389769"/>
                </a:cubicBezTo>
                <a:cubicBezTo>
                  <a:pt x="584931" y="1361194"/>
                  <a:pt x="593504" y="1297377"/>
                  <a:pt x="600171" y="1240227"/>
                </a:cubicBezTo>
                <a:cubicBezTo>
                  <a:pt x="601124" y="1233559"/>
                  <a:pt x="603981" y="1226892"/>
                  <a:pt x="600171" y="1220224"/>
                </a:cubicBezTo>
                <a:cubicBezTo>
                  <a:pt x="588741" y="1219272"/>
                  <a:pt x="565881" y="1209747"/>
                  <a:pt x="560166" y="1216414"/>
                </a:cubicBezTo>
                <a:cubicBezTo>
                  <a:pt x="548736" y="1231654"/>
                  <a:pt x="536354" y="1263087"/>
                  <a:pt x="517304" y="1267849"/>
                </a:cubicBezTo>
                <a:cubicBezTo>
                  <a:pt x="506826" y="1270706"/>
                  <a:pt x="506826" y="1275469"/>
                  <a:pt x="510636" y="1284042"/>
                </a:cubicBezTo>
                <a:cubicBezTo>
                  <a:pt x="514446" y="1291662"/>
                  <a:pt x="518256" y="1301187"/>
                  <a:pt x="519209" y="1309759"/>
                </a:cubicBezTo>
                <a:cubicBezTo>
                  <a:pt x="524924" y="1347859"/>
                  <a:pt x="516351" y="1384054"/>
                  <a:pt x="477299" y="1384054"/>
                </a:cubicBezTo>
                <a:cubicBezTo>
                  <a:pt x="425864" y="1384054"/>
                  <a:pt x="374429" y="1383102"/>
                  <a:pt x="322994" y="1382149"/>
                </a:cubicBezTo>
                <a:cubicBezTo>
                  <a:pt x="275369" y="1381197"/>
                  <a:pt x="227744" y="1365004"/>
                  <a:pt x="186786" y="1338334"/>
                </a:cubicBezTo>
                <a:cubicBezTo>
                  <a:pt x="132494" y="1303092"/>
                  <a:pt x="110586" y="1247847"/>
                  <a:pt x="127731" y="1189744"/>
                </a:cubicBezTo>
                <a:cubicBezTo>
                  <a:pt x="145829" y="1128784"/>
                  <a:pt x="192501" y="1092589"/>
                  <a:pt x="257271" y="1089732"/>
                </a:cubicBezTo>
                <a:cubicBezTo>
                  <a:pt x="275369" y="1088779"/>
                  <a:pt x="294419" y="1094494"/>
                  <a:pt x="318231" y="1084969"/>
                </a:cubicBezTo>
                <a:cubicBezTo>
                  <a:pt x="279179" y="1070682"/>
                  <a:pt x="243936" y="1065919"/>
                  <a:pt x="208694" y="1059252"/>
                </a:cubicBezTo>
                <a:cubicBezTo>
                  <a:pt x="132494" y="1044964"/>
                  <a:pt x="102966" y="1030676"/>
                  <a:pt x="26766" y="1016389"/>
                </a:cubicBezTo>
                <a:cubicBezTo>
                  <a:pt x="17241" y="1015436"/>
                  <a:pt x="3906" y="1017342"/>
                  <a:pt x="96" y="1004007"/>
                </a:cubicBezTo>
                <a:cubicBezTo>
                  <a:pt x="-3714" y="990672"/>
                  <a:pt x="107729" y="975432"/>
                  <a:pt x="138209" y="981147"/>
                </a:cubicBezTo>
                <a:cubicBezTo>
                  <a:pt x="241079" y="1000197"/>
                  <a:pt x="257271" y="995434"/>
                  <a:pt x="361094" y="1014484"/>
                </a:cubicBezTo>
                <a:cubicBezTo>
                  <a:pt x="506826" y="1042107"/>
                  <a:pt x="653511" y="1063062"/>
                  <a:pt x="801149" y="1075444"/>
                </a:cubicBezTo>
                <a:cubicBezTo>
                  <a:pt x="879254" y="1082112"/>
                  <a:pt x="976409" y="1095447"/>
                  <a:pt x="1055466" y="1090684"/>
                </a:cubicBezTo>
                <a:cubicBezTo>
                  <a:pt x="1069754" y="1090684"/>
                  <a:pt x="1086899" y="1091637"/>
                  <a:pt x="1075469" y="1067824"/>
                </a:cubicBezTo>
                <a:cubicBezTo>
                  <a:pt x="1073564" y="1064014"/>
                  <a:pt x="1074516" y="1057347"/>
                  <a:pt x="1076421" y="1052584"/>
                </a:cubicBezTo>
                <a:cubicBezTo>
                  <a:pt x="1089756" y="1024009"/>
                  <a:pt x="1078326" y="1004007"/>
                  <a:pt x="1060229" y="981147"/>
                </a:cubicBezTo>
                <a:cubicBezTo>
                  <a:pt x="1014509" y="924949"/>
                  <a:pt x="926879" y="851607"/>
                  <a:pt x="917354" y="779217"/>
                </a:cubicBezTo>
                <a:cubicBezTo>
                  <a:pt x="911639" y="738259"/>
                  <a:pt x="923069" y="703017"/>
                  <a:pt x="948786" y="672536"/>
                </a:cubicBezTo>
                <a:cubicBezTo>
                  <a:pt x="957359" y="661107"/>
                  <a:pt x="967836" y="650629"/>
                  <a:pt x="977361" y="640151"/>
                </a:cubicBezTo>
                <a:cubicBezTo>
                  <a:pt x="1028796" y="584907"/>
                  <a:pt x="1118331" y="530614"/>
                  <a:pt x="1167861" y="472511"/>
                </a:cubicBezTo>
                <a:cubicBezTo>
                  <a:pt x="1218344" y="414409"/>
                  <a:pt x="1294544" y="414409"/>
                  <a:pt x="1367886" y="423934"/>
                </a:cubicBezTo>
                <a:cubicBezTo>
                  <a:pt x="1482186" y="439174"/>
                  <a:pt x="1590771" y="474416"/>
                  <a:pt x="1698404" y="513469"/>
                </a:cubicBezTo>
                <a:cubicBezTo>
                  <a:pt x="1713644" y="518232"/>
                  <a:pt x="1751744" y="536329"/>
                  <a:pt x="1767936" y="542997"/>
                </a:cubicBezTo>
                <a:cubicBezTo>
                  <a:pt x="1868901" y="585859"/>
                  <a:pt x="1966056" y="643961"/>
                  <a:pt x="2060354" y="700159"/>
                </a:cubicBezTo>
                <a:cubicBezTo>
                  <a:pt x="2109884" y="729686"/>
                  <a:pt x="2167986" y="745879"/>
                  <a:pt x="2223231" y="760167"/>
                </a:cubicBezTo>
                <a:cubicBezTo>
                  <a:pt x="2446116" y="817317"/>
                  <a:pt x="2669001" y="857322"/>
                  <a:pt x="2890934" y="920186"/>
                </a:cubicBezTo>
                <a:cubicBezTo>
                  <a:pt x="2914746" y="926854"/>
                  <a:pt x="2927129" y="915424"/>
                  <a:pt x="2939511" y="900184"/>
                </a:cubicBezTo>
                <a:cubicBezTo>
                  <a:pt x="3005234" y="818269"/>
                  <a:pt x="3070004" y="737307"/>
                  <a:pt x="3134774" y="654439"/>
                </a:cubicBezTo>
                <a:cubicBezTo>
                  <a:pt x="3304319" y="437269"/>
                  <a:pt x="3471959" y="275344"/>
                  <a:pt x="3645314" y="61031"/>
                </a:cubicBezTo>
                <a:cubicBezTo>
                  <a:pt x="3651029" y="54364"/>
                  <a:pt x="3657696" y="48649"/>
                  <a:pt x="3661506" y="41029"/>
                </a:cubicBezTo>
                <a:cubicBezTo>
                  <a:pt x="3677223" y="13883"/>
                  <a:pt x="3698833" y="1738"/>
                  <a:pt x="3725131" y="1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>
              <a:solidFill>
                <a:schemeClr val="accent3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3E918D5-0DEA-4C7D-900A-59BA420B5BD9}"/>
              </a:ext>
            </a:extLst>
          </p:cNvPr>
          <p:cNvGrpSpPr/>
          <p:nvPr/>
        </p:nvGrpSpPr>
        <p:grpSpPr>
          <a:xfrm>
            <a:off x="7186020" y="4217288"/>
            <a:ext cx="4040413" cy="1315942"/>
            <a:chOff x="342804" y="1541415"/>
            <a:chExt cx="9509699" cy="309726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3D69CBF-803F-45AC-9A93-424751660022}"/>
                </a:ext>
              </a:extLst>
            </p:cNvPr>
            <p:cNvSpPr/>
            <p:nvPr/>
          </p:nvSpPr>
          <p:spPr>
            <a:xfrm>
              <a:off x="6567993" y="1819126"/>
              <a:ext cx="134121" cy="640802"/>
            </a:xfrm>
            <a:custGeom>
              <a:avLst/>
              <a:gdLst>
                <a:gd name="connsiteX0" fmla="*/ 173355 w 171450"/>
                <a:gd name="connsiteY0" fmla="*/ 763928 h 819150"/>
                <a:gd name="connsiteX1" fmla="*/ 136207 w 171450"/>
                <a:gd name="connsiteY1" fmla="*/ 821078 h 819150"/>
                <a:gd name="connsiteX2" fmla="*/ 113348 w 171450"/>
                <a:gd name="connsiteY2" fmla="*/ 763928 h 819150"/>
                <a:gd name="connsiteX3" fmla="*/ 115252 w 171450"/>
                <a:gd name="connsiteY3" fmla="*/ 374356 h 819150"/>
                <a:gd name="connsiteX4" fmla="*/ 81915 w 171450"/>
                <a:gd name="connsiteY4" fmla="*/ 343876 h 819150"/>
                <a:gd name="connsiteX5" fmla="*/ 15240 w 171450"/>
                <a:gd name="connsiteY5" fmla="*/ 343876 h 819150"/>
                <a:gd name="connsiteX6" fmla="*/ 0 w 171450"/>
                <a:gd name="connsiteY6" fmla="*/ 329588 h 819150"/>
                <a:gd name="connsiteX7" fmla="*/ 16193 w 171450"/>
                <a:gd name="connsiteY7" fmla="*/ 318158 h 819150"/>
                <a:gd name="connsiteX8" fmla="*/ 59055 w 171450"/>
                <a:gd name="connsiteY8" fmla="*/ 318158 h 819150"/>
                <a:gd name="connsiteX9" fmla="*/ 116205 w 171450"/>
                <a:gd name="connsiteY9" fmla="*/ 261961 h 819150"/>
                <a:gd name="connsiteX10" fmla="*/ 58102 w 171450"/>
                <a:gd name="connsiteY10" fmla="*/ 206716 h 819150"/>
                <a:gd name="connsiteX11" fmla="*/ 20002 w 171450"/>
                <a:gd name="connsiteY11" fmla="*/ 206716 h 819150"/>
                <a:gd name="connsiteX12" fmla="*/ 952 w 171450"/>
                <a:gd name="connsiteY12" fmla="*/ 192428 h 819150"/>
                <a:gd name="connsiteX13" fmla="*/ 20002 w 171450"/>
                <a:gd name="connsiteY13" fmla="*/ 182903 h 819150"/>
                <a:gd name="connsiteX14" fmla="*/ 29527 w 171450"/>
                <a:gd name="connsiteY14" fmla="*/ 182903 h 819150"/>
                <a:gd name="connsiteX15" fmla="*/ 114300 w 171450"/>
                <a:gd name="connsiteY15" fmla="*/ 95273 h 819150"/>
                <a:gd name="connsiteX16" fmla="*/ 114300 w 171450"/>
                <a:gd name="connsiteY16" fmla="*/ 47648 h 819150"/>
                <a:gd name="connsiteX17" fmla="*/ 143827 w 171450"/>
                <a:gd name="connsiteY17" fmla="*/ 23 h 819150"/>
                <a:gd name="connsiteX18" fmla="*/ 170498 w 171450"/>
                <a:gd name="connsiteY18" fmla="*/ 50506 h 819150"/>
                <a:gd name="connsiteX19" fmla="*/ 173355 w 171450"/>
                <a:gd name="connsiteY19" fmla="*/ 763928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1450" h="819150">
                  <a:moveTo>
                    <a:pt x="173355" y="763928"/>
                  </a:moveTo>
                  <a:cubicBezTo>
                    <a:pt x="167640" y="786788"/>
                    <a:pt x="187643" y="828698"/>
                    <a:pt x="136207" y="821078"/>
                  </a:cubicBezTo>
                  <a:cubicBezTo>
                    <a:pt x="98107" y="815363"/>
                    <a:pt x="122873" y="782026"/>
                    <a:pt x="113348" y="763928"/>
                  </a:cubicBezTo>
                  <a:cubicBezTo>
                    <a:pt x="113348" y="634388"/>
                    <a:pt x="113348" y="503896"/>
                    <a:pt x="115252" y="374356"/>
                  </a:cubicBezTo>
                  <a:cubicBezTo>
                    <a:pt x="115252" y="346733"/>
                    <a:pt x="104775" y="342923"/>
                    <a:pt x="81915" y="343876"/>
                  </a:cubicBezTo>
                  <a:cubicBezTo>
                    <a:pt x="60007" y="344828"/>
                    <a:pt x="37148" y="343876"/>
                    <a:pt x="15240" y="343876"/>
                  </a:cubicBezTo>
                  <a:cubicBezTo>
                    <a:pt x="5715" y="343876"/>
                    <a:pt x="0" y="339113"/>
                    <a:pt x="0" y="329588"/>
                  </a:cubicBezTo>
                  <a:cubicBezTo>
                    <a:pt x="0" y="318158"/>
                    <a:pt x="8573" y="318158"/>
                    <a:pt x="16193" y="318158"/>
                  </a:cubicBezTo>
                  <a:cubicBezTo>
                    <a:pt x="30480" y="318158"/>
                    <a:pt x="44768" y="316253"/>
                    <a:pt x="59055" y="318158"/>
                  </a:cubicBezTo>
                  <a:cubicBezTo>
                    <a:pt x="105727" y="326731"/>
                    <a:pt x="115252" y="307681"/>
                    <a:pt x="116205" y="261961"/>
                  </a:cubicBezTo>
                  <a:cubicBezTo>
                    <a:pt x="117157" y="214336"/>
                    <a:pt x="102870" y="199096"/>
                    <a:pt x="58102" y="206716"/>
                  </a:cubicBezTo>
                  <a:cubicBezTo>
                    <a:pt x="45720" y="208621"/>
                    <a:pt x="32385" y="206716"/>
                    <a:pt x="20002" y="206716"/>
                  </a:cubicBezTo>
                  <a:cubicBezTo>
                    <a:pt x="10477" y="206716"/>
                    <a:pt x="0" y="205763"/>
                    <a:pt x="952" y="192428"/>
                  </a:cubicBezTo>
                  <a:cubicBezTo>
                    <a:pt x="1905" y="181951"/>
                    <a:pt x="12382" y="183856"/>
                    <a:pt x="20002" y="182903"/>
                  </a:cubicBezTo>
                  <a:cubicBezTo>
                    <a:pt x="22860" y="182903"/>
                    <a:pt x="26670" y="182903"/>
                    <a:pt x="29527" y="182903"/>
                  </a:cubicBezTo>
                  <a:cubicBezTo>
                    <a:pt x="114300" y="179093"/>
                    <a:pt x="114300" y="179093"/>
                    <a:pt x="114300" y="95273"/>
                  </a:cubicBezTo>
                  <a:cubicBezTo>
                    <a:pt x="114300" y="79081"/>
                    <a:pt x="113348" y="63841"/>
                    <a:pt x="114300" y="47648"/>
                  </a:cubicBezTo>
                  <a:cubicBezTo>
                    <a:pt x="116205" y="27646"/>
                    <a:pt x="100013" y="-929"/>
                    <a:pt x="143827" y="23"/>
                  </a:cubicBezTo>
                  <a:cubicBezTo>
                    <a:pt x="188595" y="976"/>
                    <a:pt x="170498" y="32408"/>
                    <a:pt x="170498" y="50506"/>
                  </a:cubicBezTo>
                  <a:cubicBezTo>
                    <a:pt x="172402" y="288631"/>
                    <a:pt x="172402" y="525803"/>
                    <a:pt x="173355" y="76392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0AFF663-0599-47BD-B192-15D72C19447E}"/>
                </a:ext>
              </a:extLst>
            </p:cNvPr>
            <p:cNvSpPr/>
            <p:nvPr/>
          </p:nvSpPr>
          <p:spPr>
            <a:xfrm>
              <a:off x="8661003" y="1992732"/>
              <a:ext cx="44706" cy="715315"/>
            </a:xfrm>
            <a:custGeom>
              <a:avLst/>
              <a:gdLst>
                <a:gd name="connsiteX0" fmla="*/ 60997 w 57150"/>
                <a:gd name="connsiteY0" fmla="*/ 827752 h 914400"/>
                <a:gd name="connsiteX1" fmla="*/ 60043 w 57150"/>
                <a:gd name="connsiteY1" fmla="*/ 888713 h 914400"/>
                <a:gd name="connsiteX2" fmla="*/ 30516 w 57150"/>
                <a:gd name="connsiteY2" fmla="*/ 915383 h 914400"/>
                <a:gd name="connsiteX3" fmla="*/ 1941 w 57150"/>
                <a:gd name="connsiteY3" fmla="*/ 888713 h 914400"/>
                <a:gd name="connsiteX4" fmla="*/ 37 w 57150"/>
                <a:gd name="connsiteY4" fmla="*/ 827752 h 914400"/>
                <a:gd name="connsiteX5" fmla="*/ 989 w 57150"/>
                <a:gd name="connsiteY5" fmla="*/ 38130 h 914400"/>
                <a:gd name="connsiteX6" fmla="*/ 25754 w 57150"/>
                <a:gd name="connsiteY6" fmla="*/ 30 h 914400"/>
                <a:gd name="connsiteX7" fmla="*/ 60043 w 57150"/>
                <a:gd name="connsiteY7" fmla="*/ 34320 h 914400"/>
                <a:gd name="connsiteX8" fmla="*/ 59091 w 57150"/>
                <a:gd name="connsiteY8" fmla="*/ 458183 h 914400"/>
                <a:gd name="connsiteX9" fmla="*/ 60997 w 57150"/>
                <a:gd name="connsiteY9" fmla="*/ 827752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50" h="914400">
                  <a:moveTo>
                    <a:pt x="60997" y="827752"/>
                  </a:moveTo>
                  <a:cubicBezTo>
                    <a:pt x="60043" y="847755"/>
                    <a:pt x="59091" y="868710"/>
                    <a:pt x="60043" y="888713"/>
                  </a:cubicBezTo>
                  <a:cubicBezTo>
                    <a:pt x="60997" y="909668"/>
                    <a:pt x="49566" y="915383"/>
                    <a:pt x="30516" y="915383"/>
                  </a:cubicBezTo>
                  <a:cubicBezTo>
                    <a:pt x="11466" y="915383"/>
                    <a:pt x="989" y="909668"/>
                    <a:pt x="1941" y="888713"/>
                  </a:cubicBezTo>
                  <a:cubicBezTo>
                    <a:pt x="1941" y="868710"/>
                    <a:pt x="989" y="848708"/>
                    <a:pt x="37" y="827752"/>
                  </a:cubicBezTo>
                  <a:cubicBezTo>
                    <a:pt x="37" y="564863"/>
                    <a:pt x="989" y="301020"/>
                    <a:pt x="989" y="38130"/>
                  </a:cubicBezTo>
                  <a:cubicBezTo>
                    <a:pt x="989" y="20985"/>
                    <a:pt x="-7584" y="-922"/>
                    <a:pt x="25754" y="30"/>
                  </a:cubicBezTo>
                  <a:cubicBezTo>
                    <a:pt x="52424" y="30"/>
                    <a:pt x="60043" y="6698"/>
                    <a:pt x="60043" y="34320"/>
                  </a:cubicBezTo>
                  <a:cubicBezTo>
                    <a:pt x="59091" y="175290"/>
                    <a:pt x="59091" y="316260"/>
                    <a:pt x="59091" y="458183"/>
                  </a:cubicBezTo>
                  <a:cubicBezTo>
                    <a:pt x="60043" y="580103"/>
                    <a:pt x="60043" y="703927"/>
                    <a:pt x="60997" y="827752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2C5BDDD-5E76-4EE7-8D73-1FA328032351}"/>
                </a:ext>
              </a:extLst>
            </p:cNvPr>
            <p:cNvSpPr/>
            <p:nvPr/>
          </p:nvSpPr>
          <p:spPr>
            <a:xfrm>
              <a:off x="8176703" y="2640219"/>
              <a:ext cx="931399" cy="1221996"/>
            </a:xfrm>
            <a:custGeom>
              <a:avLst/>
              <a:gdLst>
                <a:gd name="connsiteX0" fmla="*/ 142875 w 1190625"/>
                <a:gd name="connsiteY0" fmla="*/ 1424047 h 1562100"/>
                <a:gd name="connsiteX1" fmla="*/ 0 w 1190625"/>
                <a:gd name="connsiteY1" fmla="*/ 1392614 h 1562100"/>
                <a:gd name="connsiteX2" fmla="*/ 88582 w 1190625"/>
                <a:gd name="connsiteY2" fmla="*/ 913507 h 1562100"/>
                <a:gd name="connsiteX3" fmla="*/ 257175 w 1190625"/>
                <a:gd name="connsiteY3" fmla="*/ 34349 h 1562100"/>
                <a:gd name="connsiteX4" fmla="*/ 300038 w 1190625"/>
                <a:gd name="connsiteY4" fmla="*/ 59 h 1562100"/>
                <a:gd name="connsiteX5" fmla="*/ 941069 w 1190625"/>
                <a:gd name="connsiteY5" fmla="*/ 59 h 1562100"/>
                <a:gd name="connsiteX6" fmla="*/ 982980 w 1190625"/>
                <a:gd name="connsiteY6" fmla="*/ 36254 h 1562100"/>
                <a:gd name="connsiteX7" fmla="*/ 1162050 w 1190625"/>
                <a:gd name="connsiteY7" fmla="*/ 1344037 h 1562100"/>
                <a:gd name="connsiteX8" fmla="*/ 1192530 w 1190625"/>
                <a:gd name="connsiteY8" fmla="*/ 1564064 h 1562100"/>
                <a:gd name="connsiteX9" fmla="*/ 1038225 w 1190625"/>
                <a:gd name="connsiteY9" fmla="*/ 1533584 h 1562100"/>
                <a:gd name="connsiteX10" fmla="*/ 1020127 w 1190625"/>
                <a:gd name="connsiteY10" fmla="*/ 1405949 h 1562100"/>
                <a:gd name="connsiteX11" fmla="*/ 909638 w 1190625"/>
                <a:gd name="connsiteY11" fmla="*/ 603944 h 1562100"/>
                <a:gd name="connsiteX12" fmla="*/ 855344 w 1190625"/>
                <a:gd name="connsiteY12" fmla="*/ 207704 h 1562100"/>
                <a:gd name="connsiteX13" fmla="*/ 786765 w 1190625"/>
                <a:gd name="connsiteY13" fmla="*/ 147697 h 1562100"/>
                <a:gd name="connsiteX14" fmla="*/ 453390 w 1190625"/>
                <a:gd name="connsiteY14" fmla="*/ 147697 h 1562100"/>
                <a:gd name="connsiteX15" fmla="*/ 376238 w 1190625"/>
                <a:gd name="connsiteY15" fmla="*/ 212467 h 1562100"/>
                <a:gd name="connsiteX16" fmla="*/ 160019 w 1190625"/>
                <a:gd name="connsiteY16" fmla="*/ 1339274 h 1562100"/>
                <a:gd name="connsiteX17" fmla="*/ 142875 w 1190625"/>
                <a:gd name="connsiteY17" fmla="*/ 1424047 h 156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0625" h="1562100">
                  <a:moveTo>
                    <a:pt x="142875" y="1424047"/>
                  </a:moveTo>
                  <a:cubicBezTo>
                    <a:pt x="97155" y="1424999"/>
                    <a:pt x="43815" y="1404997"/>
                    <a:pt x="0" y="1392614"/>
                  </a:cubicBezTo>
                  <a:cubicBezTo>
                    <a:pt x="29527" y="1232594"/>
                    <a:pt x="58102" y="1072574"/>
                    <a:pt x="88582" y="913507"/>
                  </a:cubicBezTo>
                  <a:cubicBezTo>
                    <a:pt x="144780" y="620137"/>
                    <a:pt x="201930" y="327719"/>
                    <a:pt x="257175" y="34349"/>
                  </a:cubicBezTo>
                  <a:cubicBezTo>
                    <a:pt x="262890" y="4822"/>
                    <a:pt x="274319" y="59"/>
                    <a:pt x="300038" y="59"/>
                  </a:cubicBezTo>
                  <a:cubicBezTo>
                    <a:pt x="405765" y="1012"/>
                    <a:pt x="853440" y="1964"/>
                    <a:pt x="941069" y="59"/>
                  </a:cubicBezTo>
                  <a:cubicBezTo>
                    <a:pt x="969644" y="-893"/>
                    <a:pt x="979169" y="9584"/>
                    <a:pt x="982980" y="36254"/>
                  </a:cubicBezTo>
                  <a:cubicBezTo>
                    <a:pt x="1042035" y="472499"/>
                    <a:pt x="1102042" y="908744"/>
                    <a:pt x="1162050" y="1344037"/>
                  </a:cubicBezTo>
                  <a:cubicBezTo>
                    <a:pt x="1174432" y="1436429"/>
                    <a:pt x="1180148" y="1471672"/>
                    <a:pt x="1192530" y="1564064"/>
                  </a:cubicBezTo>
                  <a:cubicBezTo>
                    <a:pt x="1194435" y="1579304"/>
                    <a:pt x="1043940" y="1547872"/>
                    <a:pt x="1038225" y="1533584"/>
                  </a:cubicBezTo>
                  <a:cubicBezTo>
                    <a:pt x="1023938" y="1451669"/>
                    <a:pt x="1031557" y="1487864"/>
                    <a:pt x="1020127" y="1405949"/>
                  </a:cubicBezTo>
                  <a:cubicBezTo>
                    <a:pt x="982980" y="1139249"/>
                    <a:pt x="945832" y="871597"/>
                    <a:pt x="909638" y="603944"/>
                  </a:cubicBezTo>
                  <a:cubicBezTo>
                    <a:pt x="891540" y="471547"/>
                    <a:pt x="872490" y="340102"/>
                    <a:pt x="855344" y="207704"/>
                  </a:cubicBezTo>
                  <a:cubicBezTo>
                    <a:pt x="847725" y="150554"/>
                    <a:pt x="843915" y="147697"/>
                    <a:pt x="786765" y="147697"/>
                  </a:cubicBezTo>
                  <a:cubicBezTo>
                    <a:pt x="675323" y="147697"/>
                    <a:pt x="564832" y="147697"/>
                    <a:pt x="453390" y="147697"/>
                  </a:cubicBezTo>
                  <a:cubicBezTo>
                    <a:pt x="391477" y="147697"/>
                    <a:pt x="387667" y="150554"/>
                    <a:pt x="376238" y="212467"/>
                  </a:cubicBezTo>
                  <a:cubicBezTo>
                    <a:pt x="304800" y="587752"/>
                    <a:pt x="233363" y="963989"/>
                    <a:pt x="160019" y="1339274"/>
                  </a:cubicBezTo>
                  <a:cubicBezTo>
                    <a:pt x="154305" y="1364039"/>
                    <a:pt x="156210" y="1396424"/>
                    <a:pt x="142875" y="142404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2845B2B-A741-486E-873B-A751824CB568}"/>
                </a:ext>
              </a:extLst>
            </p:cNvPr>
            <p:cNvSpPr/>
            <p:nvPr/>
          </p:nvSpPr>
          <p:spPr>
            <a:xfrm>
              <a:off x="6178295" y="2415936"/>
              <a:ext cx="923947" cy="1192191"/>
            </a:xfrm>
            <a:custGeom>
              <a:avLst/>
              <a:gdLst>
                <a:gd name="connsiteX0" fmla="*/ 984885 w 1181100"/>
                <a:gd name="connsiteY0" fmla="*/ 36254 h 1524000"/>
                <a:gd name="connsiteX1" fmla="*/ 942975 w 1181100"/>
                <a:gd name="connsiteY1" fmla="*/ 59 h 1524000"/>
                <a:gd name="connsiteX2" fmla="*/ 307657 w 1181100"/>
                <a:gd name="connsiteY2" fmla="*/ 59 h 1524000"/>
                <a:gd name="connsiteX3" fmla="*/ 258127 w 1181100"/>
                <a:gd name="connsiteY3" fmla="*/ 38159 h 1524000"/>
                <a:gd name="connsiteX4" fmla="*/ 51435 w 1181100"/>
                <a:gd name="connsiteY4" fmla="*/ 1122104 h 1524000"/>
                <a:gd name="connsiteX5" fmla="*/ 0 w 1181100"/>
                <a:gd name="connsiteY5" fmla="*/ 1398329 h 1524000"/>
                <a:gd name="connsiteX6" fmla="*/ 148590 w 1181100"/>
                <a:gd name="connsiteY6" fmla="*/ 1398329 h 1524000"/>
                <a:gd name="connsiteX7" fmla="*/ 378143 w 1181100"/>
                <a:gd name="connsiteY7" fmla="*/ 208657 h 1524000"/>
                <a:gd name="connsiteX8" fmla="*/ 449580 w 1181100"/>
                <a:gd name="connsiteY8" fmla="*/ 148649 h 1524000"/>
                <a:gd name="connsiteX9" fmla="*/ 782955 w 1181100"/>
                <a:gd name="connsiteY9" fmla="*/ 148649 h 1524000"/>
                <a:gd name="connsiteX10" fmla="*/ 857250 w 1181100"/>
                <a:gd name="connsiteY10" fmla="*/ 213419 h 1524000"/>
                <a:gd name="connsiteX11" fmla="*/ 1019175 w 1181100"/>
                <a:gd name="connsiteY11" fmla="*/ 1391662 h 1524000"/>
                <a:gd name="connsiteX12" fmla="*/ 1049655 w 1181100"/>
                <a:gd name="connsiteY12" fmla="*/ 1529774 h 1524000"/>
                <a:gd name="connsiteX13" fmla="*/ 1185863 w 1181100"/>
                <a:gd name="connsiteY13" fmla="*/ 1512629 h 1524000"/>
                <a:gd name="connsiteX14" fmla="*/ 984885 w 1181100"/>
                <a:gd name="connsiteY14" fmla="*/ 36254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100" h="1524000">
                  <a:moveTo>
                    <a:pt x="984885" y="36254"/>
                  </a:moveTo>
                  <a:cubicBezTo>
                    <a:pt x="981075" y="9584"/>
                    <a:pt x="971550" y="-893"/>
                    <a:pt x="942975" y="59"/>
                  </a:cubicBezTo>
                  <a:cubicBezTo>
                    <a:pt x="852488" y="1964"/>
                    <a:pt x="409575" y="1012"/>
                    <a:pt x="307657" y="59"/>
                  </a:cubicBezTo>
                  <a:cubicBezTo>
                    <a:pt x="279082" y="59"/>
                    <a:pt x="264795" y="3869"/>
                    <a:pt x="258127" y="38159"/>
                  </a:cubicBezTo>
                  <a:cubicBezTo>
                    <a:pt x="190500" y="400109"/>
                    <a:pt x="120015" y="761107"/>
                    <a:pt x="51435" y="1122104"/>
                  </a:cubicBezTo>
                  <a:cubicBezTo>
                    <a:pt x="34290" y="1214497"/>
                    <a:pt x="17145" y="1305937"/>
                    <a:pt x="0" y="1398329"/>
                  </a:cubicBezTo>
                  <a:lnTo>
                    <a:pt x="148590" y="1398329"/>
                  </a:lnTo>
                  <a:cubicBezTo>
                    <a:pt x="153352" y="1382137"/>
                    <a:pt x="303847" y="588704"/>
                    <a:pt x="378143" y="208657"/>
                  </a:cubicBezTo>
                  <a:cubicBezTo>
                    <a:pt x="389572" y="151507"/>
                    <a:pt x="393382" y="148649"/>
                    <a:pt x="449580" y="148649"/>
                  </a:cubicBezTo>
                  <a:cubicBezTo>
                    <a:pt x="561022" y="148649"/>
                    <a:pt x="671513" y="148649"/>
                    <a:pt x="782955" y="148649"/>
                  </a:cubicBezTo>
                  <a:cubicBezTo>
                    <a:pt x="846772" y="148649"/>
                    <a:pt x="848677" y="150554"/>
                    <a:pt x="857250" y="213419"/>
                  </a:cubicBezTo>
                  <a:cubicBezTo>
                    <a:pt x="911543" y="605849"/>
                    <a:pt x="963930" y="999232"/>
                    <a:pt x="1019175" y="1391662"/>
                  </a:cubicBezTo>
                  <a:cubicBezTo>
                    <a:pt x="1025843" y="1438334"/>
                    <a:pt x="1023938" y="1486912"/>
                    <a:pt x="1049655" y="1529774"/>
                  </a:cubicBezTo>
                  <a:cubicBezTo>
                    <a:pt x="1087755" y="1528822"/>
                    <a:pt x="1177290" y="1511677"/>
                    <a:pt x="1185863" y="1512629"/>
                  </a:cubicBezTo>
                  <a:cubicBezTo>
                    <a:pt x="1173480" y="1424999"/>
                    <a:pt x="1039177" y="440114"/>
                    <a:pt x="984885" y="3625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3C4CCB7-73CA-4D0F-BC13-EC3F2956D8BA}"/>
                </a:ext>
              </a:extLst>
            </p:cNvPr>
            <p:cNvSpPr/>
            <p:nvPr/>
          </p:nvSpPr>
          <p:spPr>
            <a:xfrm>
              <a:off x="8279530" y="2728903"/>
              <a:ext cx="707863" cy="1072972"/>
            </a:xfrm>
            <a:custGeom>
              <a:avLst/>
              <a:gdLst>
                <a:gd name="connsiteX0" fmla="*/ 0 w 904875"/>
                <a:gd name="connsiteY0" fmla="*/ 1277342 h 1371600"/>
                <a:gd name="connsiteX1" fmla="*/ 230506 w 904875"/>
                <a:gd name="connsiteY1" fmla="*/ 60047 h 1371600"/>
                <a:gd name="connsiteX2" fmla="*/ 300991 w 904875"/>
                <a:gd name="connsiteY2" fmla="*/ 39 h 1371600"/>
                <a:gd name="connsiteX3" fmla="*/ 691516 w 904875"/>
                <a:gd name="connsiteY3" fmla="*/ 992 h 1371600"/>
                <a:gd name="connsiteX4" fmla="*/ 729616 w 904875"/>
                <a:gd name="connsiteY4" fmla="*/ 33377 h 1371600"/>
                <a:gd name="connsiteX5" fmla="*/ 911543 w 904875"/>
                <a:gd name="connsiteY5" fmla="*/ 1356400 h 1371600"/>
                <a:gd name="connsiteX6" fmla="*/ 560070 w 904875"/>
                <a:gd name="connsiteY6" fmla="*/ 1334492 h 1371600"/>
                <a:gd name="connsiteX7" fmla="*/ 0 w 904875"/>
                <a:gd name="connsiteY7" fmla="*/ 127734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5" h="1371600">
                  <a:moveTo>
                    <a:pt x="0" y="1277342"/>
                  </a:moveTo>
                  <a:cubicBezTo>
                    <a:pt x="37148" y="1081127"/>
                    <a:pt x="192406" y="270549"/>
                    <a:pt x="230506" y="60047"/>
                  </a:cubicBezTo>
                  <a:cubicBezTo>
                    <a:pt x="238125" y="15279"/>
                    <a:pt x="253366" y="-913"/>
                    <a:pt x="300991" y="39"/>
                  </a:cubicBezTo>
                  <a:cubicBezTo>
                    <a:pt x="431483" y="3849"/>
                    <a:pt x="561023" y="1944"/>
                    <a:pt x="691516" y="992"/>
                  </a:cubicBezTo>
                  <a:cubicBezTo>
                    <a:pt x="717233" y="992"/>
                    <a:pt x="726758" y="6707"/>
                    <a:pt x="729616" y="33377"/>
                  </a:cubicBezTo>
                  <a:cubicBezTo>
                    <a:pt x="752475" y="207684"/>
                    <a:pt x="876300" y="1088747"/>
                    <a:pt x="911543" y="1356400"/>
                  </a:cubicBezTo>
                  <a:cubicBezTo>
                    <a:pt x="918210" y="1409739"/>
                    <a:pt x="600075" y="1338302"/>
                    <a:pt x="560070" y="1334492"/>
                  </a:cubicBezTo>
                  <a:cubicBezTo>
                    <a:pt x="373381" y="1317347"/>
                    <a:pt x="186691" y="1296392"/>
                    <a:pt x="0" y="127734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3A54F58-F0EF-441C-9B45-40129CE3A0FA}"/>
                </a:ext>
              </a:extLst>
            </p:cNvPr>
            <p:cNvSpPr/>
            <p:nvPr/>
          </p:nvSpPr>
          <p:spPr>
            <a:xfrm>
              <a:off x="6277395" y="2505281"/>
              <a:ext cx="715315" cy="1072972"/>
            </a:xfrm>
            <a:custGeom>
              <a:avLst/>
              <a:gdLst>
                <a:gd name="connsiteX0" fmla="*/ 0 w 914400"/>
                <a:gd name="connsiteY0" fmla="*/ 1304122 h 1371600"/>
                <a:gd name="connsiteX1" fmla="*/ 238125 w 914400"/>
                <a:gd name="connsiteY1" fmla="*/ 52537 h 1371600"/>
                <a:gd name="connsiteX2" fmla="*/ 300038 w 914400"/>
                <a:gd name="connsiteY2" fmla="*/ 150 h 1371600"/>
                <a:gd name="connsiteX3" fmla="*/ 675323 w 914400"/>
                <a:gd name="connsiteY3" fmla="*/ 150 h 1371600"/>
                <a:gd name="connsiteX4" fmla="*/ 741045 w 914400"/>
                <a:gd name="connsiteY4" fmla="*/ 58252 h 1371600"/>
                <a:gd name="connsiteX5" fmla="*/ 921068 w 914400"/>
                <a:gd name="connsiteY5" fmla="*/ 1374607 h 1371600"/>
                <a:gd name="connsiteX6" fmla="*/ 0 w 914400"/>
                <a:gd name="connsiteY6" fmla="*/ 130412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1371600">
                  <a:moveTo>
                    <a:pt x="0" y="1304122"/>
                  </a:moveTo>
                  <a:cubicBezTo>
                    <a:pt x="39052" y="1099335"/>
                    <a:pt x="199073" y="264945"/>
                    <a:pt x="238125" y="52537"/>
                  </a:cubicBezTo>
                  <a:cubicBezTo>
                    <a:pt x="244793" y="14437"/>
                    <a:pt x="257175" y="-1755"/>
                    <a:pt x="300038" y="150"/>
                  </a:cubicBezTo>
                  <a:cubicBezTo>
                    <a:pt x="424815" y="3960"/>
                    <a:pt x="550545" y="4912"/>
                    <a:pt x="675323" y="150"/>
                  </a:cubicBezTo>
                  <a:cubicBezTo>
                    <a:pt x="722948" y="-1755"/>
                    <a:pt x="736282" y="15390"/>
                    <a:pt x="741045" y="58252"/>
                  </a:cubicBezTo>
                  <a:cubicBezTo>
                    <a:pt x="764857" y="244942"/>
                    <a:pt x="886777" y="1122195"/>
                    <a:pt x="921068" y="1374607"/>
                  </a:cubicBezTo>
                  <a:cubicBezTo>
                    <a:pt x="922973" y="1381275"/>
                    <a:pt x="5715" y="1302217"/>
                    <a:pt x="0" y="130412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CB92C7C-84F0-48F6-B30E-070ACA74C50D}"/>
                </a:ext>
              </a:extLst>
            </p:cNvPr>
            <p:cNvSpPr/>
            <p:nvPr/>
          </p:nvSpPr>
          <p:spPr>
            <a:xfrm>
              <a:off x="342804" y="2386179"/>
              <a:ext cx="9464439" cy="2252496"/>
            </a:xfrm>
            <a:custGeom>
              <a:avLst/>
              <a:gdLst>
                <a:gd name="connsiteX0" fmla="*/ 4574879 w 4752721"/>
                <a:gd name="connsiteY0" fmla="*/ 766307 h 1131127"/>
                <a:gd name="connsiteX1" fmla="*/ 4555422 w 4752721"/>
                <a:gd name="connsiteY1" fmla="*/ 785764 h 1131127"/>
                <a:gd name="connsiteX2" fmla="*/ 4555422 w 4752721"/>
                <a:gd name="connsiteY2" fmla="*/ 807092 h 1131127"/>
                <a:gd name="connsiteX3" fmla="*/ 4574879 w 4752721"/>
                <a:gd name="connsiteY3" fmla="*/ 826549 h 1131127"/>
                <a:gd name="connsiteX4" fmla="*/ 4639986 w 4752721"/>
                <a:gd name="connsiteY4" fmla="*/ 826549 h 1131127"/>
                <a:gd name="connsiteX5" fmla="*/ 4659443 w 4752721"/>
                <a:gd name="connsiteY5" fmla="*/ 807092 h 1131127"/>
                <a:gd name="connsiteX6" fmla="*/ 4659443 w 4752721"/>
                <a:gd name="connsiteY6" fmla="*/ 785764 h 1131127"/>
                <a:gd name="connsiteX7" fmla="*/ 4639986 w 4752721"/>
                <a:gd name="connsiteY7" fmla="*/ 766307 h 1131127"/>
                <a:gd name="connsiteX8" fmla="*/ 2344805 w 4752721"/>
                <a:gd name="connsiteY8" fmla="*/ 0 h 1131127"/>
                <a:gd name="connsiteX9" fmla="*/ 2409538 w 4752721"/>
                <a:gd name="connsiteY9" fmla="*/ 1871 h 1131127"/>
                <a:gd name="connsiteX10" fmla="*/ 2549478 w 4752721"/>
                <a:gd name="connsiteY10" fmla="*/ 81944 h 1131127"/>
                <a:gd name="connsiteX11" fmla="*/ 2593257 w 4752721"/>
                <a:gd name="connsiteY11" fmla="*/ 199809 h 1131127"/>
                <a:gd name="connsiteX12" fmla="*/ 2602611 w 4752721"/>
                <a:gd name="connsiteY12" fmla="*/ 225253 h 1131127"/>
                <a:gd name="connsiteX13" fmla="*/ 2649383 w 4752721"/>
                <a:gd name="connsiteY13" fmla="*/ 297468 h 1131127"/>
                <a:gd name="connsiteX14" fmla="*/ 2671833 w 4752721"/>
                <a:gd name="connsiteY14" fmla="*/ 314680 h 1131127"/>
                <a:gd name="connsiteX15" fmla="*/ 2879499 w 4752721"/>
                <a:gd name="connsiteY15" fmla="*/ 336756 h 1131127"/>
                <a:gd name="connsiteX16" fmla="*/ 2893718 w 4752721"/>
                <a:gd name="connsiteY16" fmla="*/ 353594 h 1131127"/>
                <a:gd name="connsiteX17" fmla="*/ 2886983 w 4752721"/>
                <a:gd name="connsiteY17" fmla="*/ 543674 h 1131127"/>
                <a:gd name="connsiteX18" fmla="*/ 4216421 w 4752721"/>
                <a:gd name="connsiteY18" fmla="*/ 698208 h 1131127"/>
                <a:gd name="connsiteX19" fmla="*/ 4508651 w 4752721"/>
                <a:gd name="connsiteY19" fmla="*/ 731509 h 1131127"/>
                <a:gd name="connsiteX20" fmla="*/ 4518753 w 4752721"/>
                <a:gd name="connsiteY20" fmla="*/ 739741 h 1131127"/>
                <a:gd name="connsiteX21" fmla="*/ 4531476 w 4752721"/>
                <a:gd name="connsiteY21" fmla="*/ 776784 h 1131127"/>
                <a:gd name="connsiteX22" fmla="*/ 4548313 w 4752721"/>
                <a:gd name="connsiteY22" fmla="*/ 738619 h 1131127"/>
                <a:gd name="connsiteX23" fmla="*/ 4669171 w 4752721"/>
                <a:gd name="connsiteY23" fmla="*/ 738619 h 1131127"/>
                <a:gd name="connsiteX24" fmla="*/ 4681893 w 4752721"/>
                <a:gd name="connsiteY24" fmla="*/ 744231 h 1131127"/>
                <a:gd name="connsiteX25" fmla="*/ 4686757 w 4752721"/>
                <a:gd name="connsiteY25" fmla="*/ 756205 h 1131127"/>
                <a:gd name="connsiteX26" fmla="*/ 4686009 w 4752721"/>
                <a:gd name="connsiteY26" fmla="*/ 836652 h 1131127"/>
                <a:gd name="connsiteX27" fmla="*/ 4726794 w 4752721"/>
                <a:gd name="connsiteY27" fmla="*/ 842265 h 1131127"/>
                <a:gd name="connsiteX28" fmla="*/ 4751864 w 4752721"/>
                <a:gd name="connsiteY28" fmla="*/ 864341 h 1131127"/>
                <a:gd name="connsiteX29" fmla="*/ 4689002 w 4752721"/>
                <a:gd name="connsiteY29" fmla="*/ 1131127 h 1131127"/>
                <a:gd name="connsiteX30" fmla="*/ 506116 w 4752721"/>
                <a:gd name="connsiteY30" fmla="*/ 1117282 h 1131127"/>
                <a:gd name="connsiteX31" fmla="*/ 478428 w 4752721"/>
                <a:gd name="connsiteY31" fmla="*/ 966116 h 1131127"/>
                <a:gd name="connsiteX32" fmla="*/ 290966 w 4752721"/>
                <a:gd name="connsiteY32" fmla="*/ 526088 h 1131127"/>
                <a:gd name="connsiteX33" fmla="*/ 56734 w 4752721"/>
                <a:gd name="connsiteY33" fmla="*/ 243961 h 1131127"/>
                <a:gd name="connsiteX34" fmla="*/ 2104 w 4752721"/>
                <a:gd name="connsiteY34" fmla="*/ 182971 h 1131127"/>
                <a:gd name="connsiteX35" fmla="*/ 12956 w 4752721"/>
                <a:gd name="connsiteY35" fmla="*/ 159772 h 1131127"/>
                <a:gd name="connsiteX36" fmla="*/ 1746502 w 4752721"/>
                <a:gd name="connsiteY36" fmla="*/ 393631 h 1131127"/>
                <a:gd name="connsiteX37" fmla="*/ 1850522 w 4752721"/>
                <a:gd name="connsiteY37" fmla="*/ 464724 h 1131127"/>
                <a:gd name="connsiteX38" fmla="*/ 1885694 w 4752721"/>
                <a:gd name="connsiteY38" fmla="*/ 462479 h 1131127"/>
                <a:gd name="connsiteX39" fmla="*/ 1979986 w 4752721"/>
                <a:gd name="connsiteY39" fmla="*/ 353594 h 1131127"/>
                <a:gd name="connsiteX40" fmla="*/ 2021519 w 4752721"/>
                <a:gd name="connsiteY40" fmla="*/ 291855 h 1131127"/>
                <a:gd name="connsiteX41" fmla="*/ 2098225 w 4752721"/>
                <a:gd name="connsiteY41" fmla="*/ 105891 h 1131127"/>
                <a:gd name="connsiteX42" fmla="*/ 2131901 w 4752721"/>
                <a:gd name="connsiteY42" fmla="*/ 72590 h 1131127"/>
                <a:gd name="connsiteX43" fmla="*/ 2313375 w 4752721"/>
                <a:gd name="connsiteY43" fmla="*/ 69596 h 1131127"/>
                <a:gd name="connsiteX44" fmla="*/ 2323103 w 4752721"/>
                <a:gd name="connsiteY44" fmla="*/ 60616 h 1131127"/>
                <a:gd name="connsiteX45" fmla="*/ 2322729 w 4752721"/>
                <a:gd name="connsiteY45" fmla="*/ 25069 h 1131127"/>
                <a:gd name="connsiteX46" fmla="*/ 2344805 w 4752721"/>
                <a:gd name="connsiteY46" fmla="*/ 0 h 113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52721" h="1131127">
                  <a:moveTo>
                    <a:pt x="4574879" y="766307"/>
                  </a:moveTo>
                  <a:cubicBezTo>
                    <a:pt x="4564028" y="766307"/>
                    <a:pt x="4555422" y="774913"/>
                    <a:pt x="4555422" y="785764"/>
                  </a:cubicBezTo>
                  <a:lnTo>
                    <a:pt x="4555422" y="807092"/>
                  </a:lnTo>
                  <a:cubicBezTo>
                    <a:pt x="4555422" y="817943"/>
                    <a:pt x="4564028" y="826549"/>
                    <a:pt x="4574879" y="826549"/>
                  </a:cubicBezTo>
                  <a:lnTo>
                    <a:pt x="4639986" y="826549"/>
                  </a:lnTo>
                  <a:cubicBezTo>
                    <a:pt x="4650462" y="826549"/>
                    <a:pt x="4659443" y="817943"/>
                    <a:pt x="4659443" y="807092"/>
                  </a:cubicBezTo>
                  <a:lnTo>
                    <a:pt x="4659443" y="785764"/>
                  </a:lnTo>
                  <a:cubicBezTo>
                    <a:pt x="4659443" y="774913"/>
                    <a:pt x="4650837" y="766307"/>
                    <a:pt x="4639986" y="766307"/>
                  </a:cubicBezTo>
                  <a:close/>
                  <a:moveTo>
                    <a:pt x="2344805" y="0"/>
                  </a:moveTo>
                  <a:cubicBezTo>
                    <a:pt x="2351166" y="0"/>
                    <a:pt x="2393073" y="0"/>
                    <a:pt x="2409538" y="1871"/>
                  </a:cubicBezTo>
                  <a:cubicBezTo>
                    <a:pt x="2464541" y="13844"/>
                    <a:pt x="2512809" y="40785"/>
                    <a:pt x="2549478" y="81944"/>
                  </a:cubicBezTo>
                  <a:cubicBezTo>
                    <a:pt x="2577916" y="113749"/>
                    <a:pt x="2592508" y="155656"/>
                    <a:pt x="2593257" y="199809"/>
                  </a:cubicBezTo>
                  <a:cubicBezTo>
                    <a:pt x="2593631" y="209537"/>
                    <a:pt x="2594753" y="216646"/>
                    <a:pt x="2602611" y="225253"/>
                  </a:cubicBezTo>
                  <a:cubicBezTo>
                    <a:pt x="2622068" y="246580"/>
                    <a:pt x="2637035" y="271276"/>
                    <a:pt x="2649383" y="297468"/>
                  </a:cubicBezTo>
                  <a:cubicBezTo>
                    <a:pt x="2654995" y="309067"/>
                    <a:pt x="2660982" y="313557"/>
                    <a:pt x="2671833" y="314680"/>
                  </a:cubicBezTo>
                  <a:cubicBezTo>
                    <a:pt x="2748538" y="322163"/>
                    <a:pt x="2802794" y="330021"/>
                    <a:pt x="2879499" y="336756"/>
                  </a:cubicBezTo>
                  <a:cubicBezTo>
                    <a:pt x="2892595" y="337879"/>
                    <a:pt x="2894092" y="342369"/>
                    <a:pt x="2893718" y="353594"/>
                  </a:cubicBezTo>
                  <a:cubicBezTo>
                    <a:pt x="2892221" y="413462"/>
                    <a:pt x="2887731" y="483807"/>
                    <a:pt x="2886983" y="543674"/>
                  </a:cubicBezTo>
                  <a:cubicBezTo>
                    <a:pt x="2886983" y="548539"/>
                    <a:pt x="4204074" y="697086"/>
                    <a:pt x="4216421" y="698208"/>
                  </a:cubicBezTo>
                  <a:cubicBezTo>
                    <a:pt x="4232511" y="701201"/>
                    <a:pt x="4463002" y="726645"/>
                    <a:pt x="4508651" y="731509"/>
                  </a:cubicBezTo>
                  <a:cubicBezTo>
                    <a:pt x="4513515" y="731884"/>
                    <a:pt x="4517257" y="735251"/>
                    <a:pt x="4518753" y="739741"/>
                  </a:cubicBezTo>
                  <a:cubicBezTo>
                    <a:pt x="4524366" y="756579"/>
                    <a:pt x="4531476" y="776784"/>
                    <a:pt x="4531476" y="776784"/>
                  </a:cubicBezTo>
                  <a:cubicBezTo>
                    <a:pt x="4532224" y="743483"/>
                    <a:pt x="4538585" y="738619"/>
                    <a:pt x="4548313" y="738619"/>
                  </a:cubicBezTo>
                  <a:lnTo>
                    <a:pt x="4669171" y="738619"/>
                  </a:lnTo>
                  <a:cubicBezTo>
                    <a:pt x="4674036" y="738619"/>
                    <a:pt x="4678526" y="740864"/>
                    <a:pt x="4681893" y="744231"/>
                  </a:cubicBezTo>
                  <a:cubicBezTo>
                    <a:pt x="4681893" y="744231"/>
                    <a:pt x="4686757" y="749096"/>
                    <a:pt x="4686757" y="756205"/>
                  </a:cubicBezTo>
                  <a:lnTo>
                    <a:pt x="4686009" y="836652"/>
                  </a:lnTo>
                  <a:cubicBezTo>
                    <a:pt x="4686383" y="837400"/>
                    <a:pt x="4716691" y="842265"/>
                    <a:pt x="4726794" y="842265"/>
                  </a:cubicBezTo>
                  <a:cubicBezTo>
                    <a:pt x="4742509" y="840768"/>
                    <a:pt x="4756354" y="841517"/>
                    <a:pt x="4751864" y="864341"/>
                  </a:cubicBezTo>
                  <a:cubicBezTo>
                    <a:pt x="4751116" y="869205"/>
                    <a:pt x="4727169" y="1131127"/>
                    <a:pt x="4689002" y="1131127"/>
                  </a:cubicBezTo>
                  <a:cubicBezTo>
                    <a:pt x="4296120" y="1131127"/>
                    <a:pt x="1472607" y="1117282"/>
                    <a:pt x="506116" y="1117282"/>
                  </a:cubicBezTo>
                  <a:cubicBezTo>
                    <a:pt x="496762" y="1070885"/>
                    <a:pt x="488156" y="1012139"/>
                    <a:pt x="478428" y="966116"/>
                  </a:cubicBezTo>
                  <a:cubicBezTo>
                    <a:pt x="444752" y="807093"/>
                    <a:pt x="391245" y="656674"/>
                    <a:pt x="290966" y="526088"/>
                  </a:cubicBezTo>
                  <a:cubicBezTo>
                    <a:pt x="285354" y="518605"/>
                    <a:pt x="128949" y="330769"/>
                    <a:pt x="56734" y="243961"/>
                  </a:cubicBezTo>
                  <a:cubicBezTo>
                    <a:pt x="39148" y="223007"/>
                    <a:pt x="22310" y="201679"/>
                    <a:pt x="2104" y="182971"/>
                  </a:cubicBezTo>
                  <a:cubicBezTo>
                    <a:pt x="-4256" y="175487"/>
                    <a:pt x="5098" y="158650"/>
                    <a:pt x="12956" y="159772"/>
                  </a:cubicBezTo>
                  <a:cubicBezTo>
                    <a:pt x="106499" y="172494"/>
                    <a:pt x="1659319" y="382031"/>
                    <a:pt x="1746502" y="393631"/>
                  </a:cubicBezTo>
                  <a:cubicBezTo>
                    <a:pt x="1762966" y="395876"/>
                    <a:pt x="1834059" y="453498"/>
                    <a:pt x="1850522" y="464724"/>
                  </a:cubicBezTo>
                  <a:cubicBezTo>
                    <a:pt x="1862870" y="473330"/>
                    <a:pt x="1874843" y="468091"/>
                    <a:pt x="1885694" y="462479"/>
                  </a:cubicBezTo>
                  <a:cubicBezTo>
                    <a:pt x="1931344" y="438906"/>
                    <a:pt x="1961652" y="400740"/>
                    <a:pt x="1979986" y="353594"/>
                  </a:cubicBezTo>
                  <a:cubicBezTo>
                    <a:pt x="1989715" y="329273"/>
                    <a:pt x="2000940" y="310190"/>
                    <a:pt x="2021519" y="291855"/>
                  </a:cubicBezTo>
                  <a:cubicBezTo>
                    <a:pt x="2075775" y="243213"/>
                    <a:pt x="2096354" y="177733"/>
                    <a:pt x="2098225" y="105891"/>
                  </a:cubicBezTo>
                  <a:cubicBezTo>
                    <a:pt x="2098973" y="73338"/>
                    <a:pt x="2098599" y="73338"/>
                    <a:pt x="2131901" y="72590"/>
                  </a:cubicBezTo>
                  <a:cubicBezTo>
                    <a:pt x="2192517" y="71467"/>
                    <a:pt x="2252759" y="70345"/>
                    <a:pt x="2313375" y="69596"/>
                  </a:cubicBezTo>
                  <a:cubicBezTo>
                    <a:pt x="2320484" y="69596"/>
                    <a:pt x="2323478" y="68100"/>
                    <a:pt x="2323103" y="60616"/>
                  </a:cubicBezTo>
                  <a:cubicBezTo>
                    <a:pt x="2322729" y="48643"/>
                    <a:pt x="2324226" y="36669"/>
                    <a:pt x="2322729" y="25069"/>
                  </a:cubicBezTo>
                  <a:cubicBezTo>
                    <a:pt x="2320484" y="7484"/>
                    <a:pt x="2327593" y="0"/>
                    <a:pt x="2344805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E4137C6-50D8-4FFD-A39F-47DA61E81347}"/>
                </a:ext>
              </a:extLst>
            </p:cNvPr>
            <p:cNvSpPr/>
            <p:nvPr/>
          </p:nvSpPr>
          <p:spPr>
            <a:xfrm>
              <a:off x="434174" y="2766189"/>
              <a:ext cx="3956581" cy="789826"/>
            </a:xfrm>
            <a:custGeom>
              <a:avLst/>
              <a:gdLst>
                <a:gd name="connsiteX0" fmla="*/ 4358640 w 5057775"/>
                <a:gd name="connsiteY0" fmla="*/ 589597 h 1009650"/>
                <a:gd name="connsiteX1" fmla="*/ 0 w 5057775"/>
                <a:gd name="connsiteY1" fmla="*/ 0 h 1009650"/>
                <a:gd name="connsiteX2" fmla="*/ 481965 w 5057775"/>
                <a:gd name="connsiteY2" fmla="*/ 557213 h 1009650"/>
                <a:gd name="connsiteX3" fmla="*/ 5060633 w 5057775"/>
                <a:gd name="connsiteY3" fmla="*/ 1012508 h 1009650"/>
                <a:gd name="connsiteX4" fmla="*/ 4358640 w 5057775"/>
                <a:gd name="connsiteY4" fmla="*/ 589597 h 1009650"/>
                <a:gd name="connsiteX5" fmla="*/ 204787 w 5057775"/>
                <a:gd name="connsiteY5" fmla="*/ 231458 h 1009650"/>
                <a:gd name="connsiteX6" fmla="*/ 208598 w 5057775"/>
                <a:gd name="connsiteY6" fmla="*/ 228600 h 1009650"/>
                <a:gd name="connsiteX7" fmla="*/ 204787 w 5057775"/>
                <a:gd name="connsiteY7" fmla="*/ 231458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57775" h="1009650">
                  <a:moveTo>
                    <a:pt x="4358640" y="589597"/>
                  </a:moveTo>
                  <a:cubicBezTo>
                    <a:pt x="4037648" y="546735"/>
                    <a:pt x="586740" y="85725"/>
                    <a:pt x="0" y="0"/>
                  </a:cubicBezTo>
                  <a:cubicBezTo>
                    <a:pt x="63818" y="71438"/>
                    <a:pt x="317182" y="379095"/>
                    <a:pt x="481965" y="557213"/>
                  </a:cubicBezTo>
                  <a:cubicBezTo>
                    <a:pt x="1908810" y="706755"/>
                    <a:pt x="3591878" y="891540"/>
                    <a:pt x="5060633" y="1012508"/>
                  </a:cubicBezTo>
                  <a:cubicBezTo>
                    <a:pt x="4962525" y="964883"/>
                    <a:pt x="4516755" y="703897"/>
                    <a:pt x="4358640" y="589597"/>
                  </a:cubicBezTo>
                  <a:close/>
                  <a:moveTo>
                    <a:pt x="204787" y="231458"/>
                  </a:moveTo>
                  <a:cubicBezTo>
                    <a:pt x="206693" y="230505"/>
                    <a:pt x="207645" y="229552"/>
                    <a:pt x="208598" y="228600"/>
                  </a:cubicBezTo>
                  <a:cubicBezTo>
                    <a:pt x="207645" y="229552"/>
                    <a:pt x="206693" y="230505"/>
                    <a:pt x="204787" y="23145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DAA6873-88D4-4CEF-8D85-C1D2258FC877}"/>
                </a:ext>
              </a:extLst>
            </p:cNvPr>
            <p:cNvSpPr/>
            <p:nvPr/>
          </p:nvSpPr>
          <p:spPr>
            <a:xfrm>
              <a:off x="894735" y="3285688"/>
              <a:ext cx="8859464" cy="1296507"/>
            </a:xfrm>
            <a:custGeom>
              <a:avLst/>
              <a:gdLst>
                <a:gd name="connsiteX0" fmla="*/ 5639654 w 11325225"/>
                <a:gd name="connsiteY0" fmla="*/ 1631440 h 1657350"/>
                <a:gd name="connsiteX1" fmla="*/ 673318 w 11325225"/>
                <a:gd name="connsiteY1" fmla="*/ 1596198 h 1657350"/>
                <a:gd name="connsiteX2" fmla="*/ 627598 w 11325225"/>
                <a:gd name="connsiteY2" fmla="*/ 1543810 h 1657350"/>
                <a:gd name="connsiteX3" fmla="*/ 539968 w 11325225"/>
                <a:gd name="connsiteY3" fmla="*/ 1132330 h 1657350"/>
                <a:gd name="connsiteX4" fmla="*/ 278983 w 11325225"/>
                <a:gd name="connsiteY4" fmla="*/ 437005 h 1657350"/>
                <a:gd name="connsiteX5" fmla="*/ 38953 w 11325225"/>
                <a:gd name="connsiteY5" fmla="*/ 88390 h 1657350"/>
                <a:gd name="connsiteX6" fmla="*/ 2758 w 11325225"/>
                <a:gd name="connsiteY6" fmla="*/ 16000 h 1657350"/>
                <a:gd name="connsiteX7" fmla="*/ 81816 w 11325225"/>
                <a:gd name="connsiteY7" fmla="*/ 5523 h 1657350"/>
                <a:gd name="connsiteX8" fmla="*/ 5390099 w 11325225"/>
                <a:gd name="connsiteY8" fmla="*/ 518920 h 1657350"/>
                <a:gd name="connsiteX9" fmla="*/ 10836494 w 11325225"/>
                <a:gd name="connsiteY9" fmla="*/ 1014220 h 1657350"/>
                <a:gd name="connsiteX10" fmla="*/ 11326078 w 11325225"/>
                <a:gd name="connsiteY10" fmla="*/ 1055178 h 1657350"/>
                <a:gd name="connsiteX11" fmla="*/ 11153676 w 11325225"/>
                <a:gd name="connsiteY11" fmla="*/ 1661920 h 1657350"/>
                <a:gd name="connsiteX12" fmla="*/ 5639654 w 11325225"/>
                <a:gd name="connsiteY12" fmla="*/ 163144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25225" h="1657350">
                  <a:moveTo>
                    <a:pt x="5639654" y="1631440"/>
                  </a:moveTo>
                  <a:cubicBezTo>
                    <a:pt x="5152926" y="1618105"/>
                    <a:pt x="830481" y="1597150"/>
                    <a:pt x="673318" y="1596198"/>
                  </a:cubicBezTo>
                  <a:cubicBezTo>
                    <a:pt x="631408" y="1596198"/>
                    <a:pt x="631408" y="1567623"/>
                    <a:pt x="627598" y="1543810"/>
                  </a:cubicBezTo>
                  <a:cubicBezTo>
                    <a:pt x="605691" y="1404745"/>
                    <a:pt x="574258" y="1268538"/>
                    <a:pt x="539968" y="1132330"/>
                  </a:cubicBezTo>
                  <a:cubicBezTo>
                    <a:pt x="479961" y="890395"/>
                    <a:pt x="399951" y="655128"/>
                    <a:pt x="278983" y="437005"/>
                  </a:cubicBezTo>
                  <a:cubicBezTo>
                    <a:pt x="217071" y="324610"/>
                    <a:pt x="116106" y="190308"/>
                    <a:pt x="38953" y="88390"/>
                  </a:cubicBezTo>
                  <a:cubicBezTo>
                    <a:pt x="22761" y="66483"/>
                    <a:pt x="-9624" y="41718"/>
                    <a:pt x="2758" y="16000"/>
                  </a:cubicBezTo>
                  <a:cubicBezTo>
                    <a:pt x="16093" y="-10670"/>
                    <a:pt x="55146" y="3618"/>
                    <a:pt x="81816" y="5523"/>
                  </a:cubicBezTo>
                  <a:cubicBezTo>
                    <a:pt x="200878" y="15048"/>
                    <a:pt x="5310088" y="511300"/>
                    <a:pt x="5390099" y="518920"/>
                  </a:cubicBezTo>
                  <a:cubicBezTo>
                    <a:pt x="5520591" y="531303"/>
                    <a:pt x="10736481" y="1004695"/>
                    <a:pt x="10836494" y="1014220"/>
                  </a:cubicBezTo>
                  <a:cubicBezTo>
                    <a:pt x="11004134" y="1036128"/>
                    <a:pt x="11326078" y="1055178"/>
                    <a:pt x="11326078" y="1055178"/>
                  </a:cubicBezTo>
                  <a:cubicBezTo>
                    <a:pt x="11326078" y="1055178"/>
                    <a:pt x="11284169" y="1661920"/>
                    <a:pt x="11153676" y="1661920"/>
                  </a:cubicBezTo>
                  <a:cubicBezTo>
                    <a:pt x="11013659" y="1661920"/>
                    <a:pt x="6147336" y="1645728"/>
                    <a:pt x="5639654" y="163144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8AA5FAF-C292-4BB1-8696-43B14500D016}"/>
                </a:ext>
              </a:extLst>
            </p:cNvPr>
            <p:cNvSpPr/>
            <p:nvPr/>
          </p:nvSpPr>
          <p:spPr>
            <a:xfrm>
              <a:off x="4139649" y="2576610"/>
              <a:ext cx="5206892" cy="1448085"/>
            </a:xfrm>
            <a:custGeom>
              <a:avLst/>
              <a:gdLst>
                <a:gd name="connsiteX0" fmla="*/ 873322 w 2614725"/>
                <a:gd name="connsiteY0" fmla="*/ 386306 h 727179"/>
                <a:gd name="connsiteX1" fmla="*/ 837027 w 2614725"/>
                <a:gd name="connsiteY1" fmla="*/ 422601 h 727179"/>
                <a:gd name="connsiteX2" fmla="*/ 873322 w 2614725"/>
                <a:gd name="connsiteY2" fmla="*/ 458896 h 727179"/>
                <a:gd name="connsiteX3" fmla="*/ 909617 w 2614725"/>
                <a:gd name="connsiteY3" fmla="*/ 422601 h 727179"/>
                <a:gd name="connsiteX4" fmla="*/ 873322 w 2614725"/>
                <a:gd name="connsiteY4" fmla="*/ 386306 h 727179"/>
                <a:gd name="connsiteX5" fmla="*/ 767056 w 2614725"/>
                <a:gd name="connsiteY5" fmla="*/ 376578 h 727179"/>
                <a:gd name="connsiteX6" fmla="*/ 730761 w 2614725"/>
                <a:gd name="connsiteY6" fmla="*/ 412873 h 727179"/>
                <a:gd name="connsiteX7" fmla="*/ 767056 w 2614725"/>
                <a:gd name="connsiteY7" fmla="*/ 449168 h 727179"/>
                <a:gd name="connsiteX8" fmla="*/ 803351 w 2614725"/>
                <a:gd name="connsiteY8" fmla="*/ 412873 h 727179"/>
                <a:gd name="connsiteX9" fmla="*/ 767056 w 2614725"/>
                <a:gd name="connsiteY9" fmla="*/ 376578 h 727179"/>
                <a:gd name="connsiteX10" fmla="*/ 660417 w 2614725"/>
                <a:gd name="connsiteY10" fmla="*/ 366849 h 727179"/>
                <a:gd name="connsiteX11" fmla="*/ 624122 w 2614725"/>
                <a:gd name="connsiteY11" fmla="*/ 403144 h 727179"/>
                <a:gd name="connsiteX12" fmla="*/ 660417 w 2614725"/>
                <a:gd name="connsiteY12" fmla="*/ 439439 h 727179"/>
                <a:gd name="connsiteX13" fmla="*/ 696712 w 2614725"/>
                <a:gd name="connsiteY13" fmla="*/ 403144 h 727179"/>
                <a:gd name="connsiteX14" fmla="*/ 660417 w 2614725"/>
                <a:gd name="connsiteY14" fmla="*/ 366849 h 727179"/>
                <a:gd name="connsiteX15" fmla="*/ 554151 w 2614725"/>
                <a:gd name="connsiteY15" fmla="*/ 357121 h 727179"/>
                <a:gd name="connsiteX16" fmla="*/ 517856 w 2614725"/>
                <a:gd name="connsiteY16" fmla="*/ 393416 h 727179"/>
                <a:gd name="connsiteX17" fmla="*/ 554151 w 2614725"/>
                <a:gd name="connsiteY17" fmla="*/ 429711 h 727179"/>
                <a:gd name="connsiteX18" fmla="*/ 590446 w 2614725"/>
                <a:gd name="connsiteY18" fmla="*/ 393416 h 727179"/>
                <a:gd name="connsiteX19" fmla="*/ 554151 w 2614725"/>
                <a:gd name="connsiteY19" fmla="*/ 357121 h 727179"/>
                <a:gd name="connsiteX20" fmla="*/ 447886 w 2614725"/>
                <a:gd name="connsiteY20" fmla="*/ 347392 h 727179"/>
                <a:gd name="connsiteX21" fmla="*/ 411591 w 2614725"/>
                <a:gd name="connsiteY21" fmla="*/ 383687 h 727179"/>
                <a:gd name="connsiteX22" fmla="*/ 447886 w 2614725"/>
                <a:gd name="connsiteY22" fmla="*/ 419982 h 727179"/>
                <a:gd name="connsiteX23" fmla="*/ 484181 w 2614725"/>
                <a:gd name="connsiteY23" fmla="*/ 383687 h 727179"/>
                <a:gd name="connsiteX24" fmla="*/ 447886 w 2614725"/>
                <a:gd name="connsiteY24" fmla="*/ 347392 h 727179"/>
                <a:gd name="connsiteX25" fmla="*/ 341621 w 2614725"/>
                <a:gd name="connsiteY25" fmla="*/ 337664 h 727179"/>
                <a:gd name="connsiteX26" fmla="*/ 305326 w 2614725"/>
                <a:gd name="connsiteY26" fmla="*/ 373959 h 727179"/>
                <a:gd name="connsiteX27" fmla="*/ 341621 w 2614725"/>
                <a:gd name="connsiteY27" fmla="*/ 410254 h 727179"/>
                <a:gd name="connsiteX28" fmla="*/ 377916 w 2614725"/>
                <a:gd name="connsiteY28" fmla="*/ 373959 h 727179"/>
                <a:gd name="connsiteX29" fmla="*/ 341621 w 2614725"/>
                <a:gd name="connsiteY29" fmla="*/ 337664 h 727179"/>
                <a:gd name="connsiteX30" fmla="*/ 385399 w 2614725"/>
                <a:gd name="connsiteY30" fmla="*/ 165544 h 727179"/>
                <a:gd name="connsiteX31" fmla="*/ 349104 w 2614725"/>
                <a:gd name="connsiteY31" fmla="*/ 201839 h 727179"/>
                <a:gd name="connsiteX32" fmla="*/ 385399 w 2614725"/>
                <a:gd name="connsiteY32" fmla="*/ 238134 h 727179"/>
                <a:gd name="connsiteX33" fmla="*/ 421694 w 2614725"/>
                <a:gd name="connsiteY33" fmla="*/ 201839 h 727179"/>
                <a:gd name="connsiteX34" fmla="*/ 385399 w 2614725"/>
                <a:gd name="connsiteY34" fmla="*/ 165544 h 727179"/>
                <a:gd name="connsiteX35" fmla="*/ 280631 w 2614725"/>
                <a:gd name="connsiteY35" fmla="*/ 165544 h 727179"/>
                <a:gd name="connsiteX36" fmla="*/ 244336 w 2614725"/>
                <a:gd name="connsiteY36" fmla="*/ 201839 h 727179"/>
                <a:gd name="connsiteX37" fmla="*/ 280631 w 2614725"/>
                <a:gd name="connsiteY37" fmla="*/ 238134 h 727179"/>
                <a:gd name="connsiteX38" fmla="*/ 316926 w 2614725"/>
                <a:gd name="connsiteY38" fmla="*/ 201839 h 727179"/>
                <a:gd name="connsiteX39" fmla="*/ 280631 w 2614725"/>
                <a:gd name="connsiteY39" fmla="*/ 165544 h 727179"/>
                <a:gd name="connsiteX40" fmla="*/ 453873 w 2614725"/>
                <a:gd name="connsiteY40" fmla="*/ 120269 h 727179"/>
                <a:gd name="connsiteX41" fmla="*/ 453873 w 2614725"/>
                <a:gd name="connsiteY41" fmla="*/ 192485 h 727179"/>
                <a:gd name="connsiteX42" fmla="*/ 512618 w 2614725"/>
                <a:gd name="connsiteY42" fmla="*/ 192485 h 727179"/>
                <a:gd name="connsiteX43" fmla="*/ 512618 w 2614725"/>
                <a:gd name="connsiteY43" fmla="*/ 120269 h 727179"/>
                <a:gd name="connsiteX44" fmla="*/ 453873 w 2614725"/>
                <a:gd name="connsiteY44" fmla="*/ 31590 h 727179"/>
                <a:gd name="connsiteX45" fmla="*/ 453873 w 2614725"/>
                <a:gd name="connsiteY45" fmla="*/ 103806 h 727179"/>
                <a:gd name="connsiteX46" fmla="*/ 512618 w 2614725"/>
                <a:gd name="connsiteY46" fmla="*/ 103806 h 727179"/>
                <a:gd name="connsiteX47" fmla="*/ 512618 w 2614725"/>
                <a:gd name="connsiteY47" fmla="*/ 31590 h 727179"/>
                <a:gd name="connsiteX48" fmla="*/ 383902 w 2614725"/>
                <a:gd name="connsiteY48" fmla="*/ 31590 h 727179"/>
                <a:gd name="connsiteX49" fmla="*/ 383902 w 2614725"/>
                <a:gd name="connsiteY49" fmla="*/ 103806 h 727179"/>
                <a:gd name="connsiteX50" fmla="*/ 442647 w 2614725"/>
                <a:gd name="connsiteY50" fmla="*/ 103806 h 727179"/>
                <a:gd name="connsiteX51" fmla="*/ 442647 w 2614725"/>
                <a:gd name="connsiteY51" fmla="*/ 31590 h 727179"/>
                <a:gd name="connsiteX52" fmla="*/ 311313 w 2614725"/>
                <a:gd name="connsiteY52" fmla="*/ 31590 h 727179"/>
                <a:gd name="connsiteX53" fmla="*/ 311313 w 2614725"/>
                <a:gd name="connsiteY53" fmla="*/ 103806 h 727179"/>
                <a:gd name="connsiteX54" fmla="*/ 370058 w 2614725"/>
                <a:gd name="connsiteY54" fmla="*/ 103806 h 727179"/>
                <a:gd name="connsiteX55" fmla="*/ 370058 w 2614725"/>
                <a:gd name="connsiteY55" fmla="*/ 31590 h 727179"/>
                <a:gd name="connsiteX56" fmla="*/ 236478 w 2614725"/>
                <a:gd name="connsiteY56" fmla="*/ 31590 h 727179"/>
                <a:gd name="connsiteX57" fmla="*/ 236478 w 2614725"/>
                <a:gd name="connsiteY57" fmla="*/ 103806 h 727179"/>
                <a:gd name="connsiteX58" fmla="*/ 295223 w 2614725"/>
                <a:gd name="connsiteY58" fmla="*/ 103806 h 727179"/>
                <a:gd name="connsiteX59" fmla="*/ 295223 w 2614725"/>
                <a:gd name="connsiteY59" fmla="*/ 31590 h 727179"/>
                <a:gd name="connsiteX60" fmla="*/ 296843 w 2614725"/>
                <a:gd name="connsiteY60" fmla="*/ 937 h 727179"/>
                <a:gd name="connsiteX61" fmla="*/ 607658 w 2614725"/>
                <a:gd name="connsiteY61" fmla="*/ 56660 h 727179"/>
                <a:gd name="connsiteX62" fmla="*/ 735999 w 2614725"/>
                <a:gd name="connsiteY62" fmla="*/ 244495 h 727179"/>
                <a:gd name="connsiteX63" fmla="*/ 959007 w 2614725"/>
                <a:gd name="connsiteY63" fmla="*/ 268442 h 727179"/>
                <a:gd name="connsiteX64" fmla="*/ 955265 w 2614725"/>
                <a:gd name="connsiteY64" fmla="*/ 468626 h 727179"/>
                <a:gd name="connsiteX65" fmla="*/ 2592274 w 2614725"/>
                <a:gd name="connsiteY65" fmla="*/ 656835 h 727179"/>
                <a:gd name="connsiteX66" fmla="*/ 2614725 w 2614725"/>
                <a:gd name="connsiteY66" fmla="*/ 727179 h 727179"/>
                <a:gd name="connsiteX67" fmla="*/ 199060 w 2614725"/>
                <a:gd name="connsiteY67" fmla="*/ 498933 h 727179"/>
                <a:gd name="connsiteX68" fmla="*/ 0 w 2614725"/>
                <a:gd name="connsiteY68" fmla="*/ 386307 h 727179"/>
                <a:gd name="connsiteX69" fmla="*/ 117865 w 2614725"/>
                <a:gd name="connsiteY69" fmla="*/ 236638 h 727179"/>
                <a:gd name="connsiteX70" fmla="*/ 221137 w 2614725"/>
                <a:gd name="connsiteY70" fmla="*/ 5772 h 727179"/>
                <a:gd name="connsiteX71" fmla="*/ 296843 w 2614725"/>
                <a:gd name="connsiteY71" fmla="*/ 937 h 7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14725" h="727179">
                  <a:moveTo>
                    <a:pt x="873322" y="386306"/>
                  </a:moveTo>
                  <a:cubicBezTo>
                    <a:pt x="853277" y="386306"/>
                    <a:pt x="837027" y="402556"/>
                    <a:pt x="837027" y="422601"/>
                  </a:cubicBezTo>
                  <a:cubicBezTo>
                    <a:pt x="837027" y="442646"/>
                    <a:pt x="853277" y="458896"/>
                    <a:pt x="873322" y="458896"/>
                  </a:cubicBezTo>
                  <a:cubicBezTo>
                    <a:pt x="893367" y="458896"/>
                    <a:pt x="909617" y="442646"/>
                    <a:pt x="909617" y="422601"/>
                  </a:cubicBezTo>
                  <a:cubicBezTo>
                    <a:pt x="909617" y="402556"/>
                    <a:pt x="893367" y="386306"/>
                    <a:pt x="873322" y="386306"/>
                  </a:cubicBezTo>
                  <a:close/>
                  <a:moveTo>
                    <a:pt x="767056" y="376578"/>
                  </a:moveTo>
                  <a:cubicBezTo>
                    <a:pt x="747010" y="376578"/>
                    <a:pt x="730761" y="392828"/>
                    <a:pt x="730761" y="412873"/>
                  </a:cubicBezTo>
                  <a:cubicBezTo>
                    <a:pt x="730761" y="432918"/>
                    <a:pt x="747010" y="449168"/>
                    <a:pt x="767056" y="449168"/>
                  </a:cubicBezTo>
                  <a:cubicBezTo>
                    <a:pt x="787101" y="449168"/>
                    <a:pt x="803351" y="432918"/>
                    <a:pt x="803351" y="412873"/>
                  </a:cubicBezTo>
                  <a:cubicBezTo>
                    <a:pt x="803351" y="392828"/>
                    <a:pt x="787101" y="376578"/>
                    <a:pt x="767056" y="376578"/>
                  </a:cubicBezTo>
                  <a:close/>
                  <a:moveTo>
                    <a:pt x="660417" y="366849"/>
                  </a:moveTo>
                  <a:cubicBezTo>
                    <a:pt x="640371" y="366849"/>
                    <a:pt x="624122" y="383099"/>
                    <a:pt x="624122" y="403144"/>
                  </a:cubicBezTo>
                  <a:cubicBezTo>
                    <a:pt x="624122" y="423189"/>
                    <a:pt x="640371" y="439439"/>
                    <a:pt x="660417" y="439439"/>
                  </a:cubicBezTo>
                  <a:cubicBezTo>
                    <a:pt x="680462" y="439439"/>
                    <a:pt x="696712" y="423189"/>
                    <a:pt x="696712" y="403144"/>
                  </a:cubicBezTo>
                  <a:cubicBezTo>
                    <a:pt x="696712" y="383099"/>
                    <a:pt x="680462" y="366849"/>
                    <a:pt x="660417" y="366849"/>
                  </a:cubicBezTo>
                  <a:close/>
                  <a:moveTo>
                    <a:pt x="554151" y="357121"/>
                  </a:moveTo>
                  <a:cubicBezTo>
                    <a:pt x="534106" y="357121"/>
                    <a:pt x="517856" y="373371"/>
                    <a:pt x="517856" y="393416"/>
                  </a:cubicBezTo>
                  <a:cubicBezTo>
                    <a:pt x="517856" y="413461"/>
                    <a:pt x="534106" y="429711"/>
                    <a:pt x="554151" y="429711"/>
                  </a:cubicBezTo>
                  <a:cubicBezTo>
                    <a:pt x="574196" y="429711"/>
                    <a:pt x="590446" y="413461"/>
                    <a:pt x="590446" y="393416"/>
                  </a:cubicBezTo>
                  <a:cubicBezTo>
                    <a:pt x="590446" y="373371"/>
                    <a:pt x="574196" y="357121"/>
                    <a:pt x="554151" y="357121"/>
                  </a:cubicBezTo>
                  <a:close/>
                  <a:moveTo>
                    <a:pt x="447886" y="347392"/>
                  </a:moveTo>
                  <a:cubicBezTo>
                    <a:pt x="427840" y="347392"/>
                    <a:pt x="411591" y="363641"/>
                    <a:pt x="411591" y="383687"/>
                  </a:cubicBezTo>
                  <a:cubicBezTo>
                    <a:pt x="411591" y="403732"/>
                    <a:pt x="427840" y="419982"/>
                    <a:pt x="447886" y="419982"/>
                  </a:cubicBezTo>
                  <a:cubicBezTo>
                    <a:pt x="467931" y="419982"/>
                    <a:pt x="484181" y="403732"/>
                    <a:pt x="484181" y="383687"/>
                  </a:cubicBezTo>
                  <a:cubicBezTo>
                    <a:pt x="484181" y="363641"/>
                    <a:pt x="467931" y="347392"/>
                    <a:pt x="447886" y="347392"/>
                  </a:cubicBezTo>
                  <a:close/>
                  <a:moveTo>
                    <a:pt x="341621" y="337664"/>
                  </a:moveTo>
                  <a:cubicBezTo>
                    <a:pt x="321575" y="337664"/>
                    <a:pt x="305326" y="353914"/>
                    <a:pt x="305326" y="373959"/>
                  </a:cubicBezTo>
                  <a:cubicBezTo>
                    <a:pt x="305326" y="394004"/>
                    <a:pt x="321575" y="410254"/>
                    <a:pt x="341621" y="410254"/>
                  </a:cubicBezTo>
                  <a:cubicBezTo>
                    <a:pt x="361666" y="410254"/>
                    <a:pt x="377916" y="394004"/>
                    <a:pt x="377916" y="373959"/>
                  </a:cubicBezTo>
                  <a:cubicBezTo>
                    <a:pt x="377916" y="353914"/>
                    <a:pt x="361666" y="337664"/>
                    <a:pt x="341621" y="337664"/>
                  </a:cubicBezTo>
                  <a:close/>
                  <a:moveTo>
                    <a:pt x="385399" y="165544"/>
                  </a:moveTo>
                  <a:cubicBezTo>
                    <a:pt x="365353" y="165544"/>
                    <a:pt x="349104" y="181794"/>
                    <a:pt x="349104" y="201839"/>
                  </a:cubicBezTo>
                  <a:cubicBezTo>
                    <a:pt x="349104" y="221884"/>
                    <a:pt x="365353" y="238134"/>
                    <a:pt x="385399" y="238134"/>
                  </a:cubicBezTo>
                  <a:cubicBezTo>
                    <a:pt x="405444" y="238134"/>
                    <a:pt x="421694" y="221884"/>
                    <a:pt x="421694" y="201839"/>
                  </a:cubicBezTo>
                  <a:cubicBezTo>
                    <a:pt x="421694" y="181794"/>
                    <a:pt x="405444" y="165544"/>
                    <a:pt x="385399" y="165544"/>
                  </a:cubicBezTo>
                  <a:close/>
                  <a:moveTo>
                    <a:pt x="280631" y="165544"/>
                  </a:moveTo>
                  <a:cubicBezTo>
                    <a:pt x="260585" y="165544"/>
                    <a:pt x="244336" y="181794"/>
                    <a:pt x="244336" y="201839"/>
                  </a:cubicBezTo>
                  <a:cubicBezTo>
                    <a:pt x="244336" y="221884"/>
                    <a:pt x="260585" y="238134"/>
                    <a:pt x="280631" y="238134"/>
                  </a:cubicBezTo>
                  <a:cubicBezTo>
                    <a:pt x="300676" y="238134"/>
                    <a:pt x="316926" y="221884"/>
                    <a:pt x="316926" y="201839"/>
                  </a:cubicBezTo>
                  <a:cubicBezTo>
                    <a:pt x="316926" y="181794"/>
                    <a:pt x="300676" y="165544"/>
                    <a:pt x="280631" y="165544"/>
                  </a:cubicBezTo>
                  <a:close/>
                  <a:moveTo>
                    <a:pt x="453873" y="120269"/>
                  </a:moveTo>
                  <a:lnTo>
                    <a:pt x="453873" y="192485"/>
                  </a:lnTo>
                  <a:lnTo>
                    <a:pt x="512618" y="192485"/>
                  </a:lnTo>
                  <a:lnTo>
                    <a:pt x="512618" y="120269"/>
                  </a:lnTo>
                  <a:close/>
                  <a:moveTo>
                    <a:pt x="453873" y="31590"/>
                  </a:moveTo>
                  <a:lnTo>
                    <a:pt x="453873" y="103806"/>
                  </a:lnTo>
                  <a:lnTo>
                    <a:pt x="512618" y="103806"/>
                  </a:lnTo>
                  <a:lnTo>
                    <a:pt x="512618" y="31590"/>
                  </a:lnTo>
                  <a:close/>
                  <a:moveTo>
                    <a:pt x="383902" y="31590"/>
                  </a:moveTo>
                  <a:lnTo>
                    <a:pt x="383902" y="103806"/>
                  </a:lnTo>
                  <a:lnTo>
                    <a:pt x="442647" y="103806"/>
                  </a:lnTo>
                  <a:lnTo>
                    <a:pt x="442647" y="31590"/>
                  </a:lnTo>
                  <a:close/>
                  <a:moveTo>
                    <a:pt x="311313" y="31590"/>
                  </a:moveTo>
                  <a:lnTo>
                    <a:pt x="311313" y="103806"/>
                  </a:lnTo>
                  <a:lnTo>
                    <a:pt x="370058" y="103806"/>
                  </a:lnTo>
                  <a:lnTo>
                    <a:pt x="370058" y="31590"/>
                  </a:lnTo>
                  <a:close/>
                  <a:moveTo>
                    <a:pt x="236478" y="31590"/>
                  </a:moveTo>
                  <a:lnTo>
                    <a:pt x="236478" y="103806"/>
                  </a:lnTo>
                  <a:lnTo>
                    <a:pt x="295223" y="103806"/>
                  </a:lnTo>
                  <a:lnTo>
                    <a:pt x="295223" y="31590"/>
                  </a:lnTo>
                  <a:close/>
                  <a:moveTo>
                    <a:pt x="296843" y="937"/>
                  </a:moveTo>
                  <a:cubicBezTo>
                    <a:pt x="397185" y="-2693"/>
                    <a:pt x="553777" y="1937"/>
                    <a:pt x="607658" y="56660"/>
                  </a:cubicBezTo>
                  <a:cubicBezTo>
                    <a:pt x="658172" y="116902"/>
                    <a:pt x="697460" y="188744"/>
                    <a:pt x="735999" y="244495"/>
                  </a:cubicBezTo>
                  <a:cubicBezTo>
                    <a:pt x="773043" y="250482"/>
                    <a:pt x="917848" y="268068"/>
                    <a:pt x="959007" y="268442"/>
                  </a:cubicBezTo>
                  <a:cubicBezTo>
                    <a:pt x="958259" y="314840"/>
                    <a:pt x="948156" y="460768"/>
                    <a:pt x="955265" y="468626"/>
                  </a:cubicBezTo>
                  <a:cubicBezTo>
                    <a:pt x="975470" y="490702"/>
                    <a:pt x="2540264" y="650100"/>
                    <a:pt x="2592274" y="656835"/>
                  </a:cubicBezTo>
                  <a:cubicBezTo>
                    <a:pt x="2600880" y="679285"/>
                    <a:pt x="2610983" y="715580"/>
                    <a:pt x="2614725" y="727179"/>
                  </a:cubicBezTo>
                  <a:cubicBezTo>
                    <a:pt x="2336339" y="704729"/>
                    <a:pt x="341246" y="510533"/>
                    <a:pt x="199060" y="498933"/>
                  </a:cubicBezTo>
                  <a:cubicBezTo>
                    <a:pt x="139193" y="462639"/>
                    <a:pt x="105517" y="447297"/>
                    <a:pt x="0" y="386307"/>
                  </a:cubicBezTo>
                  <a:cubicBezTo>
                    <a:pt x="70719" y="346645"/>
                    <a:pt x="70719" y="300247"/>
                    <a:pt x="117865" y="236638"/>
                  </a:cubicBezTo>
                  <a:cubicBezTo>
                    <a:pt x="148173" y="194730"/>
                    <a:pt x="225253" y="120644"/>
                    <a:pt x="221137" y="5772"/>
                  </a:cubicBezTo>
                  <a:cubicBezTo>
                    <a:pt x="236197" y="4276"/>
                    <a:pt x="263395" y="2148"/>
                    <a:pt x="296843" y="93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F8E152-2C9B-4A16-A278-507ED627108B}"/>
                </a:ext>
              </a:extLst>
            </p:cNvPr>
            <p:cNvSpPr/>
            <p:nvPr/>
          </p:nvSpPr>
          <p:spPr>
            <a:xfrm>
              <a:off x="9610661" y="3672252"/>
              <a:ext cx="241842" cy="391191"/>
            </a:xfrm>
            <a:custGeom>
              <a:avLst/>
              <a:gdLst>
                <a:gd name="connsiteX0" fmla="*/ 167303 w 241842"/>
                <a:gd name="connsiteY0" fmla="*/ 0 h 391191"/>
                <a:gd name="connsiteX1" fmla="*/ 189656 w 241842"/>
                <a:gd name="connsiteY1" fmla="*/ 0 h 391191"/>
                <a:gd name="connsiteX2" fmla="*/ 189656 w 241842"/>
                <a:gd name="connsiteY2" fmla="*/ 104973 h 391191"/>
                <a:gd name="connsiteX3" fmla="*/ 241842 w 241842"/>
                <a:gd name="connsiteY3" fmla="*/ 119048 h 391191"/>
                <a:gd name="connsiteX4" fmla="*/ 234275 w 241842"/>
                <a:gd name="connsiteY4" fmla="*/ 147105 h 391191"/>
                <a:gd name="connsiteX5" fmla="*/ 114401 w 241842"/>
                <a:gd name="connsiteY5" fmla="*/ 114774 h 391191"/>
                <a:gd name="connsiteX6" fmla="*/ 114401 w 241842"/>
                <a:gd name="connsiteY6" fmla="*/ 245179 h 391191"/>
                <a:gd name="connsiteX7" fmla="*/ 226988 w 241842"/>
                <a:gd name="connsiteY7" fmla="*/ 275545 h 391191"/>
                <a:gd name="connsiteX8" fmla="*/ 219421 w 241842"/>
                <a:gd name="connsiteY8" fmla="*/ 303601 h 391191"/>
                <a:gd name="connsiteX9" fmla="*/ 114401 w 241842"/>
                <a:gd name="connsiteY9" fmla="*/ 275276 h 391191"/>
                <a:gd name="connsiteX10" fmla="*/ 114401 w 241842"/>
                <a:gd name="connsiteY10" fmla="*/ 391191 h 391191"/>
                <a:gd name="connsiteX11" fmla="*/ 75654 w 241842"/>
                <a:gd name="connsiteY11" fmla="*/ 391191 h 391191"/>
                <a:gd name="connsiteX12" fmla="*/ 75654 w 241842"/>
                <a:gd name="connsiteY12" fmla="*/ 264826 h 391191"/>
                <a:gd name="connsiteX13" fmla="*/ 0 w 241842"/>
                <a:gd name="connsiteY13" fmla="*/ 244421 h 391191"/>
                <a:gd name="connsiteX14" fmla="*/ 7567 w 241842"/>
                <a:gd name="connsiteY14" fmla="*/ 216365 h 391191"/>
                <a:gd name="connsiteX15" fmla="*/ 75654 w 241842"/>
                <a:gd name="connsiteY15" fmla="*/ 234729 h 391191"/>
                <a:gd name="connsiteX16" fmla="*/ 75654 w 241842"/>
                <a:gd name="connsiteY16" fmla="*/ 104324 h 391191"/>
                <a:gd name="connsiteX17" fmla="*/ 14854 w 241842"/>
                <a:gd name="connsiteY17" fmla="*/ 87925 h 391191"/>
                <a:gd name="connsiteX18" fmla="*/ 22423 w 241842"/>
                <a:gd name="connsiteY18" fmla="*/ 59869 h 391191"/>
                <a:gd name="connsiteX19" fmla="*/ 75654 w 241842"/>
                <a:gd name="connsiteY19" fmla="*/ 74226 h 391191"/>
                <a:gd name="connsiteX20" fmla="*/ 75654 w 241842"/>
                <a:gd name="connsiteY20" fmla="*/ 8198 h 391191"/>
                <a:gd name="connsiteX21" fmla="*/ 114401 w 241842"/>
                <a:gd name="connsiteY21" fmla="*/ 8198 h 391191"/>
                <a:gd name="connsiteX22" fmla="*/ 114401 w 241842"/>
                <a:gd name="connsiteY22" fmla="*/ 84676 h 391191"/>
                <a:gd name="connsiteX23" fmla="*/ 167303 w 241842"/>
                <a:gd name="connsiteY23" fmla="*/ 98944 h 3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1842" h="391191">
                  <a:moveTo>
                    <a:pt x="167303" y="0"/>
                  </a:moveTo>
                  <a:lnTo>
                    <a:pt x="189656" y="0"/>
                  </a:lnTo>
                  <a:lnTo>
                    <a:pt x="189656" y="104973"/>
                  </a:lnTo>
                  <a:lnTo>
                    <a:pt x="241842" y="119048"/>
                  </a:lnTo>
                  <a:lnTo>
                    <a:pt x="234275" y="147105"/>
                  </a:lnTo>
                  <a:lnTo>
                    <a:pt x="114401" y="114774"/>
                  </a:lnTo>
                  <a:lnTo>
                    <a:pt x="114401" y="245179"/>
                  </a:lnTo>
                  <a:lnTo>
                    <a:pt x="226988" y="275545"/>
                  </a:lnTo>
                  <a:lnTo>
                    <a:pt x="219421" y="303601"/>
                  </a:lnTo>
                  <a:lnTo>
                    <a:pt x="114401" y="275276"/>
                  </a:lnTo>
                  <a:lnTo>
                    <a:pt x="114401" y="391191"/>
                  </a:lnTo>
                  <a:lnTo>
                    <a:pt x="75654" y="391191"/>
                  </a:lnTo>
                  <a:lnTo>
                    <a:pt x="75654" y="264826"/>
                  </a:lnTo>
                  <a:lnTo>
                    <a:pt x="0" y="244421"/>
                  </a:lnTo>
                  <a:lnTo>
                    <a:pt x="7567" y="216365"/>
                  </a:lnTo>
                  <a:lnTo>
                    <a:pt x="75654" y="234729"/>
                  </a:lnTo>
                  <a:lnTo>
                    <a:pt x="75654" y="104324"/>
                  </a:lnTo>
                  <a:lnTo>
                    <a:pt x="14854" y="87925"/>
                  </a:lnTo>
                  <a:lnTo>
                    <a:pt x="22423" y="59869"/>
                  </a:lnTo>
                  <a:lnTo>
                    <a:pt x="75654" y="74226"/>
                  </a:lnTo>
                  <a:lnTo>
                    <a:pt x="75654" y="8198"/>
                  </a:lnTo>
                  <a:lnTo>
                    <a:pt x="114401" y="8198"/>
                  </a:lnTo>
                  <a:lnTo>
                    <a:pt x="114401" y="84676"/>
                  </a:lnTo>
                  <a:lnTo>
                    <a:pt x="167303" y="98944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DE4B328-86EC-48AA-8888-1E310A870D9B}"/>
                </a:ext>
              </a:extLst>
            </p:cNvPr>
            <p:cNvSpPr/>
            <p:nvPr/>
          </p:nvSpPr>
          <p:spPr>
            <a:xfrm>
              <a:off x="4921990" y="1541415"/>
              <a:ext cx="230987" cy="1043167"/>
            </a:xfrm>
            <a:custGeom>
              <a:avLst/>
              <a:gdLst>
                <a:gd name="connsiteX0" fmla="*/ 287700 w 295275"/>
                <a:gd name="connsiteY0" fmla="*/ 1141789 h 1333500"/>
                <a:gd name="connsiteX1" fmla="*/ 286748 w 295275"/>
                <a:gd name="connsiteY1" fmla="*/ 1303714 h 1333500"/>
                <a:gd name="connsiteX2" fmla="*/ 252458 w 295275"/>
                <a:gd name="connsiteY2" fmla="*/ 1338956 h 1333500"/>
                <a:gd name="connsiteX3" fmla="*/ 172448 w 295275"/>
                <a:gd name="connsiteY3" fmla="*/ 1259899 h 1333500"/>
                <a:gd name="connsiteX4" fmla="*/ 170543 w 295275"/>
                <a:gd name="connsiteY4" fmla="*/ 1131311 h 1333500"/>
                <a:gd name="connsiteX5" fmla="*/ 172448 w 295275"/>
                <a:gd name="connsiteY5" fmla="*/ 736024 h 1333500"/>
                <a:gd name="connsiteX6" fmla="*/ 144825 w 295275"/>
                <a:gd name="connsiteY6" fmla="*/ 709354 h 1333500"/>
                <a:gd name="connsiteX7" fmla="*/ 25763 w 295275"/>
                <a:gd name="connsiteY7" fmla="*/ 705544 h 1333500"/>
                <a:gd name="connsiteX8" fmla="*/ 45 w 295275"/>
                <a:gd name="connsiteY8" fmla="*/ 687446 h 1333500"/>
                <a:gd name="connsiteX9" fmla="*/ 27668 w 295275"/>
                <a:gd name="connsiteY9" fmla="*/ 673159 h 1333500"/>
                <a:gd name="connsiteX10" fmla="*/ 72436 w 295275"/>
                <a:gd name="connsiteY10" fmla="*/ 661729 h 1333500"/>
                <a:gd name="connsiteX11" fmla="*/ 70530 w 295275"/>
                <a:gd name="connsiteY11" fmla="*/ 581719 h 1333500"/>
                <a:gd name="connsiteX12" fmla="*/ 31478 w 295275"/>
                <a:gd name="connsiteY12" fmla="*/ 575051 h 1333500"/>
                <a:gd name="connsiteX13" fmla="*/ 10523 w 295275"/>
                <a:gd name="connsiteY13" fmla="*/ 561716 h 1333500"/>
                <a:gd name="connsiteX14" fmla="*/ 30525 w 295275"/>
                <a:gd name="connsiteY14" fmla="*/ 549334 h 1333500"/>
                <a:gd name="connsiteX15" fmla="*/ 140063 w 295275"/>
                <a:gd name="connsiteY15" fmla="*/ 549334 h 1333500"/>
                <a:gd name="connsiteX16" fmla="*/ 160066 w 295275"/>
                <a:gd name="connsiteY16" fmla="*/ 561716 h 1333500"/>
                <a:gd name="connsiteX17" fmla="*/ 139111 w 295275"/>
                <a:gd name="connsiteY17" fmla="*/ 575051 h 1333500"/>
                <a:gd name="connsiteX18" fmla="*/ 97200 w 295275"/>
                <a:gd name="connsiteY18" fmla="*/ 584576 h 1333500"/>
                <a:gd name="connsiteX19" fmla="*/ 101011 w 295275"/>
                <a:gd name="connsiteY19" fmla="*/ 668396 h 1333500"/>
                <a:gd name="connsiteX20" fmla="*/ 158161 w 295275"/>
                <a:gd name="connsiteY20" fmla="*/ 676016 h 1333500"/>
                <a:gd name="connsiteX21" fmla="*/ 170543 w 295275"/>
                <a:gd name="connsiteY21" fmla="*/ 641726 h 1333500"/>
                <a:gd name="connsiteX22" fmla="*/ 175305 w 295275"/>
                <a:gd name="connsiteY22" fmla="*/ 229294 h 1333500"/>
                <a:gd name="connsiteX23" fmla="*/ 188641 w 295275"/>
                <a:gd name="connsiteY23" fmla="*/ 201671 h 1333500"/>
                <a:gd name="connsiteX24" fmla="*/ 174353 w 295275"/>
                <a:gd name="connsiteY24" fmla="*/ 184526 h 1333500"/>
                <a:gd name="connsiteX25" fmla="*/ 191498 w 295275"/>
                <a:gd name="connsiteY25" fmla="*/ 119756 h 1333500"/>
                <a:gd name="connsiteX26" fmla="*/ 220073 w 295275"/>
                <a:gd name="connsiteY26" fmla="*/ 5456 h 1333500"/>
                <a:gd name="connsiteX27" fmla="*/ 244838 w 295275"/>
                <a:gd name="connsiteY27" fmla="*/ 10219 h 1333500"/>
                <a:gd name="connsiteX28" fmla="*/ 279128 w 295275"/>
                <a:gd name="connsiteY28" fmla="*/ 119756 h 1333500"/>
                <a:gd name="connsiteX29" fmla="*/ 288653 w 295275"/>
                <a:gd name="connsiteY29" fmla="*/ 189289 h 1333500"/>
                <a:gd name="connsiteX30" fmla="*/ 284843 w 295275"/>
                <a:gd name="connsiteY30" fmla="*/ 213101 h 1333500"/>
                <a:gd name="connsiteX31" fmla="*/ 287700 w 295275"/>
                <a:gd name="connsiteY31" fmla="*/ 1141789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95275" h="1333500">
                  <a:moveTo>
                    <a:pt x="287700" y="1141789"/>
                  </a:moveTo>
                  <a:cubicBezTo>
                    <a:pt x="286748" y="1196081"/>
                    <a:pt x="285795" y="1249421"/>
                    <a:pt x="286748" y="1303714"/>
                  </a:cubicBezTo>
                  <a:cubicBezTo>
                    <a:pt x="287700" y="1330384"/>
                    <a:pt x="279128" y="1338956"/>
                    <a:pt x="252458" y="1338956"/>
                  </a:cubicBezTo>
                  <a:cubicBezTo>
                    <a:pt x="172448" y="1339909"/>
                    <a:pt x="172448" y="1340861"/>
                    <a:pt x="172448" y="1259899"/>
                  </a:cubicBezTo>
                  <a:cubicBezTo>
                    <a:pt x="172448" y="1217036"/>
                    <a:pt x="171495" y="1174174"/>
                    <a:pt x="170543" y="1131311"/>
                  </a:cubicBezTo>
                  <a:cubicBezTo>
                    <a:pt x="171495" y="999866"/>
                    <a:pt x="171495" y="868421"/>
                    <a:pt x="172448" y="736024"/>
                  </a:cubicBezTo>
                  <a:cubicBezTo>
                    <a:pt x="172448" y="715069"/>
                    <a:pt x="165780" y="709354"/>
                    <a:pt x="144825" y="709354"/>
                  </a:cubicBezTo>
                  <a:cubicBezTo>
                    <a:pt x="104820" y="709354"/>
                    <a:pt x="65768" y="707449"/>
                    <a:pt x="25763" y="705544"/>
                  </a:cubicBezTo>
                  <a:cubicBezTo>
                    <a:pt x="13380" y="704591"/>
                    <a:pt x="-907" y="707449"/>
                    <a:pt x="45" y="687446"/>
                  </a:cubicBezTo>
                  <a:cubicBezTo>
                    <a:pt x="998" y="665539"/>
                    <a:pt x="17191" y="675064"/>
                    <a:pt x="27668" y="673159"/>
                  </a:cubicBezTo>
                  <a:cubicBezTo>
                    <a:pt x="42908" y="669349"/>
                    <a:pt x="67673" y="684589"/>
                    <a:pt x="72436" y="661729"/>
                  </a:cubicBezTo>
                  <a:cubicBezTo>
                    <a:pt x="77198" y="636011"/>
                    <a:pt x="76245" y="607436"/>
                    <a:pt x="70530" y="581719"/>
                  </a:cubicBezTo>
                  <a:cubicBezTo>
                    <a:pt x="66720" y="567431"/>
                    <a:pt x="44813" y="576956"/>
                    <a:pt x="31478" y="575051"/>
                  </a:cubicBezTo>
                  <a:cubicBezTo>
                    <a:pt x="21953" y="574099"/>
                    <a:pt x="11475" y="574099"/>
                    <a:pt x="10523" y="561716"/>
                  </a:cubicBezTo>
                  <a:cubicBezTo>
                    <a:pt x="9570" y="547429"/>
                    <a:pt x="21953" y="549334"/>
                    <a:pt x="30525" y="549334"/>
                  </a:cubicBezTo>
                  <a:cubicBezTo>
                    <a:pt x="66720" y="549334"/>
                    <a:pt x="103868" y="549334"/>
                    <a:pt x="140063" y="549334"/>
                  </a:cubicBezTo>
                  <a:cubicBezTo>
                    <a:pt x="148636" y="549334"/>
                    <a:pt x="161018" y="548381"/>
                    <a:pt x="160066" y="561716"/>
                  </a:cubicBezTo>
                  <a:cubicBezTo>
                    <a:pt x="159113" y="574099"/>
                    <a:pt x="148636" y="573146"/>
                    <a:pt x="139111" y="575051"/>
                  </a:cubicBezTo>
                  <a:cubicBezTo>
                    <a:pt x="124823" y="576956"/>
                    <a:pt x="101011" y="565526"/>
                    <a:pt x="97200" y="584576"/>
                  </a:cubicBezTo>
                  <a:cubicBezTo>
                    <a:pt x="92438" y="612199"/>
                    <a:pt x="90533" y="643631"/>
                    <a:pt x="101011" y="668396"/>
                  </a:cubicBezTo>
                  <a:cubicBezTo>
                    <a:pt x="106725" y="683636"/>
                    <a:pt x="139111" y="676969"/>
                    <a:pt x="158161" y="676016"/>
                  </a:cubicBezTo>
                  <a:cubicBezTo>
                    <a:pt x="180068" y="675064"/>
                    <a:pt x="169591" y="654109"/>
                    <a:pt x="170543" y="641726"/>
                  </a:cubicBezTo>
                  <a:cubicBezTo>
                    <a:pt x="171495" y="519806"/>
                    <a:pt x="172448" y="351214"/>
                    <a:pt x="175305" y="229294"/>
                  </a:cubicBezTo>
                  <a:cubicBezTo>
                    <a:pt x="176258" y="206434"/>
                    <a:pt x="176258" y="206434"/>
                    <a:pt x="188641" y="201671"/>
                  </a:cubicBezTo>
                  <a:cubicBezTo>
                    <a:pt x="197213" y="198814"/>
                    <a:pt x="180068" y="189289"/>
                    <a:pt x="174353" y="184526"/>
                  </a:cubicBezTo>
                  <a:cubicBezTo>
                    <a:pt x="152445" y="165476"/>
                    <a:pt x="166733" y="137854"/>
                    <a:pt x="191498" y="119756"/>
                  </a:cubicBezTo>
                  <a:cubicBezTo>
                    <a:pt x="230550" y="89276"/>
                    <a:pt x="209595" y="48319"/>
                    <a:pt x="220073" y="5456"/>
                  </a:cubicBezTo>
                  <a:cubicBezTo>
                    <a:pt x="221978" y="-4069"/>
                    <a:pt x="244838" y="-259"/>
                    <a:pt x="244838" y="10219"/>
                  </a:cubicBezTo>
                  <a:cubicBezTo>
                    <a:pt x="241028" y="69274"/>
                    <a:pt x="252458" y="99754"/>
                    <a:pt x="279128" y="119756"/>
                  </a:cubicBezTo>
                  <a:cubicBezTo>
                    <a:pt x="315323" y="146426"/>
                    <a:pt x="307703" y="177859"/>
                    <a:pt x="288653" y="189289"/>
                  </a:cubicBezTo>
                  <a:cubicBezTo>
                    <a:pt x="265793" y="202624"/>
                    <a:pt x="280080" y="202624"/>
                    <a:pt x="284843" y="213101"/>
                  </a:cubicBezTo>
                  <a:cubicBezTo>
                    <a:pt x="289605" y="225484"/>
                    <a:pt x="286748" y="844609"/>
                    <a:pt x="287700" y="1141789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4B3141F-CE02-45E2-9778-EDE839ED4576}"/>
                </a:ext>
              </a:extLst>
            </p:cNvPr>
            <p:cNvGrpSpPr/>
            <p:nvPr/>
          </p:nvGrpSpPr>
          <p:grpSpPr>
            <a:xfrm>
              <a:off x="6288139" y="3256228"/>
              <a:ext cx="2633320" cy="537229"/>
              <a:chOff x="6288139" y="3256228"/>
              <a:chExt cx="2633320" cy="537229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7872FAA-33E8-4E23-AFDD-8B939158E1D6}"/>
                  </a:ext>
                </a:extLst>
              </p:cNvPr>
              <p:cNvSpPr/>
              <p:nvPr/>
            </p:nvSpPr>
            <p:spPr>
              <a:xfrm>
                <a:off x="6288139" y="3256228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153F0D7-6116-48EE-90FA-95A2D12446F2}"/>
                  </a:ext>
                </a:extLst>
              </p:cNvPr>
              <p:cNvSpPr/>
              <p:nvPr/>
            </p:nvSpPr>
            <p:spPr>
              <a:xfrm>
                <a:off x="7340325" y="3375450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BA6356D-5600-459E-A96C-55A59455D436}"/>
                  </a:ext>
                </a:extLst>
              </p:cNvPr>
              <p:cNvSpPr/>
              <p:nvPr/>
            </p:nvSpPr>
            <p:spPr>
              <a:xfrm>
                <a:off x="7866332" y="343579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5 w 676275"/>
                  <a:gd name="connsiteY2" fmla="*/ 387784 h 381000"/>
                  <a:gd name="connsiteX3" fmla="*/ 1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5" y="387784"/>
                    </a:lnTo>
                    <a:lnTo>
                      <a:pt x="1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724B70A-30C7-4883-B1FC-ED1215E15339}"/>
                  </a:ext>
                </a:extLst>
              </p:cNvPr>
              <p:cNvSpPr/>
              <p:nvPr/>
            </p:nvSpPr>
            <p:spPr>
              <a:xfrm>
                <a:off x="8392425" y="3495410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250C6F9-F75B-4E86-B299-21963E209B45}"/>
                  </a:ext>
                </a:extLst>
              </p:cNvPr>
              <p:cNvSpPr/>
              <p:nvPr/>
            </p:nvSpPr>
            <p:spPr>
              <a:xfrm>
                <a:off x="6814232" y="331583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0" name="Freeform 32">
            <a:extLst>
              <a:ext uri="{FF2B5EF4-FFF2-40B4-BE49-F238E27FC236}">
                <a16:creationId xmlns:a16="http://schemas.microsoft.com/office/drawing/2014/main" id="{E4D466A7-2595-4F27-89DB-F20DBAC574E2}"/>
              </a:ext>
            </a:extLst>
          </p:cNvPr>
          <p:cNvSpPr/>
          <p:nvPr/>
        </p:nvSpPr>
        <p:spPr>
          <a:xfrm rot="941402">
            <a:off x="7135241" y="5002078"/>
            <a:ext cx="4762102" cy="1045334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531644"/>
              <a:gd name="connsiteY0" fmla="*/ 731919 h 1710812"/>
              <a:gd name="connsiteX1" fmla="*/ 3146056 w 3531644"/>
              <a:gd name="connsiteY1" fmla="*/ 158237 h 1710812"/>
              <a:gd name="connsiteX2" fmla="*/ 3079381 w 3531644"/>
              <a:gd name="connsiteY2" fmla="*/ 1710812 h 1710812"/>
              <a:gd name="connsiteX0" fmla="*/ 0 w 3531644"/>
              <a:gd name="connsiteY0" fmla="*/ 746907 h 1725800"/>
              <a:gd name="connsiteX1" fmla="*/ 3146056 w 3531644"/>
              <a:gd name="connsiteY1" fmla="*/ 173225 h 1725800"/>
              <a:gd name="connsiteX2" fmla="*/ 3079381 w 3531644"/>
              <a:gd name="connsiteY2" fmla="*/ 1725800 h 1725800"/>
              <a:gd name="connsiteX0" fmla="*/ 0 w 3464062"/>
              <a:gd name="connsiteY0" fmla="*/ 746907 h 1666780"/>
              <a:gd name="connsiteX1" fmla="*/ 3146056 w 3464062"/>
              <a:gd name="connsiteY1" fmla="*/ 173225 h 1666780"/>
              <a:gd name="connsiteX2" fmla="*/ 2872810 w 3464062"/>
              <a:gd name="connsiteY2" fmla="*/ 1666780 h 1666780"/>
              <a:gd name="connsiteX0" fmla="*/ 0 w 3395216"/>
              <a:gd name="connsiteY0" fmla="*/ 844990 h 1764863"/>
              <a:gd name="connsiteX1" fmla="*/ 3047689 w 3395216"/>
              <a:gd name="connsiteY1" fmla="*/ 163104 h 1764863"/>
              <a:gd name="connsiteX2" fmla="*/ 2872810 w 3395216"/>
              <a:gd name="connsiteY2" fmla="*/ 1764863 h 1764863"/>
              <a:gd name="connsiteX0" fmla="*/ 0 w 3423550"/>
              <a:gd name="connsiteY0" fmla="*/ 802135 h 1722008"/>
              <a:gd name="connsiteX1" fmla="*/ 3088947 w 3423550"/>
              <a:gd name="connsiteY1" fmla="*/ 167363 h 1722008"/>
              <a:gd name="connsiteX2" fmla="*/ 2872810 w 3423550"/>
              <a:gd name="connsiteY2" fmla="*/ 1722008 h 1722008"/>
              <a:gd name="connsiteX0" fmla="*/ 0 w 3365966"/>
              <a:gd name="connsiteY0" fmla="*/ 802135 h 1722008"/>
              <a:gd name="connsiteX1" fmla="*/ 3088947 w 3365966"/>
              <a:gd name="connsiteY1" fmla="*/ 167363 h 1722008"/>
              <a:gd name="connsiteX2" fmla="*/ 2872810 w 3365966"/>
              <a:gd name="connsiteY2" fmla="*/ 1722008 h 1722008"/>
              <a:gd name="connsiteX0" fmla="*/ 0 w 3365966"/>
              <a:gd name="connsiteY0" fmla="*/ 825751 h 1745624"/>
              <a:gd name="connsiteX1" fmla="*/ 3088947 w 3365966"/>
              <a:gd name="connsiteY1" fmla="*/ 190979 h 1745624"/>
              <a:gd name="connsiteX2" fmla="*/ 2872810 w 3365966"/>
              <a:gd name="connsiteY2" fmla="*/ 1745624 h 1745624"/>
              <a:gd name="connsiteX0" fmla="*/ 0 w 3365966"/>
              <a:gd name="connsiteY0" fmla="*/ 833266 h 1753139"/>
              <a:gd name="connsiteX1" fmla="*/ 3088947 w 3365966"/>
              <a:gd name="connsiteY1" fmla="*/ 198494 h 1753139"/>
              <a:gd name="connsiteX2" fmla="*/ 2872810 w 3365966"/>
              <a:gd name="connsiteY2" fmla="*/ 1753139 h 1753139"/>
              <a:gd name="connsiteX0" fmla="*/ 0 w 3598093"/>
              <a:gd name="connsiteY0" fmla="*/ 937797 h 1857670"/>
              <a:gd name="connsiteX1" fmla="*/ 3394847 w 3598093"/>
              <a:gd name="connsiteY1" fmla="*/ 186729 h 1857670"/>
              <a:gd name="connsiteX2" fmla="*/ 2872810 w 3598093"/>
              <a:gd name="connsiteY2" fmla="*/ 1857670 h 1857670"/>
              <a:gd name="connsiteX0" fmla="*/ 0 w 3722897"/>
              <a:gd name="connsiteY0" fmla="*/ 946594 h 1856750"/>
              <a:gd name="connsiteX1" fmla="*/ 3519651 w 3722897"/>
              <a:gd name="connsiteY1" fmla="*/ 185809 h 1856750"/>
              <a:gd name="connsiteX2" fmla="*/ 2997614 w 3722897"/>
              <a:gd name="connsiteY2" fmla="*/ 1856750 h 1856750"/>
              <a:gd name="connsiteX0" fmla="*/ 0 w 3740809"/>
              <a:gd name="connsiteY0" fmla="*/ 936807 h 1857774"/>
              <a:gd name="connsiteX1" fmla="*/ 3537563 w 3740809"/>
              <a:gd name="connsiteY1" fmla="*/ 186833 h 1857774"/>
              <a:gd name="connsiteX2" fmla="*/ 3015526 w 3740809"/>
              <a:gd name="connsiteY2" fmla="*/ 1857774 h 1857774"/>
              <a:gd name="connsiteX0" fmla="*/ 0 w 4619080"/>
              <a:gd name="connsiteY0" fmla="*/ 1750182 h 1750846"/>
              <a:gd name="connsiteX1" fmla="*/ 3537563 w 4619080"/>
              <a:gd name="connsiteY1" fmla="*/ 1000208 h 1750846"/>
              <a:gd name="connsiteX2" fmla="*/ 4504327 w 4619080"/>
              <a:gd name="connsiteY2" fmla="*/ 24000 h 1750846"/>
              <a:gd name="connsiteX0" fmla="*/ 0 w 4530055"/>
              <a:gd name="connsiteY0" fmla="*/ 1726182 h 1726846"/>
              <a:gd name="connsiteX1" fmla="*/ 3537563 w 4530055"/>
              <a:gd name="connsiteY1" fmla="*/ 976208 h 1726846"/>
              <a:gd name="connsiteX2" fmla="*/ 4504327 w 4530055"/>
              <a:gd name="connsiteY2" fmla="*/ 0 h 1726846"/>
              <a:gd name="connsiteX0" fmla="*/ 0 w 4522888"/>
              <a:gd name="connsiteY0" fmla="*/ 1726182 h 1726845"/>
              <a:gd name="connsiteX1" fmla="*/ 3252133 w 4522888"/>
              <a:gd name="connsiteY1" fmla="*/ 974020 h 1726845"/>
              <a:gd name="connsiteX2" fmla="*/ 4504327 w 4522888"/>
              <a:gd name="connsiteY2" fmla="*/ 0 h 1726845"/>
              <a:gd name="connsiteX0" fmla="*/ 0 w 4522888"/>
              <a:gd name="connsiteY0" fmla="*/ 1726182 h 1726918"/>
              <a:gd name="connsiteX1" fmla="*/ 3252133 w 4522888"/>
              <a:gd name="connsiteY1" fmla="*/ 974020 h 1726918"/>
              <a:gd name="connsiteX2" fmla="*/ 4504327 w 4522888"/>
              <a:gd name="connsiteY2" fmla="*/ 0 h 1726918"/>
              <a:gd name="connsiteX0" fmla="*/ 0 w 4523150"/>
              <a:gd name="connsiteY0" fmla="*/ 1726182 h 1726902"/>
              <a:gd name="connsiteX1" fmla="*/ 3266334 w 4523150"/>
              <a:gd name="connsiteY1" fmla="*/ 943339 h 1726902"/>
              <a:gd name="connsiteX2" fmla="*/ 4504327 w 4523150"/>
              <a:gd name="connsiteY2" fmla="*/ 0 h 1726902"/>
              <a:gd name="connsiteX0" fmla="*/ 0 w 4523150"/>
              <a:gd name="connsiteY0" fmla="*/ 1726182 h 1727012"/>
              <a:gd name="connsiteX1" fmla="*/ 3266334 w 4523150"/>
              <a:gd name="connsiteY1" fmla="*/ 943339 h 1727012"/>
              <a:gd name="connsiteX2" fmla="*/ 4504327 w 4523150"/>
              <a:gd name="connsiteY2" fmla="*/ 0 h 1727012"/>
              <a:gd name="connsiteX0" fmla="*/ 0 w 4523390"/>
              <a:gd name="connsiteY0" fmla="*/ 1726182 h 1726969"/>
              <a:gd name="connsiteX1" fmla="*/ 3278936 w 4523390"/>
              <a:gd name="connsiteY1" fmla="*/ 878982 h 1726969"/>
              <a:gd name="connsiteX2" fmla="*/ 4504327 w 4523390"/>
              <a:gd name="connsiteY2" fmla="*/ 0 h 1726969"/>
              <a:gd name="connsiteX0" fmla="*/ 0 w 4523390"/>
              <a:gd name="connsiteY0" fmla="*/ 1726182 h 1726182"/>
              <a:gd name="connsiteX1" fmla="*/ 3278936 w 4523390"/>
              <a:gd name="connsiteY1" fmla="*/ 878982 h 1726182"/>
              <a:gd name="connsiteX2" fmla="*/ 4504327 w 4523390"/>
              <a:gd name="connsiteY2" fmla="*/ 0 h 1726182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4510"/>
              <a:gd name="connsiteY0" fmla="*/ 1708575 h 1708575"/>
              <a:gd name="connsiteX1" fmla="*/ 3119397 w 4304510"/>
              <a:gd name="connsiteY1" fmla="*/ 909005 h 1708575"/>
              <a:gd name="connsiteX2" fmla="*/ 4284209 w 4304510"/>
              <a:gd name="connsiteY2" fmla="*/ 0 h 1708575"/>
              <a:gd name="connsiteX0" fmla="*/ 0 w 3727878"/>
              <a:gd name="connsiteY0" fmla="*/ 1056829 h 1056829"/>
              <a:gd name="connsiteX1" fmla="*/ 3119397 w 3727878"/>
              <a:gd name="connsiteY1" fmla="*/ 257259 h 1056829"/>
              <a:gd name="connsiteX2" fmla="*/ 3673179 w 3727878"/>
              <a:gd name="connsiteY2" fmla="*/ 0 h 1056829"/>
              <a:gd name="connsiteX0" fmla="*/ 0 w 3700652"/>
              <a:gd name="connsiteY0" fmla="*/ 1056829 h 1056829"/>
              <a:gd name="connsiteX1" fmla="*/ 3119397 w 3700652"/>
              <a:gd name="connsiteY1" fmla="*/ 257259 h 1056829"/>
              <a:gd name="connsiteX2" fmla="*/ 3673179 w 3700652"/>
              <a:gd name="connsiteY2" fmla="*/ 0 h 1056829"/>
              <a:gd name="connsiteX0" fmla="*/ 0 w 3673179"/>
              <a:gd name="connsiteY0" fmla="*/ 1056829 h 1056829"/>
              <a:gd name="connsiteX1" fmla="*/ 3119397 w 3673179"/>
              <a:gd name="connsiteY1" fmla="*/ 25725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84813"/>
              <a:gd name="connsiteX1" fmla="*/ 1601342 w 3673179"/>
              <a:gd name="connsiteY1" fmla="*/ 603599 h 1084813"/>
              <a:gd name="connsiteX2" fmla="*/ 3673179 w 3673179"/>
              <a:gd name="connsiteY2" fmla="*/ 0 h 1084813"/>
              <a:gd name="connsiteX0" fmla="*/ 0 w 3673179"/>
              <a:gd name="connsiteY0" fmla="*/ 1056829 h 1078385"/>
              <a:gd name="connsiteX1" fmla="*/ 1678168 w 3673179"/>
              <a:gd name="connsiteY1" fmla="*/ 499504 h 1078385"/>
              <a:gd name="connsiteX2" fmla="*/ 3673179 w 3673179"/>
              <a:gd name="connsiteY2" fmla="*/ 0 h 1078385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396321"/>
              <a:gd name="connsiteY0" fmla="*/ 805247 h 832579"/>
              <a:gd name="connsiteX1" fmla="*/ 1674011 w 3396321"/>
              <a:gd name="connsiteY1" fmla="*/ 343543 h 832579"/>
              <a:gd name="connsiteX2" fmla="*/ 3396321 w 3396321"/>
              <a:gd name="connsiteY2" fmla="*/ 0 h 832579"/>
              <a:gd name="connsiteX0" fmla="*/ 0 w 3396321"/>
              <a:gd name="connsiteY0" fmla="*/ 837000 h 864332"/>
              <a:gd name="connsiteX1" fmla="*/ 1674011 w 3396321"/>
              <a:gd name="connsiteY1" fmla="*/ 375296 h 864332"/>
              <a:gd name="connsiteX2" fmla="*/ 3396321 w 3396321"/>
              <a:gd name="connsiteY2" fmla="*/ 31753 h 864332"/>
              <a:gd name="connsiteX0" fmla="*/ 0 w 3581128"/>
              <a:gd name="connsiteY0" fmla="*/ 881267 h 908599"/>
              <a:gd name="connsiteX1" fmla="*/ 1674011 w 3581128"/>
              <a:gd name="connsiteY1" fmla="*/ 419563 h 908599"/>
              <a:gd name="connsiteX2" fmla="*/ 3581128 w 3581128"/>
              <a:gd name="connsiteY2" fmla="*/ 10931 h 908599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1128" h="897668">
                <a:moveTo>
                  <a:pt x="0" y="870336"/>
                </a:moveTo>
                <a:cubicBezTo>
                  <a:pt x="368068" y="981156"/>
                  <a:pt x="1241369" y="740574"/>
                  <a:pt x="1674011" y="408632"/>
                </a:cubicBezTo>
                <a:cubicBezTo>
                  <a:pt x="2500187" y="-130359"/>
                  <a:pt x="2546023" y="254955"/>
                  <a:pt x="3581128" y="0"/>
                </a:cubicBezTo>
              </a:path>
            </a:pathLst>
          </a:custGeom>
          <a:ln w="88900">
            <a:solidFill>
              <a:schemeClr val="accent1">
                <a:lumMod val="60000"/>
                <a:lumOff val="40000"/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7F37FFC9-FEE5-46DE-9218-92EED3168D17}"/>
              </a:ext>
            </a:extLst>
          </p:cNvPr>
          <p:cNvSpPr/>
          <p:nvPr/>
        </p:nvSpPr>
        <p:spPr>
          <a:xfrm rot="455327">
            <a:off x="7037857" y="5156222"/>
            <a:ext cx="4762102" cy="1045334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531644"/>
              <a:gd name="connsiteY0" fmla="*/ 731919 h 1710812"/>
              <a:gd name="connsiteX1" fmla="*/ 3146056 w 3531644"/>
              <a:gd name="connsiteY1" fmla="*/ 158237 h 1710812"/>
              <a:gd name="connsiteX2" fmla="*/ 3079381 w 3531644"/>
              <a:gd name="connsiteY2" fmla="*/ 1710812 h 1710812"/>
              <a:gd name="connsiteX0" fmla="*/ 0 w 3531644"/>
              <a:gd name="connsiteY0" fmla="*/ 746907 h 1725800"/>
              <a:gd name="connsiteX1" fmla="*/ 3146056 w 3531644"/>
              <a:gd name="connsiteY1" fmla="*/ 173225 h 1725800"/>
              <a:gd name="connsiteX2" fmla="*/ 3079381 w 3531644"/>
              <a:gd name="connsiteY2" fmla="*/ 1725800 h 1725800"/>
              <a:gd name="connsiteX0" fmla="*/ 0 w 3464062"/>
              <a:gd name="connsiteY0" fmla="*/ 746907 h 1666780"/>
              <a:gd name="connsiteX1" fmla="*/ 3146056 w 3464062"/>
              <a:gd name="connsiteY1" fmla="*/ 173225 h 1666780"/>
              <a:gd name="connsiteX2" fmla="*/ 2872810 w 3464062"/>
              <a:gd name="connsiteY2" fmla="*/ 1666780 h 1666780"/>
              <a:gd name="connsiteX0" fmla="*/ 0 w 3395216"/>
              <a:gd name="connsiteY0" fmla="*/ 844990 h 1764863"/>
              <a:gd name="connsiteX1" fmla="*/ 3047689 w 3395216"/>
              <a:gd name="connsiteY1" fmla="*/ 163104 h 1764863"/>
              <a:gd name="connsiteX2" fmla="*/ 2872810 w 3395216"/>
              <a:gd name="connsiteY2" fmla="*/ 1764863 h 1764863"/>
              <a:gd name="connsiteX0" fmla="*/ 0 w 3423550"/>
              <a:gd name="connsiteY0" fmla="*/ 802135 h 1722008"/>
              <a:gd name="connsiteX1" fmla="*/ 3088947 w 3423550"/>
              <a:gd name="connsiteY1" fmla="*/ 167363 h 1722008"/>
              <a:gd name="connsiteX2" fmla="*/ 2872810 w 3423550"/>
              <a:gd name="connsiteY2" fmla="*/ 1722008 h 1722008"/>
              <a:gd name="connsiteX0" fmla="*/ 0 w 3365966"/>
              <a:gd name="connsiteY0" fmla="*/ 802135 h 1722008"/>
              <a:gd name="connsiteX1" fmla="*/ 3088947 w 3365966"/>
              <a:gd name="connsiteY1" fmla="*/ 167363 h 1722008"/>
              <a:gd name="connsiteX2" fmla="*/ 2872810 w 3365966"/>
              <a:gd name="connsiteY2" fmla="*/ 1722008 h 1722008"/>
              <a:gd name="connsiteX0" fmla="*/ 0 w 3365966"/>
              <a:gd name="connsiteY0" fmla="*/ 825751 h 1745624"/>
              <a:gd name="connsiteX1" fmla="*/ 3088947 w 3365966"/>
              <a:gd name="connsiteY1" fmla="*/ 190979 h 1745624"/>
              <a:gd name="connsiteX2" fmla="*/ 2872810 w 3365966"/>
              <a:gd name="connsiteY2" fmla="*/ 1745624 h 1745624"/>
              <a:gd name="connsiteX0" fmla="*/ 0 w 3365966"/>
              <a:gd name="connsiteY0" fmla="*/ 833266 h 1753139"/>
              <a:gd name="connsiteX1" fmla="*/ 3088947 w 3365966"/>
              <a:gd name="connsiteY1" fmla="*/ 198494 h 1753139"/>
              <a:gd name="connsiteX2" fmla="*/ 2872810 w 3365966"/>
              <a:gd name="connsiteY2" fmla="*/ 1753139 h 1753139"/>
              <a:gd name="connsiteX0" fmla="*/ 0 w 3598093"/>
              <a:gd name="connsiteY0" fmla="*/ 937797 h 1857670"/>
              <a:gd name="connsiteX1" fmla="*/ 3394847 w 3598093"/>
              <a:gd name="connsiteY1" fmla="*/ 186729 h 1857670"/>
              <a:gd name="connsiteX2" fmla="*/ 2872810 w 3598093"/>
              <a:gd name="connsiteY2" fmla="*/ 1857670 h 1857670"/>
              <a:gd name="connsiteX0" fmla="*/ 0 w 3722897"/>
              <a:gd name="connsiteY0" fmla="*/ 946594 h 1856750"/>
              <a:gd name="connsiteX1" fmla="*/ 3519651 w 3722897"/>
              <a:gd name="connsiteY1" fmla="*/ 185809 h 1856750"/>
              <a:gd name="connsiteX2" fmla="*/ 2997614 w 3722897"/>
              <a:gd name="connsiteY2" fmla="*/ 1856750 h 1856750"/>
              <a:gd name="connsiteX0" fmla="*/ 0 w 3740809"/>
              <a:gd name="connsiteY0" fmla="*/ 936807 h 1857774"/>
              <a:gd name="connsiteX1" fmla="*/ 3537563 w 3740809"/>
              <a:gd name="connsiteY1" fmla="*/ 186833 h 1857774"/>
              <a:gd name="connsiteX2" fmla="*/ 3015526 w 3740809"/>
              <a:gd name="connsiteY2" fmla="*/ 1857774 h 1857774"/>
              <a:gd name="connsiteX0" fmla="*/ 0 w 4619080"/>
              <a:gd name="connsiteY0" fmla="*/ 1750182 h 1750846"/>
              <a:gd name="connsiteX1" fmla="*/ 3537563 w 4619080"/>
              <a:gd name="connsiteY1" fmla="*/ 1000208 h 1750846"/>
              <a:gd name="connsiteX2" fmla="*/ 4504327 w 4619080"/>
              <a:gd name="connsiteY2" fmla="*/ 24000 h 1750846"/>
              <a:gd name="connsiteX0" fmla="*/ 0 w 4530055"/>
              <a:gd name="connsiteY0" fmla="*/ 1726182 h 1726846"/>
              <a:gd name="connsiteX1" fmla="*/ 3537563 w 4530055"/>
              <a:gd name="connsiteY1" fmla="*/ 976208 h 1726846"/>
              <a:gd name="connsiteX2" fmla="*/ 4504327 w 4530055"/>
              <a:gd name="connsiteY2" fmla="*/ 0 h 1726846"/>
              <a:gd name="connsiteX0" fmla="*/ 0 w 4522888"/>
              <a:gd name="connsiteY0" fmla="*/ 1726182 h 1726845"/>
              <a:gd name="connsiteX1" fmla="*/ 3252133 w 4522888"/>
              <a:gd name="connsiteY1" fmla="*/ 974020 h 1726845"/>
              <a:gd name="connsiteX2" fmla="*/ 4504327 w 4522888"/>
              <a:gd name="connsiteY2" fmla="*/ 0 h 1726845"/>
              <a:gd name="connsiteX0" fmla="*/ 0 w 4522888"/>
              <a:gd name="connsiteY0" fmla="*/ 1726182 h 1726918"/>
              <a:gd name="connsiteX1" fmla="*/ 3252133 w 4522888"/>
              <a:gd name="connsiteY1" fmla="*/ 974020 h 1726918"/>
              <a:gd name="connsiteX2" fmla="*/ 4504327 w 4522888"/>
              <a:gd name="connsiteY2" fmla="*/ 0 h 1726918"/>
              <a:gd name="connsiteX0" fmla="*/ 0 w 4523150"/>
              <a:gd name="connsiteY0" fmla="*/ 1726182 h 1726902"/>
              <a:gd name="connsiteX1" fmla="*/ 3266334 w 4523150"/>
              <a:gd name="connsiteY1" fmla="*/ 943339 h 1726902"/>
              <a:gd name="connsiteX2" fmla="*/ 4504327 w 4523150"/>
              <a:gd name="connsiteY2" fmla="*/ 0 h 1726902"/>
              <a:gd name="connsiteX0" fmla="*/ 0 w 4523150"/>
              <a:gd name="connsiteY0" fmla="*/ 1726182 h 1727012"/>
              <a:gd name="connsiteX1" fmla="*/ 3266334 w 4523150"/>
              <a:gd name="connsiteY1" fmla="*/ 943339 h 1727012"/>
              <a:gd name="connsiteX2" fmla="*/ 4504327 w 4523150"/>
              <a:gd name="connsiteY2" fmla="*/ 0 h 1727012"/>
              <a:gd name="connsiteX0" fmla="*/ 0 w 4523390"/>
              <a:gd name="connsiteY0" fmla="*/ 1726182 h 1726969"/>
              <a:gd name="connsiteX1" fmla="*/ 3278936 w 4523390"/>
              <a:gd name="connsiteY1" fmla="*/ 878982 h 1726969"/>
              <a:gd name="connsiteX2" fmla="*/ 4504327 w 4523390"/>
              <a:gd name="connsiteY2" fmla="*/ 0 h 1726969"/>
              <a:gd name="connsiteX0" fmla="*/ 0 w 4523390"/>
              <a:gd name="connsiteY0" fmla="*/ 1726182 h 1726182"/>
              <a:gd name="connsiteX1" fmla="*/ 3278936 w 4523390"/>
              <a:gd name="connsiteY1" fmla="*/ 878982 h 1726182"/>
              <a:gd name="connsiteX2" fmla="*/ 4504327 w 4523390"/>
              <a:gd name="connsiteY2" fmla="*/ 0 h 1726182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4510"/>
              <a:gd name="connsiteY0" fmla="*/ 1708575 h 1708575"/>
              <a:gd name="connsiteX1" fmla="*/ 3119397 w 4304510"/>
              <a:gd name="connsiteY1" fmla="*/ 909005 h 1708575"/>
              <a:gd name="connsiteX2" fmla="*/ 4284209 w 4304510"/>
              <a:gd name="connsiteY2" fmla="*/ 0 h 1708575"/>
              <a:gd name="connsiteX0" fmla="*/ 0 w 3727878"/>
              <a:gd name="connsiteY0" fmla="*/ 1056829 h 1056829"/>
              <a:gd name="connsiteX1" fmla="*/ 3119397 w 3727878"/>
              <a:gd name="connsiteY1" fmla="*/ 257259 h 1056829"/>
              <a:gd name="connsiteX2" fmla="*/ 3673179 w 3727878"/>
              <a:gd name="connsiteY2" fmla="*/ 0 h 1056829"/>
              <a:gd name="connsiteX0" fmla="*/ 0 w 3700652"/>
              <a:gd name="connsiteY0" fmla="*/ 1056829 h 1056829"/>
              <a:gd name="connsiteX1" fmla="*/ 3119397 w 3700652"/>
              <a:gd name="connsiteY1" fmla="*/ 257259 h 1056829"/>
              <a:gd name="connsiteX2" fmla="*/ 3673179 w 3700652"/>
              <a:gd name="connsiteY2" fmla="*/ 0 h 1056829"/>
              <a:gd name="connsiteX0" fmla="*/ 0 w 3673179"/>
              <a:gd name="connsiteY0" fmla="*/ 1056829 h 1056829"/>
              <a:gd name="connsiteX1" fmla="*/ 3119397 w 3673179"/>
              <a:gd name="connsiteY1" fmla="*/ 25725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84813"/>
              <a:gd name="connsiteX1" fmla="*/ 1601342 w 3673179"/>
              <a:gd name="connsiteY1" fmla="*/ 603599 h 1084813"/>
              <a:gd name="connsiteX2" fmla="*/ 3673179 w 3673179"/>
              <a:gd name="connsiteY2" fmla="*/ 0 h 1084813"/>
              <a:gd name="connsiteX0" fmla="*/ 0 w 3673179"/>
              <a:gd name="connsiteY0" fmla="*/ 1056829 h 1078385"/>
              <a:gd name="connsiteX1" fmla="*/ 1678168 w 3673179"/>
              <a:gd name="connsiteY1" fmla="*/ 499504 h 1078385"/>
              <a:gd name="connsiteX2" fmla="*/ 3673179 w 3673179"/>
              <a:gd name="connsiteY2" fmla="*/ 0 h 1078385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396321"/>
              <a:gd name="connsiteY0" fmla="*/ 805247 h 832579"/>
              <a:gd name="connsiteX1" fmla="*/ 1674011 w 3396321"/>
              <a:gd name="connsiteY1" fmla="*/ 343543 h 832579"/>
              <a:gd name="connsiteX2" fmla="*/ 3396321 w 3396321"/>
              <a:gd name="connsiteY2" fmla="*/ 0 h 832579"/>
              <a:gd name="connsiteX0" fmla="*/ 0 w 3396321"/>
              <a:gd name="connsiteY0" fmla="*/ 837000 h 864332"/>
              <a:gd name="connsiteX1" fmla="*/ 1674011 w 3396321"/>
              <a:gd name="connsiteY1" fmla="*/ 375296 h 864332"/>
              <a:gd name="connsiteX2" fmla="*/ 3396321 w 3396321"/>
              <a:gd name="connsiteY2" fmla="*/ 31753 h 864332"/>
              <a:gd name="connsiteX0" fmla="*/ 0 w 3581128"/>
              <a:gd name="connsiteY0" fmla="*/ 881267 h 908599"/>
              <a:gd name="connsiteX1" fmla="*/ 1674011 w 3581128"/>
              <a:gd name="connsiteY1" fmla="*/ 419563 h 908599"/>
              <a:gd name="connsiteX2" fmla="*/ 3581128 w 3581128"/>
              <a:gd name="connsiteY2" fmla="*/ 10931 h 908599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1128" h="897668">
                <a:moveTo>
                  <a:pt x="0" y="870336"/>
                </a:moveTo>
                <a:cubicBezTo>
                  <a:pt x="368068" y="981156"/>
                  <a:pt x="1241369" y="740574"/>
                  <a:pt x="1674011" y="408632"/>
                </a:cubicBezTo>
                <a:cubicBezTo>
                  <a:pt x="2500187" y="-130359"/>
                  <a:pt x="2546023" y="254955"/>
                  <a:pt x="3581128" y="0"/>
                </a:cubicBezTo>
              </a:path>
            </a:pathLst>
          </a:custGeom>
          <a:ln w="88900">
            <a:solidFill>
              <a:schemeClr val="accent2"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3" name="Freeform 32">
            <a:extLst>
              <a:ext uri="{FF2B5EF4-FFF2-40B4-BE49-F238E27FC236}">
                <a16:creationId xmlns:a16="http://schemas.microsoft.com/office/drawing/2014/main" id="{43570779-5324-4434-9314-0298838B5992}"/>
              </a:ext>
            </a:extLst>
          </p:cNvPr>
          <p:cNvSpPr/>
          <p:nvPr/>
        </p:nvSpPr>
        <p:spPr>
          <a:xfrm rot="941402">
            <a:off x="7326415" y="5301485"/>
            <a:ext cx="4762102" cy="1045334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531644"/>
              <a:gd name="connsiteY0" fmla="*/ 731919 h 1710812"/>
              <a:gd name="connsiteX1" fmla="*/ 3146056 w 3531644"/>
              <a:gd name="connsiteY1" fmla="*/ 158237 h 1710812"/>
              <a:gd name="connsiteX2" fmla="*/ 3079381 w 3531644"/>
              <a:gd name="connsiteY2" fmla="*/ 1710812 h 1710812"/>
              <a:gd name="connsiteX0" fmla="*/ 0 w 3531644"/>
              <a:gd name="connsiteY0" fmla="*/ 746907 h 1725800"/>
              <a:gd name="connsiteX1" fmla="*/ 3146056 w 3531644"/>
              <a:gd name="connsiteY1" fmla="*/ 173225 h 1725800"/>
              <a:gd name="connsiteX2" fmla="*/ 3079381 w 3531644"/>
              <a:gd name="connsiteY2" fmla="*/ 1725800 h 1725800"/>
              <a:gd name="connsiteX0" fmla="*/ 0 w 3464062"/>
              <a:gd name="connsiteY0" fmla="*/ 746907 h 1666780"/>
              <a:gd name="connsiteX1" fmla="*/ 3146056 w 3464062"/>
              <a:gd name="connsiteY1" fmla="*/ 173225 h 1666780"/>
              <a:gd name="connsiteX2" fmla="*/ 2872810 w 3464062"/>
              <a:gd name="connsiteY2" fmla="*/ 1666780 h 1666780"/>
              <a:gd name="connsiteX0" fmla="*/ 0 w 3395216"/>
              <a:gd name="connsiteY0" fmla="*/ 844990 h 1764863"/>
              <a:gd name="connsiteX1" fmla="*/ 3047689 w 3395216"/>
              <a:gd name="connsiteY1" fmla="*/ 163104 h 1764863"/>
              <a:gd name="connsiteX2" fmla="*/ 2872810 w 3395216"/>
              <a:gd name="connsiteY2" fmla="*/ 1764863 h 1764863"/>
              <a:gd name="connsiteX0" fmla="*/ 0 w 3423550"/>
              <a:gd name="connsiteY0" fmla="*/ 802135 h 1722008"/>
              <a:gd name="connsiteX1" fmla="*/ 3088947 w 3423550"/>
              <a:gd name="connsiteY1" fmla="*/ 167363 h 1722008"/>
              <a:gd name="connsiteX2" fmla="*/ 2872810 w 3423550"/>
              <a:gd name="connsiteY2" fmla="*/ 1722008 h 1722008"/>
              <a:gd name="connsiteX0" fmla="*/ 0 w 3365966"/>
              <a:gd name="connsiteY0" fmla="*/ 802135 h 1722008"/>
              <a:gd name="connsiteX1" fmla="*/ 3088947 w 3365966"/>
              <a:gd name="connsiteY1" fmla="*/ 167363 h 1722008"/>
              <a:gd name="connsiteX2" fmla="*/ 2872810 w 3365966"/>
              <a:gd name="connsiteY2" fmla="*/ 1722008 h 1722008"/>
              <a:gd name="connsiteX0" fmla="*/ 0 w 3365966"/>
              <a:gd name="connsiteY0" fmla="*/ 825751 h 1745624"/>
              <a:gd name="connsiteX1" fmla="*/ 3088947 w 3365966"/>
              <a:gd name="connsiteY1" fmla="*/ 190979 h 1745624"/>
              <a:gd name="connsiteX2" fmla="*/ 2872810 w 3365966"/>
              <a:gd name="connsiteY2" fmla="*/ 1745624 h 1745624"/>
              <a:gd name="connsiteX0" fmla="*/ 0 w 3365966"/>
              <a:gd name="connsiteY0" fmla="*/ 833266 h 1753139"/>
              <a:gd name="connsiteX1" fmla="*/ 3088947 w 3365966"/>
              <a:gd name="connsiteY1" fmla="*/ 198494 h 1753139"/>
              <a:gd name="connsiteX2" fmla="*/ 2872810 w 3365966"/>
              <a:gd name="connsiteY2" fmla="*/ 1753139 h 1753139"/>
              <a:gd name="connsiteX0" fmla="*/ 0 w 3598093"/>
              <a:gd name="connsiteY0" fmla="*/ 937797 h 1857670"/>
              <a:gd name="connsiteX1" fmla="*/ 3394847 w 3598093"/>
              <a:gd name="connsiteY1" fmla="*/ 186729 h 1857670"/>
              <a:gd name="connsiteX2" fmla="*/ 2872810 w 3598093"/>
              <a:gd name="connsiteY2" fmla="*/ 1857670 h 1857670"/>
              <a:gd name="connsiteX0" fmla="*/ 0 w 3722897"/>
              <a:gd name="connsiteY0" fmla="*/ 946594 h 1856750"/>
              <a:gd name="connsiteX1" fmla="*/ 3519651 w 3722897"/>
              <a:gd name="connsiteY1" fmla="*/ 185809 h 1856750"/>
              <a:gd name="connsiteX2" fmla="*/ 2997614 w 3722897"/>
              <a:gd name="connsiteY2" fmla="*/ 1856750 h 1856750"/>
              <a:gd name="connsiteX0" fmla="*/ 0 w 3740809"/>
              <a:gd name="connsiteY0" fmla="*/ 936807 h 1857774"/>
              <a:gd name="connsiteX1" fmla="*/ 3537563 w 3740809"/>
              <a:gd name="connsiteY1" fmla="*/ 186833 h 1857774"/>
              <a:gd name="connsiteX2" fmla="*/ 3015526 w 3740809"/>
              <a:gd name="connsiteY2" fmla="*/ 1857774 h 1857774"/>
              <a:gd name="connsiteX0" fmla="*/ 0 w 4619080"/>
              <a:gd name="connsiteY0" fmla="*/ 1750182 h 1750846"/>
              <a:gd name="connsiteX1" fmla="*/ 3537563 w 4619080"/>
              <a:gd name="connsiteY1" fmla="*/ 1000208 h 1750846"/>
              <a:gd name="connsiteX2" fmla="*/ 4504327 w 4619080"/>
              <a:gd name="connsiteY2" fmla="*/ 24000 h 1750846"/>
              <a:gd name="connsiteX0" fmla="*/ 0 w 4530055"/>
              <a:gd name="connsiteY0" fmla="*/ 1726182 h 1726846"/>
              <a:gd name="connsiteX1" fmla="*/ 3537563 w 4530055"/>
              <a:gd name="connsiteY1" fmla="*/ 976208 h 1726846"/>
              <a:gd name="connsiteX2" fmla="*/ 4504327 w 4530055"/>
              <a:gd name="connsiteY2" fmla="*/ 0 h 1726846"/>
              <a:gd name="connsiteX0" fmla="*/ 0 w 4522888"/>
              <a:gd name="connsiteY0" fmla="*/ 1726182 h 1726845"/>
              <a:gd name="connsiteX1" fmla="*/ 3252133 w 4522888"/>
              <a:gd name="connsiteY1" fmla="*/ 974020 h 1726845"/>
              <a:gd name="connsiteX2" fmla="*/ 4504327 w 4522888"/>
              <a:gd name="connsiteY2" fmla="*/ 0 h 1726845"/>
              <a:gd name="connsiteX0" fmla="*/ 0 w 4522888"/>
              <a:gd name="connsiteY0" fmla="*/ 1726182 h 1726918"/>
              <a:gd name="connsiteX1" fmla="*/ 3252133 w 4522888"/>
              <a:gd name="connsiteY1" fmla="*/ 974020 h 1726918"/>
              <a:gd name="connsiteX2" fmla="*/ 4504327 w 4522888"/>
              <a:gd name="connsiteY2" fmla="*/ 0 h 1726918"/>
              <a:gd name="connsiteX0" fmla="*/ 0 w 4523150"/>
              <a:gd name="connsiteY0" fmla="*/ 1726182 h 1726902"/>
              <a:gd name="connsiteX1" fmla="*/ 3266334 w 4523150"/>
              <a:gd name="connsiteY1" fmla="*/ 943339 h 1726902"/>
              <a:gd name="connsiteX2" fmla="*/ 4504327 w 4523150"/>
              <a:gd name="connsiteY2" fmla="*/ 0 h 1726902"/>
              <a:gd name="connsiteX0" fmla="*/ 0 w 4523150"/>
              <a:gd name="connsiteY0" fmla="*/ 1726182 h 1727012"/>
              <a:gd name="connsiteX1" fmla="*/ 3266334 w 4523150"/>
              <a:gd name="connsiteY1" fmla="*/ 943339 h 1727012"/>
              <a:gd name="connsiteX2" fmla="*/ 4504327 w 4523150"/>
              <a:gd name="connsiteY2" fmla="*/ 0 h 1727012"/>
              <a:gd name="connsiteX0" fmla="*/ 0 w 4523390"/>
              <a:gd name="connsiteY0" fmla="*/ 1726182 h 1726969"/>
              <a:gd name="connsiteX1" fmla="*/ 3278936 w 4523390"/>
              <a:gd name="connsiteY1" fmla="*/ 878982 h 1726969"/>
              <a:gd name="connsiteX2" fmla="*/ 4504327 w 4523390"/>
              <a:gd name="connsiteY2" fmla="*/ 0 h 1726969"/>
              <a:gd name="connsiteX0" fmla="*/ 0 w 4523390"/>
              <a:gd name="connsiteY0" fmla="*/ 1726182 h 1726182"/>
              <a:gd name="connsiteX1" fmla="*/ 3278936 w 4523390"/>
              <a:gd name="connsiteY1" fmla="*/ 878982 h 1726182"/>
              <a:gd name="connsiteX2" fmla="*/ 4504327 w 4523390"/>
              <a:gd name="connsiteY2" fmla="*/ 0 h 1726182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4510"/>
              <a:gd name="connsiteY0" fmla="*/ 1708575 h 1708575"/>
              <a:gd name="connsiteX1" fmla="*/ 3119397 w 4304510"/>
              <a:gd name="connsiteY1" fmla="*/ 909005 h 1708575"/>
              <a:gd name="connsiteX2" fmla="*/ 4284209 w 4304510"/>
              <a:gd name="connsiteY2" fmla="*/ 0 h 1708575"/>
              <a:gd name="connsiteX0" fmla="*/ 0 w 3727878"/>
              <a:gd name="connsiteY0" fmla="*/ 1056829 h 1056829"/>
              <a:gd name="connsiteX1" fmla="*/ 3119397 w 3727878"/>
              <a:gd name="connsiteY1" fmla="*/ 257259 h 1056829"/>
              <a:gd name="connsiteX2" fmla="*/ 3673179 w 3727878"/>
              <a:gd name="connsiteY2" fmla="*/ 0 h 1056829"/>
              <a:gd name="connsiteX0" fmla="*/ 0 w 3700652"/>
              <a:gd name="connsiteY0" fmla="*/ 1056829 h 1056829"/>
              <a:gd name="connsiteX1" fmla="*/ 3119397 w 3700652"/>
              <a:gd name="connsiteY1" fmla="*/ 257259 h 1056829"/>
              <a:gd name="connsiteX2" fmla="*/ 3673179 w 3700652"/>
              <a:gd name="connsiteY2" fmla="*/ 0 h 1056829"/>
              <a:gd name="connsiteX0" fmla="*/ 0 w 3673179"/>
              <a:gd name="connsiteY0" fmla="*/ 1056829 h 1056829"/>
              <a:gd name="connsiteX1" fmla="*/ 3119397 w 3673179"/>
              <a:gd name="connsiteY1" fmla="*/ 25725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84813"/>
              <a:gd name="connsiteX1" fmla="*/ 1601342 w 3673179"/>
              <a:gd name="connsiteY1" fmla="*/ 603599 h 1084813"/>
              <a:gd name="connsiteX2" fmla="*/ 3673179 w 3673179"/>
              <a:gd name="connsiteY2" fmla="*/ 0 h 1084813"/>
              <a:gd name="connsiteX0" fmla="*/ 0 w 3673179"/>
              <a:gd name="connsiteY0" fmla="*/ 1056829 h 1078385"/>
              <a:gd name="connsiteX1" fmla="*/ 1678168 w 3673179"/>
              <a:gd name="connsiteY1" fmla="*/ 499504 h 1078385"/>
              <a:gd name="connsiteX2" fmla="*/ 3673179 w 3673179"/>
              <a:gd name="connsiteY2" fmla="*/ 0 h 1078385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396321"/>
              <a:gd name="connsiteY0" fmla="*/ 805247 h 832579"/>
              <a:gd name="connsiteX1" fmla="*/ 1674011 w 3396321"/>
              <a:gd name="connsiteY1" fmla="*/ 343543 h 832579"/>
              <a:gd name="connsiteX2" fmla="*/ 3396321 w 3396321"/>
              <a:gd name="connsiteY2" fmla="*/ 0 h 832579"/>
              <a:gd name="connsiteX0" fmla="*/ 0 w 3396321"/>
              <a:gd name="connsiteY0" fmla="*/ 837000 h 864332"/>
              <a:gd name="connsiteX1" fmla="*/ 1674011 w 3396321"/>
              <a:gd name="connsiteY1" fmla="*/ 375296 h 864332"/>
              <a:gd name="connsiteX2" fmla="*/ 3396321 w 3396321"/>
              <a:gd name="connsiteY2" fmla="*/ 31753 h 864332"/>
              <a:gd name="connsiteX0" fmla="*/ 0 w 3581128"/>
              <a:gd name="connsiteY0" fmla="*/ 881267 h 908599"/>
              <a:gd name="connsiteX1" fmla="*/ 1674011 w 3581128"/>
              <a:gd name="connsiteY1" fmla="*/ 419563 h 908599"/>
              <a:gd name="connsiteX2" fmla="*/ 3581128 w 3581128"/>
              <a:gd name="connsiteY2" fmla="*/ 10931 h 908599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1128" h="897668">
                <a:moveTo>
                  <a:pt x="0" y="870336"/>
                </a:moveTo>
                <a:cubicBezTo>
                  <a:pt x="368068" y="981156"/>
                  <a:pt x="1241369" y="740574"/>
                  <a:pt x="1674011" y="408632"/>
                </a:cubicBezTo>
                <a:cubicBezTo>
                  <a:pt x="2500187" y="-130359"/>
                  <a:pt x="2546023" y="254955"/>
                  <a:pt x="3581128" y="0"/>
                </a:cubicBezTo>
              </a:path>
            </a:pathLst>
          </a:custGeom>
          <a:ln w="88900">
            <a:solidFill>
              <a:schemeClr val="accent3"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87563C-283A-31B4-6250-FCFC6FB26F81}"/>
              </a:ext>
            </a:extLst>
          </p:cNvPr>
          <p:cNvSpPr txBox="1"/>
          <p:nvPr/>
        </p:nvSpPr>
        <p:spPr>
          <a:xfrm>
            <a:off x="965567" y="2274838"/>
            <a:ext cx="8178433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Develop an interactive Power BI dashboard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Analyze key supply chain metrics:</a:t>
            </a:r>
          </a:p>
          <a:p>
            <a:pPr marL="1200150" lvl="2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Sales trends </a:t>
            </a:r>
          </a:p>
          <a:p>
            <a:pPr marL="1200150" lvl="2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Delivery performance </a:t>
            </a:r>
          </a:p>
          <a:p>
            <a:pPr marL="1200150" lvl="2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Customer segmentation </a:t>
            </a:r>
          </a:p>
          <a:p>
            <a:pPr marL="1200150" lvl="2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Product &amp; regional insights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+mn-cs"/>
              </a:rPr>
              <a:t>Enable faster, data-driven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366242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Project Scope</a:t>
            </a:r>
            <a:endParaRPr lang="en-US" dirty="0">
              <a:effectLst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B23B69-D150-4A7F-8641-F5F102F08CE6}"/>
              </a:ext>
            </a:extLst>
          </p:cNvPr>
          <p:cNvGrpSpPr/>
          <p:nvPr/>
        </p:nvGrpSpPr>
        <p:grpSpPr>
          <a:xfrm>
            <a:off x="3877931" y="2229711"/>
            <a:ext cx="7384580" cy="3788524"/>
            <a:chOff x="755577" y="2780928"/>
            <a:chExt cx="4561824" cy="2880320"/>
          </a:xfrm>
        </p:grpSpPr>
        <p:sp>
          <p:nvSpPr>
            <p:cNvPr id="4" name="Pentagon 5">
              <a:extLst>
                <a:ext uri="{FF2B5EF4-FFF2-40B4-BE49-F238E27FC236}">
                  <a16:creationId xmlns:a16="http://schemas.microsoft.com/office/drawing/2014/main" id="{D7F62CD3-E13B-4A6D-80B8-8E5DEFC12A3E}"/>
                </a:ext>
              </a:extLst>
            </p:cNvPr>
            <p:cNvSpPr/>
            <p:nvPr/>
          </p:nvSpPr>
          <p:spPr>
            <a:xfrm>
              <a:off x="3779912" y="2780928"/>
              <a:ext cx="1537489" cy="576064"/>
            </a:xfrm>
            <a:custGeom>
              <a:avLst/>
              <a:gdLst/>
              <a:ahLst/>
              <a:cxnLst/>
              <a:rect l="l" t="t" r="r" b="b"/>
              <a:pathLst>
                <a:path w="1728192" h="576064">
                  <a:moveTo>
                    <a:pt x="144538" y="0"/>
                  </a:moveTo>
                  <a:lnTo>
                    <a:pt x="1440160" y="0"/>
                  </a:lnTo>
                  <a:lnTo>
                    <a:pt x="1728192" y="288032"/>
                  </a:lnTo>
                  <a:lnTo>
                    <a:pt x="1440160" y="576064"/>
                  </a:lnTo>
                  <a:lnTo>
                    <a:pt x="0" y="576064"/>
                  </a:lnTo>
                  <a:lnTo>
                    <a:pt x="0" y="560466"/>
                  </a:lnTo>
                  <a:lnTo>
                    <a:pt x="144962" y="108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58777E87-3342-4C5D-9106-5572D65A9CAB}"/>
                </a:ext>
              </a:extLst>
            </p:cNvPr>
            <p:cNvSpPr/>
            <p:nvPr/>
          </p:nvSpPr>
          <p:spPr>
            <a:xfrm>
              <a:off x="2995522" y="3356992"/>
              <a:ext cx="1409365" cy="576064"/>
            </a:xfrm>
            <a:prstGeom prst="parallelogram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4C804F44-D4A6-434A-8726-D08E66128BCE}"/>
                </a:ext>
              </a:extLst>
            </p:cNvPr>
            <p:cNvSpPr/>
            <p:nvPr/>
          </p:nvSpPr>
          <p:spPr>
            <a:xfrm>
              <a:off x="2211133" y="3933056"/>
              <a:ext cx="1409365" cy="576064"/>
            </a:xfrm>
            <a:prstGeom prst="parallelogram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71FCFD01-C39B-4921-B50E-ED253AA86ADA}"/>
                </a:ext>
              </a:extLst>
            </p:cNvPr>
            <p:cNvSpPr/>
            <p:nvPr/>
          </p:nvSpPr>
          <p:spPr>
            <a:xfrm>
              <a:off x="1426744" y="4509120"/>
              <a:ext cx="1409365" cy="576064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Parallelogram 46">
              <a:extLst>
                <a:ext uri="{FF2B5EF4-FFF2-40B4-BE49-F238E27FC236}">
                  <a16:creationId xmlns:a16="http://schemas.microsoft.com/office/drawing/2014/main" id="{C0D2345C-61F8-42A3-B958-83C2A8890F36}"/>
                </a:ext>
              </a:extLst>
            </p:cNvPr>
            <p:cNvSpPr/>
            <p:nvPr/>
          </p:nvSpPr>
          <p:spPr>
            <a:xfrm>
              <a:off x="755577" y="5085184"/>
              <a:ext cx="1296143" cy="576064"/>
            </a:xfrm>
            <a:custGeom>
              <a:avLst/>
              <a:gdLst/>
              <a:ahLst/>
              <a:cxnLst/>
              <a:rect l="l" t="t" r="r" b="b"/>
              <a:pathLst>
                <a:path w="1706488" h="576064">
                  <a:moveTo>
                    <a:pt x="0" y="0"/>
                  </a:moveTo>
                  <a:lnTo>
                    <a:pt x="150361" y="0"/>
                  </a:lnTo>
                  <a:lnTo>
                    <a:pt x="751804" y="0"/>
                  </a:lnTo>
                  <a:lnTo>
                    <a:pt x="1503607" y="0"/>
                  </a:lnTo>
                  <a:lnTo>
                    <a:pt x="1653968" y="0"/>
                  </a:lnTo>
                  <a:lnTo>
                    <a:pt x="1706488" y="0"/>
                  </a:lnTo>
                  <a:lnTo>
                    <a:pt x="1706488" y="576064"/>
                  </a:lnTo>
                  <a:lnTo>
                    <a:pt x="1653968" y="576064"/>
                  </a:lnTo>
                  <a:lnTo>
                    <a:pt x="1503607" y="576064"/>
                  </a:lnTo>
                  <a:lnTo>
                    <a:pt x="751804" y="576064"/>
                  </a:lnTo>
                  <a:lnTo>
                    <a:pt x="150361" y="576064"/>
                  </a:lnTo>
                  <a:lnTo>
                    <a:pt x="2299" y="576064"/>
                  </a:lnTo>
                  <a:lnTo>
                    <a:pt x="175592" y="308248"/>
                  </a:lnTo>
                  <a:lnTo>
                    <a:pt x="12306" y="14334"/>
                  </a:lnTo>
                  <a:lnTo>
                    <a:pt x="1887" y="72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6C9F3F2-F941-47D7-A4F2-72553A846E5D}"/>
              </a:ext>
            </a:extLst>
          </p:cNvPr>
          <p:cNvGrpSpPr/>
          <p:nvPr/>
        </p:nvGrpSpPr>
        <p:grpSpPr>
          <a:xfrm>
            <a:off x="5313527" y="1806707"/>
            <a:ext cx="2985730" cy="481100"/>
            <a:chOff x="1775729" y="2204864"/>
            <a:chExt cx="1224474" cy="4811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32B4FC-C3A9-4633-8C9F-236E23EDAF0E}"/>
                </a:ext>
              </a:extLst>
            </p:cNvPr>
            <p:cNvSpPr txBox="1"/>
            <p:nvPr/>
          </p:nvSpPr>
          <p:spPr>
            <a:xfrm>
              <a:off x="1775729" y="2408965"/>
              <a:ext cx="1219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Revenue, profit, trends</a:t>
              </a:r>
              <a:endParaRPr lang="en-US" sz="1200" dirty="0">
                <a:effectLst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9299C6-8574-427A-B15A-0A87CAB45970}"/>
                </a:ext>
              </a:extLst>
            </p:cNvPr>
            <p:cNvSpPr txBox="1"/>
            <p:nvPr/>
          </p:nvSpPr>
          <p:spPr>
            <a:xfrm>
              <a:off x="1777330" y="2204864"/>
              <a:ext cx="1222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Sales Performance</a:t>
              </a:r>
              <a:endParaRPr lang="en-US" sz="1200" b="1" dirty="0">
                <a:effectLst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957224-712A-48F5-8E02-1B20FE16EB22}"/>
              </a:ext>
            </a:extLst>
          </p:cNvPr>
          <p:cNvGrpSpPr/>
          <p:nvPr/>
        </p:nvGrpSpPr>
        <p:grpSpPr>
          <a:xfrm>
            <a:off x="4121622" y="2588008"/>
            <a:ext cx="2985730" cy="481100"/>
            <a:chOff x="1775729" y="2204864"/>
            <a:chExt cx="1224474" cy="4811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F72ADD-4CCA-40DC-B1C0-2C137ED33474}"/>
                </a:ext>
              </a:extLst>
            </p:cNvPr>
            <p:cNvSpPr txBox="1"/>
            <p:nvPr/>
          </p:nvSpPr>
          <p:spPr>
            <a:xfrm>
              <a:off x="1775729" y="2408965"/>
              <a:ext cx="1219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On-time delivery, delays</a:t>
              </a:r>
              <a:endParaRPr lang="en-US" sz="1200" dirty="0">
                <a:effectLst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00C9A1-B83E-472C-ADB7-FE18F4AE22BB}"/>
                </a:ext>
              </a:extLst>
            </p:cNvPr>
            <p:cNvSpPr txBox="1"/>
            <p:nvPr/>
          </p:nvSpPr>
          <p:spPr>
            <a:xfrm>
              <a:off x="1777330" y="2204864"/>
              <a:ext cx="1222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Shipping Performance</a:t>
              </a:r>
              <a:endParaRPr lang="en-US" sz="1200" b="1" dirty="0">
                <a:effectLst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6BE211-7406-4CCC-8128-C7D3CBD6576E}"/>
              </a:ext>
            </a:extLst>
          </p:cNvPr>
          <p:cNvGrpSpPr/>
          <p:nvPr/>
        </p:nvGrpSpPr>
        <p:grpSpPr>
          <a:xfrm>
            <a:off x="2929718" y="3369309"/>
            <a:ext cx="2985730" cy="481100"/>
            <a:chOff x="1775729" y="2204864"/>
            <a:chExt cx="1224474" cy="48110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8236ECD-0BC6-4CAF-AF58-A25AA370110D}"/>
                </a:ext>
              </a:extLst>
            </p:cNvPr>
            <p:cNvSpPr txBox="1"/>
            <p:nvPr/>
          </p:nvSpPr>
          <p:spPr>
            <a:xfrm>
              <a:off x="1775729" y="2408965"/>
              <a:ext cx="1219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Segmentation &amp; behavior</a:t>
              </a:r>
              <a:endParaRPr lang="en-US" sz="1200" dirty="0">
                <a:effectLst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EAB21A-C5CC-45AC-8DE9-83A9824FB0E7}"/>
                </a:ext>
              </a:extLst>
            </p:cNvPr>
            <p:cNvSpPr txBox="1"/>
            <p:nvPr/>
          </p:nvSpPr>
          <p:spPr>
            <a:xfrm>
              <a:off x="1777330" y="2204864"/>
              <a:ext cx="1222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Customer Insights</a:t>
              </a:r>
              <a:endParaRPr lang="en-US" sz="1200" b="1" dirty="0">
                <a:effectLst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A8AF8D-6B51-4A96-8035-84B978999890}"/>
              </a:ext>
            </a:extLst>
          </p:cNvPr>
          <p:cNvGrpSpPr/>
          <p:nvPr/>
        </p:nvGrpSpPr>
        <p:grpSpPr>
          <a:xfrm>
            <a:off x="1737814" y="4150610"/>
            <a:ext cx="2985730" cy="481100"/>
            <a:chOff x="1775729" y="2204864"/>
            <a:chExt cx="1224474" cy="48110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0E9593-9A7D-4FB8-82CD-B1C6C9D5E298}"/>
                </a:ext>
              </a:extLst>
            </p:cNvPr>
            <p:cNvSpPr txBox="1"/>
            <p:nvPr/>
          </p:nvSpPr>
          <p:spPr>
            <a:xfrm>
              <a:off x="1775729" y="2408965"/>
              <a:ext cx="12192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Category &amp; item profitability</a:t>
              </a:r>
              <a:endParaRPr lang="en-US" sz="1200" dirty="0">
                <a:effectLst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329DAB-B3D1-43A3-B043-5AC6B094D799}"/>
                </a:ext>
              </a:extLst>
            </p:cNvPr>
            <p:cNvSpPr txBox="1"/>
            <p:nvPr/>
          </p:nvSpPr>
          <p:spPr>
            <a:xfrm>
              <a:off x="1777330" y="2204864"/>
              <a:ext cx="12228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Product Analysis</a:t>
              </a:r>
              <a:endParaRPr lang="en-US" sz="1200" b="1" dirty="0">
                <a:effectLst/>
              </a:endParaRPr>
            </a:p>
          </p:txBody>
        </p:sp>
      </p:grpSp>
      <p:sp>
        <p:nvSpPr>
          <p:cNvPr id="24" name="Freeform 16">
            <a:extLst>
              <a:ext uri="{FF2B5EF4-FFF2-40B4-BE49-F238E27FC236}">
                <a16:creationId xmlns:a16="http://schemas.microsoft.com/office/drawing/2014/main" id="{2425C988-DE21-42FD-A4CC-D914C082DF74}"/>
              </a:ext>
            </a:extLst>
          </p:cNvPr>
          <p:cNvSpPr/>
          <p:nvPr/>
        </p:nvSpPr>
        <p:spPr>
          <a:xfrm>
            <a:off x="8412726" y="4475105"/>
            <a:ext cx="1663037" cy="1589824"/>
          </a:xfrm>
          <a:custGeom>
            <a:avLst/>
            <a:gdLst>
              <a:gd name="connsiteX0" fmla="*/ 1556657 w 1730828"/>
              <a:gd name="connsiteY0" fmla="*/ 152400 h 1654629"/>
              <a:gd name="connsiteX1" fmla="*/ 1730828 w 1730828"/>
              <a:gd name="connsiteY1" fmla="*/ 674915 h 1654629"/>
              <a:gd name="connsiteX2" fmla="*/ 685800 w 1730828"/>
              <a:gd name="connsiteY2" fmla="*/ 1654629 h 1654629"/>
              <a:gd name="connsiteX3" fmla="*/ 0 w 1730828"/>
              <a:gd name="connsiteY3" fmla="*/ 914400 h 1654629"/>
              <a:gd name="connsiteX4" fmla="*/ 1023257 w 1730828"/>
              <a:gd name="connsiteY4" fmla="*/ 0 h 1654629"/>
              <a:gd name="connsiteX5" fmla="*/ 1556657 w 1730828"/>
              <a:gd name="connsiteY5" fmla="*/ 152400 h 165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0828" h="1654629">
                <a:moveTo>
                  <a:pt x="1556657" y="152400"/>
                </a:moveTo>
                <a:lnTo>
                  <a:pt x="1730828" y="674915"/>
                </a:lnTo>
                <a:lnTo>
                  <a:pt x="685800" y="1654629"/>
                </a:lnTo>
                <a:lnTo>
                  <a:pt x="0" y="914400"/>
                </a:lnTo>
                <a:lnTo>
                  <a:pt x="1023257" y="0"/>
                </a:lnTo>
                <a:lnTo>
                  <a:pt x="1556657" y="152400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" name="Freeform 53">
            <a:extLst>
              <a:ext uri="{FF2B5EF4-FFF2-40B4-BE49-F238E27FC236}">
                <a16:creationId xmlns:a16="http://schemas.microsoft.com/office/drawing/2014/main" id="{563149E3-8922-4258-8F45-733AA0EACD1E}"/>
              </a:ext>
            </a:extLst>
          </p:cNvPr>
          <p:cNvSpPr/>
          <p:nvPr/>
        </p:nvSpPr>
        <p:spPr>
          <a:xfrm rot="5400000">
            <a:off x="9348516" y="4263959"/>
            <a:ext cx="975174" cy="9998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80220 w 2296986"/>
              <a:gd name="connsiteY0" fmla="*/ 1747818 h 2354521"/>
              <a:gd name="connsiteX1" fmla="*/ 1828126 w 2296986"/>
              <a:gd name="connsiteY1" fmla="*/ 1826304 h 2354521"/>
              <a:gd name="connsiteX2" fmla="*/ 1955684 w 2296986"/>
              <a:gd name="connsiteY2" fmla="*/ 2095900 h 2354521"/>
              <a:gd name="connsiteX3" fmla="*/ 1683117 w 2296986"/>
              <a:gd name="connsiteY3" fmla="*/ 1962549 h 2354521"/>
              <a:gd name="connsiteX4" fmla="*/ 1529193 w 2296986"/>
              <a:gd name="connsiteY4" fmla="*/ 2354521 h 2354521"/>
              <a:gd name="connsiteX5" fmla="*/ 1381062 w 2296986"/>
              <a:gd name="connsiteY5" fmla="*/ 2120816 h 2354521"/>
              <a:gd name="connsiteX6" fmla="*/ 1496122 w 2296986"/>
              <a:gd name="connsiteY6" fmla="*/ 1788127 h 2354521"/>
              <a:gd name="connsiteX7" fmla="*/ 910069 w 2296986"/>
              <a:gd name="connsiteY7" fmla="*/ 1225390 h 2354521"/>
              <a:gd name="connsiteX8" fmla="*/ 415531 w 2296986"/>
              <a:gd name="connsiteY8" fmla="*/ 2322212 h 2354521"/>
              <a:gd name="connsiteX9" fmla="*/ 293764 w 2296986"/>
              <a:gd name="connsiteY9" fmla="*/ 2052845 h 2354521"/>
              <a:gd name="connsiteX10" fmla="*/ 497994 w 2296986"/>
              <a:gd name="connsiteY10" fmla="*/ 836420 h 2354521"/>
              <a:gd name="connsiteX11" fmla="*/ 11747 w 2296986"/>
              <a:gd name="connsiteY11" fmla="*/ 5505 h 2354521"/>
              <a:gd name="connsiteX12" fmla="*/ 772299 w 2296986"/>
              <a:gd name="connsiteY12" fmla="*/ 578452 h 2354521"/>
              <a:gd name="connsiteX13" fmla="*/ 2042020 w 2296986"/>
              <a:gd name="connsiteY13" fmla="*/ 514597 h 2354521"/>
              <a:gd name="connsiteX14" fmla="*/ 2296986 w 2296986"/>
              <a:gd name="connsiteY14" fmla="*/ 662729 h 2354521"/>
              <a:gd name="connsiteX15" fmla="*/ 1125486 w 2296986"/>
              <a:gd name="connsiteY15" fmla="*/ 1004182 h 2354521"/>
              <a:gd name="connsiteX16" fmla="*/ 1677097 w 2296986"/>
              <a:gd name="connsiteY16" fmla="*/ 1608523 h 2354521"/>
              <a:gd name="connsiteX17" fmla="*/ 2095511 w 2296986"/>
              <a:gd name="connsiteY17" fmla="*/ 1557316 h 2354521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910069 w 2296986"/>
              <a:gd name="connsiteY7" fmla="*/ 1225483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209809 w 2296986"/>
              <a:gd name="connsiteY15" fmla="*/ 996610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63683 w 2296594"/>
              <a:gd name="connsiteY7" fmla="*/ 1325138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56016 w 2296594"/>
              <a:gd name="connsiteY7" fmla="*/ 1302141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594" h="2354614">
                <a:moveTo>
                  <a:pt x="2279828" y="1747911"/>
                </a:moveTo>
                <a:lnTo>
                  <a:pt x="1827734" y="1826397"/>
                </a:lnTo>
                <a:cubicBezTo>
                  <a:pt x="1873911" y="1907728"/>
                  <a:pt x="1985925" y="2047581"/>
                  <a:pt x="1955292" y="2095993"/>
                </a:cubicBezTo>
                <a:cubicBezTo>
                  <a:pt x="1897354" y="2139325"/>
                  <a:pt x="1773581" y="2007092"/>
                  <a:pt x="1682725" y="1962642"/>
                </a:cubicBezTo>
                <a:lnTo>
                  <a:pt x="1528801" y="2354614"/>
                </a:lnTo>
                <a:lnTo>
                  <a:pt x="1380670" y="2120909"/>
                </a:lnTo>
                <a:lnTo>
                  <a:pt x="1495730" y="1788220"/>
                </a:lnTo>
                <a:lnTo>
                  <a:pt x="856016" y="1302141"/>
                </a:lnTo>
                <a:lnTo>
                  <a:pt x="415139" y="2322305"/>
                </a:lnTo>
                <a:lnTo>
                  <a:pt x="293372" y="2052938"/>
                </a:lnTo>
                <a:cubicBezTo>
                  <a:pt x="369114" y="1624466"/>
                  <a:pt x="437192" y="1303314"/>
                  <a:pt x="512934" y="874842"/>
                </a:cubicBezTo>
                <a:cubicBezTo>
                  <a:pt x="317583" y="650129"/>
                  <a:pt x="-71270" y="102295"/>
                  <a:pt x="11355" y="5598"/>
                </a:cubicBezTo>
                <a:cubicBezTo>
                  <a:pt x="111253" y="-52136"/>
                  <a:pt x="623957" y="350637"/>
                  <a:pt x="840899" y="570880"/>
                </a:cubicBezTo>
                <a:lnTo>
                  <a:pt x="2041628" y="514690"/>
                </a:lnTo>
                <a:lnTo>
                  <a:pt x="2296594" y="662822"/>
                </a:lnTo>
                <a:lnTo>
                  <a:pt x="1209417" y="996610"/>
                </a:lnTo>
                <a:lnTo>
                  <a:pt x="1676705" y="1608616"/>
                </a:lnTo>
                <a:cubicBezTo>
                  <a:pt x="1795450" y="1589109"/>
                  <a:pt x="2095119" y="1557409"/>
                  <a:pt x="2095119" y="1557409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E3A4D46D-7EE2-4C25-B7E9-D1CD33DA8C6D}"/>
              </a:ext>
            </a:extLst>
          </p:cNvPr>
          <p:cNvSpPr/>
          <p:nvPr/>
        </p:nvSpPr>
        <p:spPr>
          <a:xfrm>
            <a:off x="5853086" y="4726176"/>
            <a:ext cx="485828" cy="313098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Oval 31">
            <a:extLst>
              <a:ext uri="{FF2B5EF4-FFF2-40B4-BE49-F238E27FC236}">
                <a16:creationId xmlns:a16="http://schemas.microsoft.com/office/drawing/2014/main" id="{39573BAB-86F6-4AC0-8BD0-C9484A5E2107}"/>
              </a:ext>
            </a:extLst>
          </p:cNvPr>
          <p:cNvSpPr/>
          <p:nvPr/>
        </p:nvSpPr>
        <p:spPr>
          <a:xfrm>
            <a:off x="7196622" y="3917251"/>
            <a:ext cx="407177" cy="401707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Teardrop 17">
            <a:extLst>
              <a:ext uri="{FF2B5EF4-FFF2-40B4-BE49-F238E27FC236}">
                <a16:creationId xmlns:a16="http://schemas.microsoft.com/office/drawing/2014/main" id="{86AFDB01-F7A7-454E-A536-9E5C443BCDA9}"/>
              </a:ext>
            </a:extLst>
          </p:cNvPr>
          <p:cNvSpPr/>
          <p:nvPr/>
        </p:nvSpPr>
        <p:spPr>
          <a:xfrm rot="18900000">
            <a:off x="4764170" y="5473000"/>
            <a:ext cx="332582" cy="337808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B93372FD-B057-4CBA-948C-4A8EB18DF5DC}"/>
              </a:ext>
            </a:extLst>
          </p:cNvPr>
          <p:cNvSpPr/>
          <p:nvPr/>
        </p:nvSpPr>
        <p:spPr>
          <a:xfrm>
            <a:off x="8462459" y="3122367"/>
            <a:ext cx="404773" cy="407167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Oval 31">
            <a:extLst>
              <a:ext uri="{FF2B5EF4-FFF2-40B4-BE49-F238E27FC236}">
                <a16:creationId xmlns:a16="http://schemas.microsoft.com/office/drawing/2014/main" id="{0A76F331-B3E2-4093-B5C9-63CC630DF22C}"/>
              </a:ext>
            </a:extLst>
          </p:cNvPr>
          <p:cNvSpPr/>
          <p:nvPr/>
        </p:nvSpPr>
        <p:spPr>
          <a:xfrm>
            <a:off x="9785355" y="2443630"/>
            <a:ext cx="354255" cy="357590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DD553D-CE43-427B-90C3-19C53406C171}"/>
              </a:ext>
            </a:extLst>
          </p:cNvPr>
          <p:cNvSpPr txBox="1"/>
          <p:nvPr/>
        </p:nvSpPr>
        <p:spPr>
          <a:xfrm>
            <a:off x="809625" y="1515062"/>
            <a:ext cx="3381001" cy="369332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Core Areas Covered: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39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5"/>
          <p:cNvSpPr txBox="1">
            <a:spLocks noGrp="1"/>
          </p:cNvSpPr>
          <p:nvPr>
            <p:ph type="title"/>
          </p:nvPr>
        </p:nvSpPr>
        <p:spPr>
          <a:xfrm>
            <a:off x="609600" y="546100"/>
            <a:ext cx="7467600" cy="45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dirty="0"/>
              <a:t>Project Timeline </a:t>
            </a:r>
            <a:endParaRPr lang="en-US" dirty="0">
              <a:effectLst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1064701" y="1515639"/>
            <a:ext cx="2536065" cy="817927"/>
          </a:xfrm>
          <a:custGeom>
            <a:avLst/>
            <a:gdLst/>
            <a:ahLst/>
            <a:cxnLst/>
            <a:rect l="l" t="t" r="r" b="b"/>
            <a:pathLst>
              <a:path w="22591" h="7286" extrusionOk="0">
                <a:moveTo>
                  <a:pt x="1" y="0"/>
                </a:moveTo>
                <a:lnTo>
                  <a:pt x="1" y="5307"/>
                </a:lnTo>
                <a:lnTo>
                  <a:pt x="11301" y="7285"/>
                </a:lnTo>
                <a:lnTo>
                  <a:pt x="22590" y="5307"/>
                </a:lnTo>
                <a:lnTo>
                  <a:pt x="22590" y="0"/>
                </a:lnTo>
                <a:lnTo>
                  <a:pt x="11301" y="1889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1064701" y="2289506"/>
            <a:ext cx="2536065" cy="817927"/>
          </a:xfrm>
          <a:custGeom>
            <a:avLst/>
            <a:gdLst/>
            <a:ahLst/>
            <a:cxnLst/>
            <a:rect l="l" t="t" r="r" b="b"/>
            <a:pathLst>
              <a:path w="22591" h="7286" extrusionOk="0">
                <a:moveTo>
                  <a:pt x="1" y="0"/>
                </a:moveTo>
                <a:lnTo>
                  <a:pt x="1" y="5307"/>
                </a:lnTo>
                <a:lnTo>
                  <a:pt x="11301" y="7285"/>
                </a:lnTo>
                <a:lnTo>
                  <a:pt x="22590" y="5307"/>
                </a:lnTo>
                <a:lnTo>
                  <a:pt x="22590" y="0"/>
                </a:lnTo>
                <a:lnTo>
                  <a:pt x="11301" y="1889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35"/>
          <p:cNvSpPr txBox="1"/>
          <p:nvPr/>
        </p:nvSpPr>
        <p:spPr>
          <a:xfrm>
            <a:off x="1064700" y="1713967"/>
            <a:ext cx="2536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Week 1</a:t>
            </a:r>
          </a:p>
          <a:p>
            <a:pPr algn="ctr"/>
            <a:endParaRPr sz="2267" dirty="0">
              <a:solidFill>
                <a:srgbClr val="FFFFFF"/>
              </a:solidFill>
              <a:latin typeface="Fira Sans Condensed Medium"/>
              <a:ea typeface="Fira Sans Condensed Medium"/>
              <a:cs typeface="Fira Sans Condensed Medium"/>
              <a:sym typeface="Fira Sans Condensed Medium"/>
            </a:endParaRPr>
          </a:p>
        </p:txBody>
      </p:sp>
      <p:sp>
        <p:nvSpPr>
          <p:cNvPr id="707" name="Google Shape;707;p35"/>
          <p:cNvSpPr txBox="1"/>
          <p:nvPr/>
        </p:nvSpPr>
        <p:spPr>
          <a:xfrm>
            <a:off x="3600700" y="1636401"/>
            <a:ext cx="3611400" cy="4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400" dirty="0"/>
              <a:t>1. Data </a:t>
            </a:r>
            <a:r>
              <a:rPr lang="en-US" sz="24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Collection</a:t>
            </a:r>
          </a:p>
        </p:txBody>
      </p:sp>
      <p:sp>
        <p:nvSpPr>
          <p:cNvPr id="708" name="Google Shape;708;p35"/>
          <p:cNvSpPr/>
          <p:nvPr/>
        </p:nvSpPr>
        <p:spPr>
          <a:xfrm>
            <a:off x="1064701" y="3067124"/>
            <a:ext cx="2536065" cy="819049"/>
          </a:xfrm>
          <a:custGeom>
            <a:avLst/>
            <a:gdLst/>
            <a:ahLst/>
            <a:cxnLst/>
            <a:rect l="l" t="t" r="r" b="b"/>
            <a:pathLst>
              <a:path w="22591" h="7296" extrusionOk="0">
                <a:moveTo>
                  <a:pt x="1" y="1"/>
                </a:moveTo>
                <a:lnTo>
                  <a:pt x="1" y="5317"/>
                </a:lnTo>
                <a:lnTo>
                  <a:pt x="11301" y="7295"/>
                </a:lnTo>
                <a:lnTo>
                  <a:pt x="22590" y="5317"/>
                </a:lnTo>
                <a:lnTo>
                  <a:pt x="22590" y="1"/>
                </a:lnTo>
                <a:lnTo>
                  <a:pt x="11301" y="1898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09" name="Google Shape;709;p35"/>
          <p:cNvSpPr/>
          <p:nvPr/>
        </p:nvSpPr>
        <p:spPr>
          <a:xfrm>
            <a:off x="1024086" y="3840990"/>
            <a:ext cx="2536065" cy="818937"/>
          </a:xfrm>
          <a:custGeom>
            <a:avLst/>
            <a:gdLst/>
            <a:ahLst/>
            <a:cxnLst/>
            <a:rect l="l" t="t" r="r" b="b"/>
            <a:pathLst>
              <a:path w="22591" h="7295" extrusionOk="0">
                <a:moveTo>
                  <a:pt x="1" y="0"/>
                </a:moveTo>
                <a:lnTo>
                  <a:pt x="1" y="5307"/>
                </a:lnTo>
                <a:lnTo>
                  <a:pt x="11301" y="7295"/>
                </a:lnTo>
                <a:lnTo>
                  <a:pt x="22590" y="5307"/>
                </a:lnTo>
                <a:lnTo>
                  <a:pt x="22590" y="0"/>
                </a:lnTo>
                <a:lnTo>
                  <a:pt x="11301" y="1888"/>
                </a:lnTo>
                <a:lnTo>
                  <a:pt x="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10" name="Google Shape;710;p35"/>
          <p:cNvSpPr/>
          <p:nvPr/>
        </p:nvSpPr>
        <p:spPr>
          <a:xfrm>
            <a:off x="1064701" y="4624490"/>
            <a:ext cx="2536065" cy="817927"/>
          </a:xfrm>
          <a:custGeom>
            <a:avLst/>
            <a:gdLst/>
            <a:ahLst/>
            <a:cxnLst/>
            <a:rect l="l" t="t" r="r" b="b"/>
            <a:pathLst>
              <a:path w="22591" h="7286" extrusionOk="0">
                <a:moveTo>
                  <a:pt x="1" y="1"/>
                </a:moveTo>
                <a:lnTo>
                  <a:pt x="1" y="5308"/>
                </a:lnTo>
                <a:lnTo>
                  <a:pt x="11301" y="7285"/>
                </a:lnTo>
                <a:lnTo>
                  <a:pt x="22590" y="5308"/>
                </a:lnTo>
                <a:lnTo>
                  <a:pt x="22590" y="1"/>
                </a:lnTo>
                <a:lnTo>
                  <a:pt x="11301" y="188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18" name="Google Shape;718;p35"/>
          <p:cNvSpPr/>
          <p:nvPr/>
        </p:nvSpPr>
        <p:spPr>
          <a:xfrm>
            <a:off x="1064701" y="5402106"/>
            <a:ext cx="2536065" cy="818937"/>
          </a:xfrm>
          <a:custGeom>
            <a:avLst/>
            <a:gdLst/>
            <a:ahLst/>
            <a:cxnLst/>
            <a:rect l="l" t="t" r="r" b="b"/>
            <a:pathLst>
              <a:path w="22591" h="7295" extrusionOk="0">
                <a:moveTo>
                  <a:pt x="1" y="0"/>
                </a:moveTo>
                <a:lnTo>
                  <a:pt x="1" y="5318"/>
                </a:lnTo>
                <a:lnTo>
                  <a:pt x="11301" y="7295"/>
                </a:lnTo>
                <a:lnTo>
                  <a:pt x="22590" y="5318"/>
                </a:lnTo>
                <a:lnTo>
                  <a:pt x="22590" y="0"/>
                </a:lnTo>
                <a:lnTo>
                  <a:pt x="11301" y="1899"/>
                </a:lnTo>
                <a:lnTo>
                  <a:pt x="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FB6BA-7160-70F5-4F3F-2687BE62B085}"/>
              </a:ext>
            </a:extLst>
          </p:cNvPr>
          <p:cNvSpPr txBox="1"/>
          <p:nvPr/>
        </p:nvSpPr>
        <p:spPr>
          <a:xfrm>
            <a:off x="3708360" y="2363574"/>
            <a:ext cx="2536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2. Data 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10429-3053-578D-A208-91CCF5E64C0D}"/>
              </a:ext>
            </a:extLst>
          </p:cNvPr>
          <p:cNvSpPr txBox="1"/>
          <p:nvPr/>
        </p:nvSpPr>
        <p:spPr>
          <a:xfrm>
            <a:off x="3698240" y="3223817"/>
            <a:ext cx="544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3. KPI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EE66B-F0DA-BC99-B4C7-109A199A8CB3}"/>
              </a:ext>
            </a:extLst>
          </p:cNvPr>
          <p:cNvSpPr txBox="1"/>
          <p:nvPr/>
        </p:nvSpPr>
        <p:spPr>
          <a:xfrm>
            <a:off x="3627244" y="396278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4. Dashboard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926776-3489-9728-3A9E-A4D539863FDC}"/>
              </a:ext>
            </a:extLst>
          </p:cNvPr>
          <p:cNvSpPr txBox="1"/>
          <p:nvPr/>
        </p:nvSpPr>
        <p:spPr>
          <a:xfrm>
            <a:off x="3600700" y="47221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5. Review &amp; Optimize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9E60A-1EA4-9254-6E21-6FA4920E344B}"/>
              </a:ext>
            </a:extLst>
          </p:cNvPr>
          <p:cNvSpPr txBox="1"/>
          <p:nvPr/>
        </p:nvSpPr>
        <p:spPr>
          <a:xfrm>
            <a:off x="3698240" y="55402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6. Presentation</a:t>
            </a:r>
          </a:p>
        </p:txBody>
      </p:sp>
      <p:sp>
        <p:nvSpPr>
          <p:cNvPr id="13" name="Google Shape;704;p35">
            <a:extLst>
              <a:ext uri="{FF2B5EF4-FFF2-40B4-BE49-F238E27FC236}">
                <a16:creationId xmlns:a16="http://schemas.microsoft.com/office/drawing/2014/main" id="{B58589A6-DDE8-5307-2D8C-6188420D050F}"/>
              </a:ext>
            </a:extLst>
          </p:cNvPr>
          <p:cNvSpPr txBox="1"/>
          <p:nvPr/>
        </p:nvSpPr>
        <p:spPr>
          <a:xfrm>
            <a:off x="1172360" y="2465245"/>
            <a:ext cx="2536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Week 2</a:t>
            </a:r>
          </a:p>
          <a:p>
            <a:pPr algn="ctr"/>
            <a:endParaRPr sz="2267" dirty="0">
              <a:solidFill>
                <a:srgbClr val="FFFFFF"/>
              </a:solidFill>
              <a:latin typeface="Fira Sans Condensed Medium"/>
              <a:ea typeface="Fira Sans Condensed Medium"/>
              <a:cs typeface="Fira Sans Condensed Medium"/>
              <a:sym typeface="Fira Sans Condensed Medium"/>
            </a:endParaRPr>
          </a:p>
        </p:txBody>
      </p:sp>
      <p:sp>
        <p:nvSpPr>
          <p:cNvPr id="14" name="Google Shape;704;p35">
            <a:extLst>
              <a:ext uri="{FF2B5EF4-FFF2-40B4-BE49-F238E27FC236}">
                <a16:creationId xmlns:a16="http://schemas.microsoft.com/office/drawing/2014/main" id="{00E1F759-4315-2D21-CB86-7B951D2A2B14}"/>
              </a:ext>
            </a:extLst>
          </p:cNvPr>
          <p:cNvSpPr txBox="1"/>
          <p:nvPr/>
        </p:nvSpPr>
        <p:spPr>
          <a:xfrm>
            <a:off x="1091244" y="3165963"/>
            <a:ext cx="2536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Week 3</a:t>
            </a:r>
          </a:p>
          <a:p>
            <a:pPr algn="ctr"/>
            <a:endParaRPr sz="2267" dirty="0">
              <a:solidFill>
                <a:srgbClr val="FFFFFF"/>
              </a:solidFill>
              <a:latin typeface="Fira Sans Condensed Medium"/>
              <a:ea typeface="Fira Sans Condensed Medium"/>
              <a:cs typeface="Fira Sans Condensed Medium"/>
              <a:sym typeface="Fira Sans Condensed Medium"/>
            </a:endParaRPr>
          </a:p>
        </p:txBody>
      </p:sp>
      <p:sp>
        <p:nvSpPr>
          <p:cNvPr id="15" name="Google Shape;704;p35">
            <a:extLst>
              <a:ext uri="{FF2B5EF4-FFF2-40B4-BE49-F238E27FC236}">
                <a16:creationId xmlns:a16="http://schemas.microsoft.com/office/drawing/2014/main" id="{DAC920F2-EDF0-56C8-0118-BFDC5DA4534A}"/>
              </a:ext>
            </a:extLst>
          </p:cNvPr>
          <p:cNvSpPr txBox="1"/>
          <p:nvPr/>
        </p:nvSpPr>
        <p:spPr>
          <a:xfrm>
            <a:off x="1158140" y="3978296"/>
            <a:ext cx="2536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Week 4</a:t>
            </a:r>
          </a:p>
          <a:p>
            <a:pPr algn="ctr"/>
            <a:endParaRPr sz="2267" dirty="0">
              <a:solidFill>
                <a:srgbClr val="FFFFFF"/>
              </a:solidFill>
              <a:latin typeface="Fira Sans Condensed Medium"/>
              <a:ea typeface="Fira Sans Condensed Medium"/>
              <a:cs typeface="Fira Sans Condensed Medium"/>
              <a:sym typeface="Fira Sans Condensed Medium"/>
            </a:endParaRPr>
          </a:p>
        </p:txBody>
      </p:sp>
      <p:sp>
        <p:nvSpPr>
          <p:cNvPr id="16" name="Google Shape;704;p35">
            <a:extLst>
              <a:ext uri="{FF2B5EF4-FFF2-40B4-BE49-F238E27FC236}">
                <a16:creationId xmlns:a16="http://schemas.microsoft.com/office/drawing/2014/main" id="{6D4A1A02-E439-0950-7D99-1A58CEBD9E6D}"/>
              </a:ext>
            </a:extLst>
          </p:cNvPr>
          <p:cNvSpPr txBox="1"/>
          <p:nvPr/>
        </p:nvSpPr>
        <p:spPr>
          <a:xfrm>
            <a:off x="1064700" y="4797461"/>
            <a:ext cx="2536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Week 5</a:t>
            </a:r>
          </a:p>
          <a:p>
            <a:pPr algn="ctr"/>
            <a:endParaRPr sz="2267" dirty="0">
              <a:solidFill>
                <a:srgbClr val="FFFFFF"/>
              </a:solidFill>
              <a:latin typeface="Fira Sans Condensed Medium"/>
              <a:ea typeface="Fira Sans Condensed Medium"/>
              <a:cs typeface="Fira Sans Condensed Medium"/>
              <a:sym typeface="Fira Sans Condensed Medium"/>
            </a:endParaRPr>
          </a:p>
        </p:txBody>
      </p:sp>
      <p:sp>
        <p:nvSpPr>
          <p:cNvPr id="17" name="Google Shape;704;p35">
            <a:extLst>
              <a:ext uri="{FF2B5EF4-FFF2-40B4-BE49-F238E27FC236}">
                <a16:creationId xmlns:a16="http://schemas.microsoft.com/office/drawing/2014/main" id="{85522D3C-E05B-3907-907E-1279158C9031}"/>
              </a:ext>
            </a:extLst>
          </p:cNvPr>
          <p:cNvSpPr txBox="1"/>
          <p:nvPr/>
        </p:nvSpPr>
        <p:spPr>
          <a:xfrm>
            <a:off x="1129760" y="5601681"/>
            <a:ext cx="2536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Week 6</a:t>
            </a:r>
          </a:p>
          <a:p>
            <a:pPr algn="ctr"/>
            <a:endParaRPr sz="2267" dirty="0">
              <a:solidFill>
                <a:srgbClr val="FFFFFF"/>
              </a:solidFill>
              <a:latin typeface="Fira Sans Condensed Medium"/>
              <a:ea typeface="Fira Sans Condensed Medium"/>
              <a:cs typeface="Fira Sans Condensed Medium"/>
              <a:sym typeface="Fira Sans Condensed Medium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0F738C9-5457-DCCB-E513-A158661AAAC2}"/>
              </a:ext>
            </a:extLst>
          </p:cNvPr>
          <p:cNvSpPr/>
          <p:nvPr/>
        </p:nvSpPr>
        <p:spPr>
          <a:xfrm rot="10800000">
            <a:off x="8093964" y="2551933"/>
            <a:ext cx="2950626" cy="2621708"/>
          </a:xfrm>
          <a:custGeom>
            <a:avLst/>
            <a:gdLst>
              <a:gd name="connsiteX0" fmla="*/ 2911660 w 6299884"/>
              <a:gd name="connsiteY0" fmla="*/ 5008195 h 5597613"/>
              <a:gd name="connsiteX1" fmla="*/ 2911631 w 6299884"/>
              <a:gd name="connsiteY1" fmla="*/ 5008211 h 5597613"/>
              <a:gd name="connsiteX2" fmla="*/ 2772738 w 6299884"/>
              <a:gd name="connsiteY2" fmla="*/ 5065167 h 5597613"/>
              <a:gd name="connsiteX3" fmla="*/ 2766573 w 6299884"/>
              <a:gd name="connsiteY3" fmla="*/ 5067451 h 5597613"/>
              <a:gd name="connsiteX4" fmla="*/ 2774805 w 6299884"/>
              <a:gd name="connsiteY4" fmla="*/ 5069072 h 5597613"/>
              <a:gd name="connsiteX5" fmla="*/ 2803007 w 6299884"/>
              <a:gd name="connsiteY5" fmla="*/ 5091776 h 5597613"/>
              <a:gd name="connsiteX6" fmla="*/ 2811114 w 6299884"/>
              <a:gd name="connsiteY6" fmla="*/ 5095583 h 5597613"/>
              <a:gd name="connsiteX7" fmla="*/ 2815976 w 6299884"/>
              <a:gd name="connsiteY7" fmla="*/ 5087687 h 5597613"/>
              <a:gd name="connsiteX8" fmla="*/ 2816367 w 6299884"/>
              <a:gd name="connsiteY8" fmla="*/ 5080019 h 5597613"/>
              <a:gd name="connsiteX9" fmla="*/ 2830326 w 6299884"/>
              <a:gd name="connsiteY9" fmla="*/ 5059527 h 5597613"/>
              <a:gd name="connsiteX10" fmla="*/ 2844176 w 6299884"/>
              <a:gd name="connsiteY10" fmla="*/ 5062253 h 5597613"/>
              <a:gd name="connsiteX11" fmla="*/ 2853470 w 6299884"/>
              <a:gd name="connsiteY11" fmla="*/ 5045823 h 5597613"/>
              <a:gd name="connsiteX12" fmla="*/ 2874910 w 6299884"/>
              <a:gd name="connsiteY12" fmla="*/ 5032337 h 5597613"/>
              <a:gd name="connsiteX13" fmla="*/ 2897744 w 6299884"/>
              <a:gd name="connsiteY13" fmla="*/ 5020578 h 5597613"/>
              <a:gd name="connsiteX14" fmla="*/ 2923310 w 6299884"/>
              <a:gd name="connsiteY14" fmla="*/ 5019845 h 5597613"/>
              <a:gd name="connsiteX15" fmla="*/ 1631204 w 6299884"/>
              <a:gd name="connsiteY15" fmla="*/ 4611320 h 5597613"/>
              <a:gd name="connsiteX16" fmla="*/ 1618641 w 6299884"/>
              <a:gd name="connsiteY16" fmla="*/ 4619460 h 5597613"/>
              <a:gd name="connsiteX17" fmla="*/ 1599124 w 6299884"/>
              <a:gd name="connsiteY17" fmla="*/ 4635750 h 5597613"/>
              <a:gd name="connsiteX18" fmla="*/ 1625120 w 6299884"/>
              <a:gd name="connsiteY18" fmla="*/ 4635189 h 5597613"/>
              <a:gd name="connsiteX19" fmla="*/ 1639336 w 6299884"/>
              <a:gd name="connsiteY19" fmla="*/ 4632890 h 5597613"/>
              <a:gd name="connsiteX20" fmla="*/ 1635641 w 6299884"/>
              <a:gd name="connsiteY20" fmla="*/ 4616367 h 5597613"/>
              <a:gd name="connsiteX21" fmla="*/ 3380095 w 6299884"/>
              <a:gd name="connsiteY21" fmla="*/ 4479398 h 5597613"/>
              <a:gd name="connsiteX22" fmla="*/ 3278519 w 6299884"/>
              <a:gd name="connsiteY22" fmla="*/ 4531434 h 5597613"/>
              <a:gd name="connsiteX23" fmla="*/ 2996632 w 6299884"/>
              <a:gd name="connsiteY23" fmla="*/ 4661872 h 5597613"/>
              <a:gd name="connsiteX24" fmla="*/ 2857161 w 6299884"/>
              <a:gd name="connsiteY24" fmla="*/ 4716858 h 5597613"/>
              <a:gd name="connsiteX25" fmla="*/ 2901647 w 6299884"/>
              <a:gd name="connsiteY25" fmla="*/ 4761344 h 5597613"/>
              <a:gd name="connsiteX26" fmla="*/ 2905967 w 6299884"/>
              <a:gd name="connsiteY26" fmla="*/ 4760124 h 5597613"/>
              <a:gd name="connsiteX27" fmla="*/ 2991433 w 6299884"/>
              <a:gd name="connsiteY27" fmla="*/ 4710299 h 5597613"/>
              <a:gd name="connsiteX28" fmla="*/ 3026726 w 6299884"/>
              <a:gd name="connsiteY28" fmla="*/ 4693764 h 5597613"/>
              <a:gd name="connsiteX29" fmla="*/ 3039425 w 6299884"/>
              <a:gd name="connsiteY29" fmla="*/ 4690851 h 5597613"/>
              <a:gd name="connsiteX30" fmla="*/ 3039074 w 6299884"/>
              <a:gd name="connsiteY30" fmla="*/ 4689378 h 5597613"/>
              <a:gd name="connsiteX31" fmla="*/ 3043544 w 6299884"/>
              <a:gd name="connsiteY31" fmla="*/ 4689906 h 5597613"/>
              <a:gd name="connsiteX32" fmla="*/ 3067678 w 6299884"/>
              <a:gd name="connsiteY32" fmla="*/ 4684372 h 5597613"/>
              <a:gd name="connsiteX33" fmla="*/ 3106033 w 6299884"/>
              <a:gd name="connsiteY33" fmla="*/ 4664824 h 5597613"/>
              <a:gd name="connsiteX34" fmla="*/ 3175240 w 6299884"/>
              <a:gd name="connsiteY34" fmla="*/ 4629461 h 5597613"/>
              <a:gd name="connsiteX35" fmla="*/ 3282264 w 6299884"/>
              <a:gd name="connsiteY35" fmla="*/ 4579169 h 5597613"/>
              <a:gd name="connsiteX36" fmla="*/ 3338848 w 6299884"/>
              <a:gd name="connsiteY36" fmla="*/ 4550523 h 5597613"/>
              <a:gd name="connsiteX37" fmla="*/ 3337945 w 6299884"/>
              <a:gd name="connsiteY37" fmla="*/ 4541263 h 5597613"/>
              <a:gd name="connsiteX38" fmla="*/ 3341313 w 6299884"/>
              <a:gd name="connsiteY38" fmla="*/ 4532519 h 5597613"/>
              <a:gd name="connsiteX39" fmla="*/ 3354685 w 6299884"/>
              <a:gd name="connsiteY39" fmla="*/ 4523531 h 5597613"/>
              <a:gd name="connsiteX40" fmla="*/ 3349075 w 6299884"/>
              <a:gd name="connsiteY40" fmla="*/ 4506934 h 5597613"/>
              <a:gd name="connsiteX41" fmla="*/ 3361468 w 6299884"/>
              <a:gd name="connsiteY41" fmla="*/ 4517121 h 5597613"/>
              <a:gd name="connsiteX42" fmla="*/ 3361234 w 6299884"/>
              <a:gd name="connsiteY42" fmla="*/ 4530355 h 5597613"/>
              <a:gd name="connsiteX43" fmla="*/ 3355560 w 6299884"/>
              <a:gd name="connsiteY43" fmla="*/ 4542168 h 5597613"/>
              <a:gd name="connsiteX44" fmla="*/ 3373976 w 6299884"/>
              <a:gd name="connsiteY44" fmla="*/ 4533105 h 5597613"/>
              <a:gd name="connsiteX45" fmla="*/ 3376824 w 6299884"/>
              <a:gd name="connsiteY45" fmla="*/ 4523463 h 5597613"/>
              <a:gd name="connsiteX46" fmla="*/ 3376995 w 6299884"/>
              <a:gd name="connsiteY46" fmla="*/ 4514091 h 5597613"/>
              <a:gd name="connsiteX47" fmla="*/ 3382443 w 6299884"/>
              <a:gd name="connsiteY47" fmla="*/ 4494690 h 5597613"/>
              <a:gd name="connsiteX48" fmla="*/ 3382198 w 6299884"/>
              <a:gd name="connsiteY48" fmla="*/ 4487449 h 5597613"/>
              <a:gd name="connsiteX49" fmla="*/ 3401642 w 6299884"/>
              <a:gd name="connsiteY49" fmla="*/ 4468361 h 5597613"/>
              <a:gd name="connsiteX50" fmla="*/ 3386620 w 6299884"/>
              <a:gd name="connsiteY50" fmla="*/ 4476056 h 5597613"/>
              <a:gd name="connsiteX51" fmla="*/ 3393329 w 6299884"/>
              <a:gd name="connsiteY51" fmla="*/ 4477190 h 5597613"/>
              <a:gd name="connsiteX52" fmla="*/ 3400003 w 6299884"/>
              <a:gd name="connsiteY52" fmla="*/ 4469926 h 5597613"/>
              <a:gd name="connsiteX53" fmla="*/ 642218 w 6299884"/>
              <a:gd name="connsiteY53" fmla="*/ 4435193 h 5597613"/>
              <a:gd name="connsiteX54" fmla="*/ 634683 w 6299884"/>
              <a:gd name="connsiteY54" fmla="*/ 4441918 h 5597613"/>
              <a:gd name="connsiteX55" fmla="*/ 599661 w 6299884"/>
              <a:gd name="connsiteY55" fmla="*/ 4458542 h 5597613"/>
              <a:gd name="connsiteX56" fmla="*/ 582938 w 6299884"/>
              <a:gd name="connsiteY56" fmla="*/ 4461109 h 5597613"/>
              <a:gd name="connsiteX57" fmla="*/ 581165 w 6299884"/>
              <a:gd name="connsiteY57" fmla="*/ 4464605 h 5597613"/>
              <a:gd name="connsiteX58" fmla="*/ 587933 w 6299884"/>
              <a:gd name="connsiteY58" fmla="*/ 4463110 h 5597613"/>
              <a:gd name="connsiteX59" fmla="*/ 604447 w 6299884"/>
              <a:gd name="connsiteY59" fmla="*/ 4462414 h 5597613"/>
              <a:gd name="connsiteX60" fmla="*/ 628435 w 6299884"/>
              <a:gd name="connsiteY60" fmla="*/ 4489532 h 5597613"/>
              <a:gd name="connsiteX61" fmla="*/ 635789 w 6299884"/>
              <a:gd name="connsiteY61" fmla="*/ 4494648 h 5597613"/>
              <a:gd name="connsiteX62" fmla="*/ 641906 w 6299884"/>
              <a:gd name="connsiteY62" fmla="*/ 4487680 h 5597613"/>
              <a:gd name="connsiteX63" fmla="*/ 643580 w 6299884"/>
              <a:gd name="connsiteY63" fmla="*/ 4480186 h 5597613"/>
              <a:gd name="connsiteX64" fmla="*/ 652508 w 6299884"/>
              <a:gd name="connsiteY64" fmla="*/ 4470918 h 5597613"/>
              <a:gd name="connsiteX65" fmla="*/ 652126 w 6299884"/>
              <a:gd name="connsiteY65" fmla="*/ 4470870 h 5597613"/>
              <a:gd name="connsiteX66" fmla="*/ 650995 w 6299884"/>
              <a:gd name="connsiteY66" fmla="*/ 4463812 h 5597613"/>
              <a:gd name="connsiteX67" fmla="*/ 653588 w 6299884"/>
              <a:gd name="connsiteY67" fmla="*/ 4453690 h 5597613"/>
              <a:gd name="connsiteX68" fmla="*/ 650956 w 6299884"/>
              <a:gd name="connsiteY68" fmla="*/ 4435676 h 5597613"/>
              <a:gd name="connsiteX69" fmla="*/ 642218 w 6299884"/>
              <a:gd name="connsiteY69" fmla="*/ 4435193 h 5597613"/>
              <a:gd name="connsiteX70" fmla="*/ 871204 w 6299884"/>
              <a:gd name="connsiteY70" fmla="*/ 4105209 h 5597613"/>
              <a:gd name="connsiteX71" fmla="*/ 870353 w 6299884"/>
              <a:gd name="connsiteY71" fmla="*/ 4105303 h 5597613"/>
              <a:gd name="connsiteX72" fmla="*/ 870440 w 6299884"/>
              <a:gd name="connsiteY72" fmla="*/ 4106412 h 5597613"/>
              <a:gd name="connsiteX73" fmla="*/ 2394397 w 6299884"/>
              <a:gd name="connsiteY73" fmla="*/ 4102588 h 5597613"/>
              <a:gd name="connsiteX74" fmla="*/ 2282036 w 6299884"/>
              <a:gd name="connsiteY74" fmla="*/ 4141733 h 5597613"/>
              <a:gd name="connsiteX75" fmla="*/ 2309239 w 6299884"/>
              <a:gd name="connsiteY75" fmla="*/ 4168936 h 5597613"/>
              <a:gd name="connsiteX76" fmla="*/ 2322233 w 6299884"/>
              <a:gd name="connsiteY76" fmla="*/ 4157657 h 5597613"/>
              <a:gd name="connsiteX77" fmla="*/ 2350442 w 6299884"/>
              <a:gd name="connsiteY77" fmla="*/ 4139719 h 5597613"/>
              <a:gd name="connsiteX78" fmla="*/ 2391646 w 6299884"/>
              <a:gd name="connsiteY78" fmla="*/ 4107721 h 5597613"/>
              <a:gd name="connsiteX79" fmla="*/ 2447480 w 6299884"/>
              <a:gd name="connsiteY79" fmla="*/ 4084095 h 5597613"/>
              <a:gd name="connsiteX80" fmla="*/ 2437026 w 6299884"/>
              <a:gd name="connsiteY80" fmla="*/ 4087735 h 5597613"/>
              <a:gd name="connsiteX81" fmla="*/ 2442327 w 6299884"/>
              <a:gd name="connsiteY81" fmla="*/ 4087597 h 5597613"/>
              <a:gd name="connsiteX82" fmla="*/ 785949 w 6299884"/>
              <a:gd name="connsiteY82" fmla="*/ 4019324 h 5597613"/>
              <a:gd name="connsiteX83" fmla="*/ 785637 w 6299884"/>
              <a:gd name="connsiteY83" fmla="*/ 4020997 h 5597613"/>
              <a:gd name="connsiteX84" fmla="*/ 787559 w 6299884"/>
              <a:gd name="connsiteY84" fmla="*/ 4021144 h 5597613"/>
              <a:gd name="connsiteX85" fmla="*/ 806374 w 6299884"/>
              <a:gd name="connsiteY85" fmla="*/ 4009785 h 5597613"/>
              <a:gd name="connsiteX86" fmla="*/ 800008 w 6299884"/>
              <a:gd name="connsiteY86" fmla="*/ 4021813 h 5597613"/>
              <a:gd name="connsiteX87" fmla="*/ 799943 w 6299884"/>
              <a:gd name="connsiteY87" fmla="*/ 4022095 h 5597613"/>
              <a:gd name="connsiteX88" fmla="*/ 800927 w 6299884"/>
              <a:gd name="connsiteY88" fmla="*/ 4022170 h 5597613"/>
              <a:gd name="connsiteX89" fmla="*/ 815299 w 6299884"/>
              <a:gd name="connsiteY89" fmla="*/ 4021275 h 5597613"/>
              <a:gd name="connsiteX90" fmla="*/ 814123 w 6299884"/>
              <a:gd name="connsiteY90" fmla="*/ 4011665 h 5597613"/>
              <a:gd name="connsiteX91" fmla="*/ 2680693 w 6299884"/>
              <a:gd name="connsiteY91" fmla="*/ 3992632 h 5597613"/>
              <a:gd name="connsiteX92" fmla="*/ 2484561 w 6299884"/>
              <a:gd name="connsiteY92" fmla="*/ 4069899 h 5597613"/>
              <a:gd name="connsiteX93" fmla="*/ 2484728 w 6299884"/>
              <a:gd name="connsiteY93" fmla="*/ 4069913 h 5597613"/>
              <a:gd name="connsiteX94" fmla="*/ 2541369 w 6299884"/>
              <a:gd name="connsiteY94" fmla="*/ 4065536 h 5597613"/>
              <a:gd name="connsiteX95" fmla="*/ 2578029 w 6299884"/>
              <a:gd name="connsiteY95" fmla="*/ 4043494 h 5597613"/>
              <a:gd name="connsiteX96" fmla="*/ 2589016 w 6299884"/>
              <a:gd name="connsiteY96" fmla="*/ 4030638 h 5597613"/>
              <a:gd name="connsiteX97" fmla="*/ 2618581 w 6299884"/>
              <a:gd name="connsiteY97" fmla="*/ 4017548 h 5597613"/>
              <a:gd name="connsiteX98" fmla="*/ 2640373 w 6299884"/>
              <a:gd name="connsiteY98" fmla="*/ 4020066 h 5597613"/>
              <a:gd name="connsiteX99" fmla="*/ 2657114 w 6299884"/>
              <a:gd name="connsiteY99" fmla="*/ 4019372 h 5597613"/>
              <a:gd name="connsiteX100" fmla="*/ 2673375 w 6299884"/>
              <a:gd name="connsiteY100" fmla="*/ 4004910 h 5597613"/>
              <a:gd name="connsiteX101" fmla="*/ 4883241 w 6299884"/>
              <a:gd name="connsiteY101" fmla="*/ 3978611 h 5597613"/>
              <a:gd name="connsiteX102" fmla="*/ 3182929 w 6299884"/>
              <a:gd name="connsiteY102" fmla="*/ 5042626 h 5597613"/>
              <a:gd name="connsiteX103" fmla="*/ 3501077 w 6299884"/>
              <a:gd name="connsiteY103" fmla="*/ 5360774 h 5597613"/>
              <a:gd name="connsiteX104" fmla="*/ 4609045 w 6299884"/>
              <a:gd name="connsiteY104" fmla="*/ 3749153 h 5597613"/>
              <a:gd name="connsiteX105" fmla="*/ 4604042 w 6299884"/>
              <a:gd name="connsiteY105" fmla="*/ 3750065 h 5597613"/>
              <a:gd name="connsiteX106" fmla="*/ 4580673 w 6299884"/>
              <a:gd name="connsiteY106" fmla="*/ 3765679 h 5597613"/>
              <a:gd name="connsiteX107" fmla="*/ 4072270 w 6299884"/>
              <a:gd name="connsiteY107" fmla="*/ 4090108 h 5597613"/>
              <a:gd name="connsiteX108" fmla="*/ 3594529 w 6299884"/>
              <a:gd name="connsiteY108" fmla="*/ 4369546 h 5597613"/>
              <a:gd name="connsiteX109" fmla="*/ 3450626 w 6299884"/>
              <a:gd name="connsiteY109" fmla="*/ 4443266 h 5597613"/>
              <a:gd name="connsiteX110" fmla="*/ 3482659 w 6299884"/>
              <a:gd name="connsiteY110" fmla="*/ 4434736 h 5597613"/>
              <a:gd name="connsiteX111" fmla="*/ 3492700 w 6299884"/>
              <a:gd name="connsiteY111" fmla="*/ 4442800 h 5597613"/>
              <a:gd name="connsiteX112" fmla="*/ 3489150 w 6299884"/>
              <a:gd name="connsiteY112" fmla="*/ 4458147 h 5597613"/>
              <a:gd name="connsiteX113" fmla="*/ 3482843 w 6299884"/>
              <a:gd name="connsiteY113" fmla="*/ 4476272 h 5597613"/>
              <a:gd name="connsiteX114" fmla="*/ 3529216 w 6299884"/>
              <a:gd name="connsiteY114" fmla="*/ 4420108 h 5597613"/>
              <a:gd name="connsiteX115" fmla="*/ 3535363 w 6299884"/>
              <a:gd name="connsiteY115" fmla="*/ 4414125 h 5597613"/>
              <a:gd name="connsiteX116" fmla="*/ 3544963 w 6299884"/>
              <a:gd name="connsiteY116" fmla="*/ 4418782 h 5597613"/>
              <a:gd name="connsiteX117" fmla="*/ 3546273 w 6299884"/>
              <a:gd name="connsiteY117" fmla="*/ 4426232 h 5597613"/>
              <a:gd name="connsiteX118" fmla="*/ 3545504 w 6299884"/>
              <a:gd name="connsiteY118" fmla="*/ 4443681 h 5597613"/>
              <a:gd name="connsiteX119" fmla="*/ 3560374 w 6299884"/>
              <a:gd name="connsiteY119" fmla="*/ 4434993 h 5597613"/>
              <a:gd name="connsiteX120" fmla="*/ 3566767 w 6299884"/>
              <a:gd name="connsiteY120" fmla="*/ 4431473 h 5597613"/>
              <a:gd name="connsiteX121" fmla="*/ 3564800 w 6299884"/>
              <a:gd name="connsiteY121" fmla="*/ 4421647 h 5597613"/>
              <a:gd name="connsiteX122" fmla="*/ 3577915 w 6299884"/>
              <a:gd name="connsiteY122" fmla="*/ 4408667 h 5597613"/>
              <a:gd name="connsiteX123" fmla="*/ 3594458 w 6299884"/>
              <a:gd name="connsiteY123" fmla="*/ 4394771 h 5597613"/>
              <a:gd name="connsiteX124" fmla="*/ 3644394 w 6299884"/>
              <a:gd name="connsiteY124" fmla="*/ 4374166 h 5597613"/>
              <a:gd name="connsiteX125" fmla="*/ 3654570 w 6299884"/>
              <a:gd name="connsiteY125" fmla="*/ 4364549 h 5597613"/>
              <a:gd name="connsiteX126" fmla="*/ 3669607 w 6299884"/>
              <a:gd name="connsiteY126" fmla="*/ 4347036 h 5597613"/>
              <a:gd name="connsiteX127" fmla="*/ 3695983 w 6299884"/>
              <a:gd name="connsiteY127" fmla="*/ 4342268 h 5597613"/>
              <a:gd name="connsiteX128" fmla="*/ 3710849 w 6299884"/>
              <a:gd name="connsiteY128" fmla="*/ 4334129 h 5597613"/>
              <a:gd name="connsiteX129" fmla="*/ 3718894 w 6299884"/>
              <a:gd name="connsiteY129" fmla="*/ 4324091 h 5597613"/>
              <a:gd name="connsiteX130" fmla="*/ 3722482 w 6299884"/>
              <a:gd name="connsiteY130" fmla="*/ 4317051 h 5597613"/>
              <a:gd name="connsiteX131" fmla="*/ 3730172 w 6299884"/>
              <a:gd name="connsiteY131" fmla="*/ 4322992 h 5597613"/>
              <a:gd name="connsiteX132" fmla="*/ 3731287 w 6299884"/>
              <a:gd name="connsiteY132" fmla="*/ 4334278 h 5597613"/>
              <a:gd name="connsiteX133" fmla="*/ 3735737 w 6299884"/>
              <a:gd name="connsiteY133" fmla="*/ 4340230 h 5597613"/>
              <a:gd name="connsiteX134" fmla="*/ 3770579 w 6299884"/>
              <a:gd name="connsiteY134" fmla="*/ 4316985 h 5597613"/>
              <a:gd name="connsiteX135" fmla="*/ 3769901 w 6299884"/>
              <a:gd name="connsiteY135" fmla="*/ 4316772 h 5597613"/>
              <a:gd name="connsiteX136" fmla="*/ 3763528 w 6299884"/>
              <a:gd name="connsiteY136" fmla="*/ 4307978 h 5597613"/>
              <a:gd name="connsiteX137" fmla="*/ 3767765 w 6299884"/>
              <a:gd name="connsiteY137" fmla="*/ 4303279 h 5597613"/>
              <a:gd name="connsiteX138" fmla="*/ 3777941 w 6299884"/>
              <a:gd name="connsiteY138" fmla="*/ 4293661 h 5597613"/>
              <a:gd name="connsiteX139" fmla="*/ 3799137 w 6299884"/>
              <a:gd name="connsiteY139" fmla="*/ 4272935 h 5597613"/>
              <a:gd name="connsiteX140" fmla="*/ 3811676 w 6299884"/>
              <a:gd name="connsiteY140" fmla="*/ 4268209 h 5597613"/>
              <a:gd name="connsiteX141" fmla="*/ 3828048 w 6299884"/>
              <a:gd name="connsiteY141" fmla="*/ 4263685 h 5597613"/>
              <a:gd name="connsiteX142" fmla="*/ 3837820 w 6299884"/>
              <a:gd name="connsiteY142" fmla="*/ 4258969 h 5597613"/>
              <a:gd name="connsiteX143" fmla="*/ 3846085 w 6299884"/>
              <a:gd name="connsiteY143" fmla="*/ 4250636 h 5597613"/>
              <a:gd name="connsiteX144" fmla="*/ 3858037 w 6299884"/>
              <a:gd name="connsiteY144" fmla="*/ 4257415 h 5597613"/>
              <a:gd name="connsiteX145" fmla="*/ 3871311 w 6299884"/>
              <a:gd name="connsiteY145" fmla="*/ 4226275 h 5597613"/>
              <a:gd name="connsiteX146" fmla="*/ 3872192 w 6299884"/>
              <a:gd name="connsiteY146" fmla="*/ 4233089 h 5597613"/>
              <a:gd name="connsiteX147" fmla="*/ 3890107 w 6299884"/>
              <a:gd name="connsiteY147" fmla="*/ 4240488 h 5597613"/>
              <a:gd name="connsiteX148" fmla="*/ 3910484 w 6299884"/>
              <a:gd name="connsiteY148" fmla="*/ 4226792 h 5597613"/>
              <a:gd name="connsiteX149" fmla="*/ 3948554 w 6299884"/>
              <a:gd name="connsiteY149" fmla="*/ 4218793 h 5597613"/>
              <a:gd name="connsiteX150" fmla="*/ 3949707 w 6299884"/>
              <a:gd name="connsiteY150" fmla="*/ 4218433 h 5597613"/>
              <a:gd name="connsiteX151" fmla="*/ 3958349 w 6299884"/>
              <a:gd name="connsiteY151" fmla="*/ 4213080 h 5597613"/>
              <a:gd name="connsiteX152" fmla="*/ 3958718 w 6299884"/>
              <a:gd name="connsiteY152" fmla="*/ 4206407 h 5597613"/>
              <a:gd name="connsiteX153" fmla="*/ 3967362 w 6299884"/>
              <a:gd name="connsiteY153" fmla="*/ 4187635 h 5597613"/>
              <a:gd name="connsiteX154" fmla="*/ 3984138 w 6299884"/>
              <a:gd name="connsiteY154" fmla="*/ 4178211 h 5597613"/>
              <a:gd name="connsiteX155" fmla="*/ 3995416 w 6299884"/>
              <a:gd name="connsiteY155" fmla="*/ 4177110 h 5597613"/>
              <a:gd name="connsiteX156" fmla="*/ 3998821 w 6299884"/>
              <a:gd name="connsiteY156" fmla="*/ 4176674 h 5597613"/>
              <a:gd name="connsiteX157" fmla="*/ 4021084 w 6299884"/>
              <a:gd name="connsiteY157" fmla="*/ 4156157 h 5597613"/>
              <a:gd name="connsiteX158" fmla="*/ 4039082 w 6299884"/>
              <a:gd name="connsiteY158" fmla="*/ 4134800 h 5597613"/>
              <a:gd name="connsiteX159" fmla="*/ 4046307 w 6299884"/>
              <a:gd name="connsiteY159" fmla="*/ 4131797 h 5597613"/>
              <a:gd name="connsiteX160" fmla="*/ 4057144 w 6299884"/>
              <a:gd name="connsiteY160" fmla="*/ 4127289 h 5597613"/>
              <a:gd name="connsiteX161" fmla="*/ 4081279 w 6299884"/>
              <a:gd name="connsiteY161" fmla="*/ 4097181 h 5597613"/>
              <a:gd name="connsiteX162" fmla="*/ 4095728 w 6299884"/>
              <a:gd name="connsiteY162" fmla="*/ 4091171 h 5597613"/>
              <a:gd name="connsiteX163" fmla="*/ 4106382 w 6299884"/>
              <a:gd name="connsiteY163" fmla="*/ 4093269 h 5597613"/>
              <a:gd name="connsiteX164" fmla="*/ 4115125 w 6299884"/>
              <a:gd name="connsiteY164" fmla="*/ 4096649 h 5597613"/>
              <a:gd name="connsiteX165" fmla="*/ 4143388 w 6299884"/>
              <a:gd name="connsiteY165" fmla="*/ 4085059 h 5597613"/>
              <a:gd name="connsiteX166" fmla="*/ 4143326 w 6299884"/>
              <a:gd name="connsiteY166" fmla="*/ 4071214 h 5597613"/>
              <a:gd name="connsiteX167" fmla="*/ 4139223 w 6299884"/>
              <a:gd name="connsiteY167" fmla="*/ 4058233 h 5597613"/>
              <a:gd name="connsiteX168" fmla="*/ 4154371 w 6299884"/>
              <a:gd name="connsiteY168" fmla="*/ 4065642 h 5597613"/>
              <a:gd name="connsiteX169" fmla="*/ 4167529 w 6299884"/>
              <a:gd name="connsiteY169" fmla="*/ 4062352 h 5597613"/>
              <a:gd name="connsiteX170" fmla="*/ 4178417 w 6299884"/>
              <a:gd name="connsiteY170" fmla="*/ 4071325 h 5597613"/>
              <a:gd name="connsiteX171" fmla="*/ 4178759 w 6299884"/>
              <a:gd name="connsiteY171" fmla="*/ 4071055 h 5597613"/>
              <a:gd name="connsiteX172" fmla="*/ 4181424 w 6299884"/>
              <a:gd name="connsiteY172" fmla="*/ 4057410 h 5597613"/>
              <a:gd name="connsiteX173" fmla="*/ 4192834 w 6299884"/>
              <a:gd name="connsiteY173" fmla="*/ 4049973 h 5597613"/>
              <a:gd name="connsiteX174" fmla="*/ 4201308 w 6299884"/>
              <a:gd name="connsiteY174" fmla="*/ 4040574 h 5597613"/>
              <a:gd name="connsiteX175" fmla="*/ 4221512 w 6299884"/>
              <a:gd name="connsiteY175" fmla="*/ 4036252 h 5597613"/>
              <a:gd name="connsiteX176" fmla="*/ 4223475 w 6299884"/>
              <a:gd name="connsiteY176" fmla="*/ 4037108 h 5597613"/>
              <a:gd name="connsiteX177" fmla="*/ 4227974 w 6299884"/>
              <a:gd name="connsiteY177" fmla="*/ 4034029 h 5597613"/>
              <a:gd name="connsiteX178" fmla="*/ 4228101 w 6299884"/>
              <a:gd name="connsiteY178" fmla="*/ 4033674 h 5597613"/>
              <a:gd name="connsiteX179" fmla="*/ 4240185 w 6299884"/>
              <a:gd name="connsiteY179" fmla="*/ 4022775 h 5597613"/>
              <a:gd name="connsiteX180" fmla="*/ 4239245 w 6299884"/>
              <a:gd name="connsiteY180" fmla="*/ 4026315 h 5597613"/>
              <a:gd name="connsiteX181" fmla="*/ 4257323 w 6299884"/>
              <a:gd name="connsiteY181" fmla="*/ 4013942 h 5597613"/>
              <a:gd name="connsiteX182" fmla="*/ 4260537 w 6299884"/>
              <a:gd name="connsiteY182" fmla="*/ 4003541 h 5597613"/>
              <a:gd name="connsiteX183" fmla="*/ 4275170 w 6299884"/>
              <a:gd name="connsiteY183" fmla="*/ 3990928 h 5597613"/>
              <a:gd name="connsiteX184" fmla="*/ 4293221 w 6299884"/>
              <a:gd name="connsiteY184" fmla="*/ 3980648 h 5597613"/>
              <a:gd name="connsiteX185" fmla="*/ 4313829 w 6299884"/>
              <a:gd name="connsiteY185" fmla="*/ 3971424 h 5597613"/>
              <a:gd name="connsiteX186" fmla="*/ 4320774 w 6299884"/>
              <a:gd name="connsiteY186" fmla="*/ 3970007 h 5597613"/>
              <a:gd name="connsiteX187" fmla="*/ 4323605 w 6299884"/>
              <a:gd name="connsiteY187" fmla="*/ 3967985 h 5597613"/>
              <a:gd name="connsiteX188" fmla="*/ 4326342 w 6299884"/>
              <a:gd name="connsiteY188" fmla="*/ 3961161 h 5597613"/>
              <a:gd name="connsiteX189" fmla="*/ 4342690 w 6299884"/>
              <a:gd name="connsiteY189" fmla="*/ 3951099 h 5597613"/>
              <a:gd name="connsiteX190" fmla="*/ 4346262 w 6299884"/>
              <a:gd name="connsiteY190" fmla="*/ 3951802 h 5597613"/>
              <a:gd name="connsiteX191" fmla="*/ 4374737 w 6299884"/>
              <a:gd name="connsiteY191" fmla="*/ 3931462 h 5597613"/>
              <a:gd name="connsiteX192" fmla="*/ 4374957 w 6299884"/>
              <a:gd name="connsiteY192" fmla="*/ 3930337 h 5597613"/>
              <a:gd name="connsiteX193" fmla="*/ 4384031 w 6299884"/>
              <a:gd name="connsiteY193" fmla="*/ 3912203 h 5597613"/>
              <a:gd name="connsiteX194" fmla="*/ 4405655 w 6299884"/>
              <a:gd name="connsiteY194" fmla="*/ 3892114 h 5597613"/>
              <a:gd name="connsiteX195" fmla="*/ 4411164 w 6299884"/>
              <a:gd name="connsiteY195" fmla="*/ 3886559 h 5597613"/>
              <a:gd name="connsiteX196" fmla="*/ 4448109 w 6299884"/>
              <a:gd name="connsiteY196" fmla="*/ 3864504 h 5597613"/>
              <a:gd name="connsiteX197" fmla="*/ 4448342 w 6299884"/>
              <a:gd name="connsiteY197" fmla="*/ 3879018 h 5597613"/>
              <a:gd name="connsiteX198" fmla="*/ 4501439 w 6299884"/>
              <a:gd name="connsiteY198" fmla="*/ 3841435 h 5597613"/>
              <a:gd name="connsiteX199" fmla="*/ 4525049 w 6299884"/>
              <a:gd name="connsiteY199" fmla="*/ 3823604 h 5597613"/>
              <a:gd name="connsiteX200" fmla="*/ 4522854 w 6299884"/>
              <a:gd name="connsiteY200" fmla="*/ 3821671 h 5597613"/>
              <a:gd name="connsiteX201" fmla="*/ 4527133 w 6299884"/>
              <a:gd name="connsiteY201" fmla="*/ 3822029 h 5597613"/>
              <a:gd name="connsiteX202" fmla="*/ 4553467 w 6299884"/>
              <a:gd name="connsiteY202" fmla="*/ 3802140 h 5597613"/>
              <a:gd name="connsiteX203" fmla="*/ 4555373 w 6299884"/>
              <a:gd name="connsiteY203" fmla="*/ 3797847 h 5597613"/>
              <a:gd name="connsiteX204" fmla="*/ 4564623 w 6299884"/>
              <a:gd name="connsiteY204" fmla="*/ 3795507 h 5597613"/>
              <a:gd name="connsiteX205" fmla="*/ 4590557 w 6299884"/>
              <a:gd name="connsiteY205" fmla="*/ 3782202 h 5597613"/>
              <a:gd name="connsiteX206" fmla="*/ 4595003 w 6299884"/>
              <a:gd name="connsiteY206" fmla="*/ 3769473 h 5597613"/>
              <a:gd name="connsiteX207" fmla="*/ 4599018 w 6299884"/>
              <a:gd name="connsiteY207" fmla="*/ 3763071 h 5597613"/>
              <a:gd name="connsiteX208" fmla="*/ 4607803 w 6299884"/>
              <a:gd name="connsiteY208" fmla="*/ 3757746 h 5597613"/>
              <a:gd name="connsiteX209" fmla="*/ 1817602 w 6299884"/>
              <a:gd name="connsiteY209" fmla="*/ 3431452 h 5597613"/>
              <a:gd name="connsiteX210" fmla="*/ 1826676 w 6299884"/>
              <a:gd name="connsiteY210" fmla="*/ 3442424 h 5597613"/>
              <a:gd name="connsiteX211" fmla="*/ 1840447 w 6299884"/>
              <a:gd name="connsiteY211" fmla="*/ 3449764 h 5597613"/>
              <a:gd name="connsiteX212" fmla="*/ 1849601 w 6299884"/>
              <a:gd name="connsiteY212" fmla="*/ 3436450 h 5597613"/>
              <a:gd name="connsiteX213" fmla="*/ 1850090 w 6299884"/>
              <a:gd name="connsiteY213" fmla="*/ 3431636 h 5597613"/>
              <a:gd name="connsiteX214" fmla="*/ 1837761 w 6299884"/>
              <a:gd name="connsiteY214" fmla="*/ 3435152 h 5597613"/>
              <a:gd name="connsiteX215" fmla="*/ 1245291 w 6299884"/>
              <a:gd name="connsiteY215" fmla="*/ 3011942 h 5597613"/>
              <a:gd name="connsiteX216" fmla="*/ 1233887 w 6299884"/>
              <a:gd name="connsiteY216" fmla="*/ 3032730 h 5597613"/>
              <a:gd name="connsiteX217" fmla="*/ 1229334 w 6299884"/>
              <a:gd name="connsiteY217" fmla="*/ 3051192 h 5597613"/>
              <a:gd name="connsiteX218" fmla="*/ 1209459 w 6299884"/>
              <a:gd name="connsiteY218" fmla="*/ 3028025 h 5597613"/>
              <a:gd name="connsiteX219" fmla="*/ 1208132 w 6299884"/>
              <a:gd name="connsiteY219" fmla="*/ 3034582 h 5597613"/>
              <a:gd name="connsiteX220" fmla="*/ 1205585 w 6299884"/>
              <a:gd name="connsiteY220" fmla="*/ 3050842 h 5597613"/>
              <a:gd name="connsiteX221" fmla="*/ 1199200 w 6299884"/>
              <a:gd name="connsiteY221" fmla="*/ 3058897 h 5597613"/>
              <a:gd name="connsiteX222" fmla="*/ 1263571 w 6299884"/>
              <a:gd name="connsiteY222" fmla="*/ 3123268 h 5597613"/>
              <a:gd name="connsiteX223" fmla="*/ 1280289 w 6299884"/>
              <a:gd name="connsiteY223" fmla="*/ 3105544 h 5597613"/>
              <a:gd name="connsiteX224" fmla="*/ 1369336 w 6299884"/>
              <a:gd name="connsiteY224" fmla="*/ 3109212 h 5597613"/>
              <a:gd name="connsiteX225" fmla="*/ 1381846 w 6299884"/>
              <a:gd name="connsiteY225" fmla="*/ 3141802 h 5597613"/>
              <a:gd name="connsiteX226" fmla="*/ 1414372 w 6299884"/>
              <a:gd name="connsiteY226" fmla="*/ 3160447 h 5597613"/>
              <a:gd name="connsiteX227" fmla="*/ 1438980 w 6299884"/>
              <a:gd name="connsiteY227" fmla="*/ 3156175 h 5597613"/>
              <a:gd name="connsiteX228" fmla="*/ 1462222 w 6299884"/>
              <a:gd name="connsiteY228" fmla="*/ 3130323 h 5597613"/>
              <a:gd name="connsiteX229" fmla="*/ 1476140 w 6299884"/>
              <a:gd name="connsiteY229" fmla="*/ 3122235 h 5597613"/>
              <a:gd name="connsiteX230" fmla="*/ 1502885 w 6299884"/>
              <a:gd name="connsiteY230" fmla="*/ 3100647 h 5597613"/>
              <a:gd name="connsiteX231" fmla="*/ 1493522 w 6299884"/>
              <a:gd name="connsiteY231" fmla="*/ 3090273 h 5597613"/>
              <a:gd name="connsiteX232" fmla="*/ 1488513 w 6299884"/>
              <a:gd name="connsiteY232" fmla="*/ 3101542 h 5597613"/>
              <a:gd name="connsiteX233" fmla="*/ 1484137 w 6299884"/>
              <a:gd name="connsiteY233" fmla="*/ 3111029 h 5597613"/>
              <a:gd name="connsiteX234" fmla="*/ 1472873 w 6299884"/>
              <a:gd name="connsiteY234" fmla="*/ 3106002 h 5597613"/>
              <a:gd name="connsiteX235" fmla="*/ 1459594 w 6299884"/>
              <a:gd name="connsiteY235" fmla="*/ 3075767 h 5597613"/>
              <a:gd name="connsiteX236" fmla="*/ 1456995 w 6299884"/>
              <a:gd name="connsiteY236" fmla="*/ 3075979 h 5597613"/>
              <a:gd name="connsiteX237" fmla="*/ 1427167 w 6299884"/>
              <a:gd name="connsiteY237" fmla="*/ 3080812 h 5597613"/>
              <a:gd name="connsiteX238" fmla="*/ 1415245 w 6299884"/>
              <a:gd name="connsiteY238" fmla="*/ 3070362 h 5597613"/>
              <a:gd name="connsiteX239" fmla="*/ 1397262 w 6299884"/>
              <a:gd name="connsiteY239" fmla="*/ 3064717 h 5597613"/>
              <a:gd name="connsiteX240" fmla="*/ 1378887 w 6299884"/>
              <a:gd name="connsiteY240" fmla="*/ 3069676 h 5597613"/>
              <a:gd name="connsiteX241" fmla="*/ 1367683 w 6299884"/>
              <a:gd name="connsiteY241" fmla="*/ 3073280 h 5597613"/>
              <a:gd name="connsiteX242" fmla="*/ 1353865 w 6299884"/>
              <a:gd name="connsiteY242" fmla="*/ 3080582 h 5597613"/>
              <a:gd name="connsiteX243" fmla="*/ 1341551 w 6299884"/>
              <a:gd name="connsiteY243" fmla="*/ 3080733 h 5597613"/>
              <a:gd name="connsiteX244" fmla="*/ 1331574 w 6299884"/>
              <a:gd name="connsiteY244" fmla="*/ 3076324 h 5597613"/>
              <a:gd name="connsiteX245" fmla="*/ 1317258 w 6299884"/>
              <a:gd name="connsiteY245" fmla="*/ 3076167 h 5597613"/>
              <a:gd name="connsiteX246" fmla="*/ 1303937 w 6299884"/>
              <a:gd name="connsiteY246" fmla="*/ 3090928 h 5597613"/>
              <a:gd name="connsiteX247" fmla="*/ 1302519 w 6299884"/>
              <a:gd name="connsiteY247" fmla="*/ 3089479 h 5597613"/>
              <a:gd name="connsiteX248" fmla="*/ 1295885 w 6299884"/>
              <a:gd name="connsiteY248" fmla="*/ 3065899 h 5597613"/>
              <a:gd name="connsiteX249" fmla="*/ 1291912 w 6299884"/>
              <a:gd name="connsiteY249" fmla="*/ 3062415 h 5597613"/>
              <a:gd name="connsiteX250" fmla="*/ 1256693 w 6299884"/>
              <a:gd name="connsiteY250" fmla="*/ 3062316 h 5597613"/>
              <a:gd name="connsiteX251" fmla="*/ 1240684 w 6299884"/>
              <a:gd name="connsiteY251" fmla="*/ 3059847 h 5597613"/>
              <a:gd name="connsiteX252" fmla="*/ 1236519 w 6299884"/>
              <a:gd name="connsiteY252" fmla="*/ 3046900 h 5597613"/>
              <a:gd name="connsiteX253" fmla="*/ 1256427 w 6299884"/>
              <a:gd name="connsiteY253" fmla="*/ 3031925 h 5597613"/>
              <a:gd name="connsiteX254" fmla="*/ 1281305 w 6299884"/>
              <a:gd name="connsiteY254" fmla="*/ 3035351 h 5597613"/>
              <a:gd name="connsiteX255" fmla="*/ 1304180 w 6299884"/>
              <a:gd name="connsiteY255" fmla="*/ 3038469 h 5597613"/>
              <a:gd name="connsiteX256" fmla="*/ 1326559 w 6299884"/>
              <a:gd name="connsiteY256" fmla="*/ 3034127 h 5597613"/>
              <a:gd name="connsiteX257" fmla="*/ 1346439 w 6299884"/>
              <a:gd name="connsiteY257" fmla="*/ 3022019 h 5597613"/>
              <a:gd name="connsiteX258" fmla="*/ 1349867 w 6299884"/>
              <a:gd name="connsiteY258" fmla="*/ 3021915 h 5597613"/>
              <a:gd name="connsiteX259" fmla="*/ 1341397 w 6299884"/>
              <a:gd name="connsiteY259" fmla="*/ 3021522 h 5597613"/>
              <a:gd name="connsiteX260" fmla="*/ 1330874 w 6299884"/>
              <a:gd name="connsiteY260" fmla="*/ 3028185 h 5597613"/>
              <a:gd name="connsiteX261" fmla="*/ 1294307 w 6299884"/>
              <a:gd name="connsiteY261" fmla="*/ 3032204 h 5597613"/>
              <a:gd name="connsiteX262" fmla="*/ 1268275 w 6299884"/>
              <a:gd name="connsiteY262" fmla="*/ 3017888 h 5597613"/>
              <a:gd name="connsiteX263" fmla="*/ 1245291 w 6299884"/>
              <a:gd name="connsiteY263" fmla="*/ 3011942 h 5597613"/>
              <a:gd name="connsiteX264" fmla="*/ 1536306 w 6299884"/>
              <a:gd name="connsiteY264" fmla="*/ 2984014 h 5597613"/>
              <a:gd name="connsiteX265" fmla="*/ 1505778 w 6299884"/>
              <a:gd name="connsiteY265" fmla="*/ 2985169 h 5597613"/>
              <a:gd name="connsiteX266" fmla="*/ 1485130 w 6299884"/>
              <a:gd name="connsiteY266" fmla="*/ 3000899 h 5597613"/>
              <a:gd name="connsiteX267" fmla="*/ 1471212 w 6299884"/>
              <a:gd name="connsiteY267" fmla="*/ 3008986 h 5597613"/>
              <a:gd name="connsiteX268" fmla="*/ 1429659 w 6299884"/>
              <a:gd name="connsiteY268" fmla="*/ 2993146 h 5597613"/>
              <a:gd name="connsiteX269" fmla="*/ 1410397 w 6299884"/>
              <a:gd name="connsiteY269" fmla="*/ 2999326 h 5597613"/>
              <a:gd name="connsiteX270" fmla="*/ 1395153 w 6299884"/>
              <a:gd name="connsiteY270" fmla="*/ 3013972 h 5597613"/>
              <a:gd name="connsiteX271" fmla="*/ 1376762 w 6299884"/>
              <a:gd name="connsiteY271" fmla="*/ 3006401 h 5597613"/>
              <a:gd name="connsiteX272" fmla="*/ 1371479 w 6299884"/>
              <a:gd name="connsiteY272" fmla="*/ 3021267 h 5597613"/>
              <a:gd name="connsiteX273" fmla="*/ 1395419 w 6299884"/>
              <a:gd name="connsiteY273" fmla="*/ 3020549 h 5597613"/>
              <a:gd name="connsiteX274" fmla="*/ 1431089 w 6299884"/>
              <a:gd name="connsiteY274" fmla="*/ 3004313 h 5597613"/>
              <a:gd name="connsiteX275" fmla="*/ 1446295 w 6299884"/>
              <a:gd name="connsiteY275" fmla="*/ 3001326 h 5597613"/>
              <a:gd name="connsiteX276" fmla="*/ 1538557 w 6299884"/>
              <a:gd name="connsiteY276" fmla="*/ 2995458 h 5597613"/>
              <a:gd name="connsiteX277" fmla="*/ 1546925 w 6299884"/>
              <a:gd name="connsiteY277" fmla="*/ 2993333 h 5597613"/>
              <a:gd name="connsiteX278" fmla="*/ 1544640 w 6299884"/>
              <a:gd name="connsiteY278" fmla="*/ 2985987 h 5597613"/>
              <a:gd name="connsiteX279" fmla="*/ 1536306 w 6299884"/>
              <a:gd name="connsiteY279" fmla="*/ 2984014 h 5597613"/>
              <a:gd name="connsiteX280" fmla="*/ 1141538 w 6299884"/>
              <a:gd name="connsiteY280" fmla="*/ 2852036 h 5597613"/>
              <a:gd name="connsiteX281" fmla="*/ 1141308 w 6299884"/>
              <a:gd name="connsiteY281" fmla="*/ 2852170 h 5597613"/>
              <a:gd name="connsiteX282" fmla="*/ 1128521 w 6299884"/>
              <a:gd name="connsiteY282" fmla="*/ 2853069 h 5597613"/>
              <a:gd name="connsiteX283" fmla="*/ 1117318 w 6299884"/>
              <a:gd name="connsiteY283" fmla="*/ 2853296 h 5597613"/>
              <a:gd name="connsiteX284" fmla="*/ 1118397 w 6299884"/>
              <a:gd name="connsiteY284" fmla="*/ 2854897 h 5597613"/>
              <a:gd name="connsiteX285" fmla="*/ 1131384 w 6299884"/>
              <a:gd name="connsiteY285" fmla="*/ 2863551 h 5597613"/>
              <a:gd name="connsiteX286" fmla="*/ 1139240 w 6299884"/>
              <a:gd name="connsiteY286" fmla="*/ 2859450 h 5597613"/>
              <a:gd name="connsiteX287" fmla="*/ 1181888 w 6299884"/>
              <a:gd name="connsiteY287" fmla="*/ 2616148 h 5597613"/>
              <a:gd name="connsiteX288" fmla="*/ 1163814 w 6299884"/>
              <a:gd name="connsiteY288" fmla="*/ 2619255 h 5597613"/>
              <a:gd name="connsiteX289" fmla="*/ 1160914 w 6299884"/>
              <a:gd name="connsiteY289" fmla="*/ 2622650 h 5597613"/>
              <a:gd name="connsiteX290" fmla="*/ 1158739 w 6299884"/>
              <a:gd name="connsiteY290" fmla="*/ 2639539 h 5597613"/>
              <a:gd name="connsiteX291" fmla="*/ 1144540 w 6299884"/>
              <a:gd name="connsiteY291" fmla="*/ 2627916 h 5597613"/>
              <a:gd name="connsiteX292" fmla="*/ 1134776 w 6299884"/>
              <a:gd name="connsiteY292" fmla="*/ 2627129 h 5597613"/>
              <a:gd name="connsiteX293" fmla="*/ 1132339 w 6299884"/>
              <a:gd name="connsiteY293" fmla="*/ 2624668 h 5597613"/>
              <a:gd name="connsiteX294" fmla="*/ 1109282 w 6299884"/>
              <a:gd name="connsiteY294" fmla="*/ 2628634 h 5597613"/>
              <a:gd name="connsiteX295" fmla="*/ 939227 w 6299884"/>
              <a:gd name="connsiteY295" fmla="*/ 2798688 h 5597613"/>
              <a:gd name="connsiteX296" fmla="*/ 947278 w 6299884"/>
              <a:gd name="connsiteY296" fmla="*/ 2795179 h 5597613"/>
              <a:gd name="connsiteX297" fmla="*/ 953866 w 6299884"/>
              <a:gd name="connsiteY297" fmla="*/ 2794964 h 5597613"/>
              <a:gd name="connsiteX298" fmla="*/ 960819 w 6299884"/>
              <a:gd name="connsiteY298" fmla="*/ 2787014 h 5597613"/>
              <a:gd name="connsiteX299" fmla="*/ 966632 w 6299884"/>
              <a:gd name="connsiteY299" fmla="*/ 2778478 h 5597613"/>
              <a:gd name="connsiteX300" fmla="*/ 985840 w 6299884"/>
              <a:gd name="connsiteY300" fmla="*/ 2776108 h 5597613"/>
              <a:gd name="connsiteX301" fmla="*/ 1003355 w 6299884"/>
              <a:gd name="connsiteY301" fmla="*/ 2771427 h 5597613"/>
              <a:gd name="connsiteX302" fmla="*/ 1006364 w 6299884"/>
              <a:gd name="connsiteY302" fmla="*/ 2757126 h 5597613"/>
              <a:gd name="connsiteX303" fmla="*/ 1008144 w 6299884"/>
              <a:gd name="connsiteY303" fmla="*/ 2750839 h 5597613"/>
              <a:gd name="connsiteX304" fmla="*/ 1031518 w 6299884"/>
              <a:gd name="connsiteY304" fmla="*/ 2761415 h 5597613"/>
              <a:gd name="connsiteX305" fmla="*/ 1038880 w 6299884"/>
              <a:gd name="connsiteY305" fmla="*/ 2769523 h 5597613"/>
              <a:gd name="connsiteX306" fmla="*/ 1058674 w 6299884"/>
              <a:gd name="connsiteY306" fmla="*/ 2766013 h 5597613"/>
              <a:gd name="connsiteX307" fmla="*/ 1058732 w 6299884"/>
              <a:gd name="connsiteY307" fmla="*/ 2760281 h 5597613"/>
              <a:gd name="connsiteX308" fmla="*/ 1057957 w 6299884"/>
              <a:gd name="connsiteY308" fmla="*/ 2751958 h 5597613"/>
              <a:gd name="connsiteX309" fmla="*/ 1065464 w 6299884"/>
              <a:gd name="connsiteY309" fmla="*/ 2745734 h 5597613"/>
              <a:gd name="connsiteX310" fmla="*/ 1093512 w 6299884"/>
              <a:gd name="connsiteY310" fmla="*/ 2747188 h 5597613"/>
              <a:gd name="connsiteX311" fmla="*/ 1110105 w 6299884"/>
              <a:gd name="connsiteY311" fmla="*/ 2748517 h 5597613"/>
              <a:gd name="connsiteX312" fmla="*/ 1150085 w 6299884"/>
              <a:gd name="connsiteY312" fmla="*/ 2730895 h 5597613"/>
              <a:gd name="connsiteX313" fmla="*/ 1161596 w 6299884"/>
              <a:gd name="connsiteY313" fmla="*/ 2725287 h 5597613"/>
              <a:gd name="connsiteX314" fmla="*/ 1203373 w 6299884"/>
              <a:gd name="connsiteY314" fmla="*/ 2728039 h 5597613"/>
              <a:gd name="connsiteX315" fmla="*/ 1225196 w 6299884"/>
              <a:gd name="connsiteY315" fmla="*/ 2721972 h 5597613"/>
              <a:gd name="connsiteX316" fmla="*/ 1250057 w 6299884"/>
              <a:gd name="connsiteY316" fmla="*/ 2698737 h 5597613"/>
              <a:gd name="connsiteX317" fmla="*/ 1256777 w 6299884"/>
              <a:gd name="connsiteY317" fmla="*/ 2713718 h 5597613"/>
              <a:gd name="connsiteX318" fmla="*/ 1274483 w 6299884"/>
              <a:gd name="connsiteY318" fmla="*/ 2718498 h 5597613"/>
              <a:gd name="connsiteX319" fmla="*/ 1274598 w 6299884"/>
              <a:gd name="connsiteY319" fmla="*/ 2707033 h 5597613"/>
              <a:gd name="connsiteX320" fmla="*/ 1282135 w 6299884"/>
              <a:gd name="connsiteY320" fmla="*/ 2697942 h 5597613"/>
              <a:gd name="connsiteX321" fmla="*/ 1303652 w 6299884"/>
              <a:gd name="connsiteY321" fmla="*/ 2693877 h 5597613"/>
              <a:gd name="connsiteX322" fmla="*/ 1332619 w 6299884"/>
              <a:gd name="connsiteY322" fmla="*/ 2689322 h 5597613"/>
              <a:gd name="connsiteX323" fmla="*/ 1346991 w 6299884"/>
              <a:gd name="connsiteY323" fmla="*/ 2683746 h 5597613"/>
              <a:gd name="connsiteX324" fmla="*/ 1351665 w 6299884"/>
              <a:gd name="connsiteY324" fmla="*/ 2674623 h 5597613"/>
              <a:gd name="connsiteX325" fmla="*/ 1361232 w 6299884"/>
              <a:gd name="connsiteY325" fmla="*/ 2662975 h 5597613"/>
              <a:gd name="connsiteX326" fmla="*/ 1369428 w 6299884"/>
              <a:gd name="connsiteY326" fmla="*/ 2673672 h 5597613"/>
              <a:gd name="connsiteX327" fmla="*/ 1376572 w 6299884"/>
              <a:gd name="connsiteY327" fmla="*/ 2675183 h 5597613"/>
              <a:gd name="connsiteX328" fmla="*/ 1379770 w 6299884"/>
              <a:gd name="connsiteY328" fmla="*/ 2670345 h 5597613"/>
              <a:gd name="connsiteX329" fmla="*/ 1386810 w 6299884"/>
              <a:gd name="connsiteY329" fmla="*/ 2653795 h 5597613"/>
              <a:gd name="connsiteX330" fmla="*/ 1386926 w 6299884"/>
              <a:gd name="connsiteY330" fmla="*/ 2642330 h 5597613"/>
              <a:gd name="connsiteX331" fmla="*/ 1379782 w 6299884"/>
              <a:gd name="connsiteY331" fmla="*/ 2640818 h 5597613"/>
              <a:gd name="connsiteX332" fmla="*/ 1302421 w 6299884"/>
              <a:gd name="connsiteY332" fmla="*/ 2645702 h 5597613"/>
              <a:gd name="connsiteX333" fmla="*/ 1241741 w 6299884"/>
              <a:gd name="connsiteY333" fmla="*/ 2643317 h 5597613"/>
              <a:gd name="connsiteX334" fmla="*/ 1209895 w 6299884"/>
              <a:gd name="connsiteY334" fmla="*/ 2621180 h 5597613"/>
              <a:gd name="connsiteX335" fmla="*/ 1191765 w 6299884"/>
              <a:gd name="connsiteY335" fmla="*/ 2629868 h 5597613"/>
              <a:gd name="connsiteX336" fmla="*/ 1184709 w 6299884"/>
              <a:gd name="connsiteY336" fmla="*/ 2619757 h 5597613"/>
              <a:gd name="connsiteX337" fmla="*/ 2149891 w 6299884"/>
              <a:gd name="connsiteY337" fmla="*/ 2258811 h 5597613"/>
              <a:gd name="connsiteX338" fmla="*/ 2094601 w 6299884"/>
              <a:gd name="connsiteY338" fmla="*/ 2261358 h 5597613"/>
              <a:gd name="connsiteX339" fmla="*/ 2061822 w 6299884"/>
              <a:gd name="connsiteY339" fmla="*/ 2274759 h 5597613"/>
              <a:gd name="connsiteX340" fmla="*/ 2050925 w 6299884"/>
              <a:gd name="connsiteY340" fmla="*/ 2276360 h 5597613"/>
              <a:gd name="connsiteX341" fmla="*/ 2024382 w 6299884"/>
              <a:gd name="connsiteY341" fmla="*/ 2267755 h 5597613"/>
              <a:gd name="connsiteX342" fmla="*/ 2011733 w 6299884"/>
              <a:gd name="connsiteY342" fmla="*/ 2272776 h 5597613"/>
              <a:gd name="connsiteX343" fmla="*/ 1985542 w 6299884"/>
              <a:gd name="connsiteY343" fmla="*/ 2285963 h 5597613"/>
              <a:gd name="connsiteX344" fmla="*/ 1958051 w 6299884"/>
              <a:gd name="connsiteY344" fmla="*/ 2286234 h 5597613"/>
              <a:gd name="connsiteX345" fmla="*/ 1949375 w 6299884"/>
              <a:gd name="connsiteY345" fmla="*/ 2294739 h 5597613"/>
              <a:gd name="connsiteX346" fmla="*/ 1944701 w 6299884"/>
              <a:gd name="connsiteY346" fmla="*/ 2303862 h 5597613"/>
              <a:gd name="connsiteX347" fmla="*/ 1931334 w 6299884"/>
              <a:gd name="connsiteY347" fmla="*/ 2294828 h 5597613"/>
              <a:gd name="connsiteX348" fmla="*/ 1915411 w 6299884"/>
              <a:gd name="connsiteY348" fmla="*/ 2283760 h 5597613"/>
              <a:gd name="connsiteX349" fmla="*/ 1893558 w 6299884"/>
              <a:gd name="connsiteY349" fmla="*/ 2292694 h 5597613"/>
              <a:gd name="connsiteX350" fmla="*/ 1860838 w 6299884"/>
              <a:gd name="connsiteY350" fmla="*/ 2300362 h 5597613"/>
              <a:gd name="connsiteX351" fmla="*/ 1848055 w 6299884"/>
              <a:gd name="connsiteY351" fmla="*/ 2290188 h 5597613"/>
              <a:gd name="connsiteX352" fmla="*/ 1835828 w 6299884"/>
              <a:gd name="connsiteY352" fmla="*/ 2281740 h 5597613"/>
              <a:gd name="connsiteX353" fmla="*/ 1770810 w 6299884"/>
              <a:gd name="connsiteY353" fmla="*/ 2283607 h 5597613"/>
              <a:gd name="connsiteX354" fmla="*/ 1740560 w 6299884"/>
              <a:gd name="connsiteY354" fmla="*/ 2301909 h 5597613"/>
              <a:gd name="connsiteX355" fmla="*/ 1738835 w 6299884"/>
              <a:gd name="connsiteY355" fmla="*/ 2302464 h 5597613"/>
              <a:gd name="connsiteX356" fmla="*/ 1731195 w 6299884"/>
              <a:gd name="connsiteY356" fmla="*/ 2293493 h 5597613"/>
              <a:gd name="connsiteX357" fmla="*/ 1723907 w 6299884"/>
              <a:gd name="connsiteY357" fmla="*/ 2306314 h 5597613"/>
              <a:gd name="connsiteX358" fmla="*/ 1722432 w 6299884"/>
              <a:gd name="connsiteY358" fmla="*/ 2310597 h 5597613"/>
              <a:gd name="connsiteX359" fmla="*/ 1720505 w 6299884"/>
              <a:gd name="connsiteY359" fmla="*/ 2331217 h 5597613"/>
              <a:gd name="connsiteX360" fmla="*/ 1712135 w 6299884"/>
              <a:gd name="connsiteY360" fmla="*/ 2337719 h 5597613"/>
              <a:gd name="connsiteX361" fmla="*/ 1705328 w 6299884"/>
              <a:gd name="connsiteY361" fmla="*/ 2331338 h 5597613"/>
              <a:gd name="connsiteX362" fmla="*/ 1695057 w 6299884"/>
              <a:gd name="connsiteY362" fmla="*/ 2299404 h 5597613"/>
              <a:gd name="connsiteX363" fmla="*/ 1685328 w 6299884"/>
              <a:gd name="connsiteY363" fmla="*/ 2298723 h 5597613"/>
              <a:gd name="connsiteX364" fmla="*/ 1659941 w 6299884"/>
              <a:gd name="connsiteY364" fmla="*/ 2317365 h 5597613"/>
              <a:gd name="connsiteX365" fmla="*/ 1652492 w 6299884"/>
              <a:gd name="connsiteY365" fmla="*/ 2317858 h 5597613"/>
              <a:gd name="connsiteX366" fmla="*/ 1623918 w 6299884"/>
              <a:gd name="connsiteY366" fmla="*/ 2311811 h 5597613"/>
              <a:gd name="connsiteX367" fmla="*/ 1598486 w 6299884"/>
              <a:gd name="connsiteY367" fmla="*/ 2306658 h 5597613"/>
              <a:gd name="connsiteX368" fmla="*/ 1589619 w 6299884"/>
              <a:gd name="connsiteY368" fmla="*/ 2305700 h 5597613"/>
              <a:gd name="connsiteX369" fmla="*/ 1544862 w 6299884"/>
              <a:gd name="connsiteY369" fmla="*/ 2314383 h 5597613"/>
              <a:gd name="connsiteX370" fmla="*/ 1530795 w 6299884"/>
              <a:gd name="connsiteY370" fmla="*/ 2317956 h 5597613"/>
              <a:gd name="connsiteX371" fmla="*/ 1496351 w 6299884"/>
              <a:gd name="connsiteY371" fmla="*/ 2326178 h 5597613"/>
              <a:gd name="connsiteX372" fmla="*/ 1487177 w 6299884"/>
              <a:gd name="connsiteY372" fmla="*/ 2327225 h 5597613"/>
              <a:gd name="connsiteX373" fmla="*/ 1434502 w 6299884"/>
              <a:gd name="connsiteY373" fmla="*/ 2326074 h 5597613"/>
              <a:gd name="connsiteX374" fmla="*/ 1412898 w 6299884"/>
              <a:gd name="connsiteY374" fmla="*/ 2338737 h 5597613"/>
              <a:gd name="connsiteX375" fmla="*/ 1396893 w 6299884"/>
              <a:gd name="connsiteY375" fmla="*/ 2341023 h 5597613"/>
              <a:gd name="connsiteX376" fmla="*/ 1271066 w 6299884"/>
              <a:gd name="connsiteY376" fmla="*/ 2466850 h 5597613"/>
              <a:gd name="connsiteX377" fmla="*/ 1279630 w 6299884"/>
              <a:gd name="connsiteY377" fmla="*/ 2471329 h 5597613"/>
              <a:gd name="connsiteX378" fmla="*/ 1291809 w 6299884"/>
              <a:gd name="connsiteY378" fmla="*/ 2469608 h 5597613"/>
              <a:gd name="connsiteX379" fmla="*/ 1293157 w 6299884"/>
              <a:gd name="connsiteY379" fmla="*/ 2468545 h 5597613"/>
              <a:gd name="connsiteX380" fmla="*/ 1301733 w 6299884"/>
              <a:gd name="connsiteY380" fmla="*/ 2468349 h 5597613"/>
              <a:gd name="connsiteX381" fmla="*/ 1305381 w 6299884"/>
              <a:gd name="connsiteY381" fmla="*/ 2474658 h 5597613"/>
              <a:gd name="connsiteX382" fmla="*/ 1323020 w 6299884"/>
              <a:gd name="connsiteY382" fmla="*/ 2480442 h 5597613"/>
              <a:gd name="connsiteX383" fmla="*/ 1358270 w 6299884"/>
              <a:gd name="connsiteY383" fmla="*/ 2461422 h 5597613"/>
              <a:gd name="connsiteX384" fmla="*/ 1367908 w 6299884"/>
              <a:gd name="connsiteY384" fmla="*/ 2462577 h 5597613"/>
              <a:gd name="connsiteX385" fmla="*/ 1376041 w 6299884"/>
              <a:gd name="connsiteY385" fmla="*/ 2464041 h 5597613"/>
              <a:gd name="connsiteX386" fmla="*/ 1394365 w 6299884"/>
              <a:gd name="connsiteY386" fmla="*/ 2457917 h 5597613"/>
              <a:gd name="connsiteX387" fmla="*/ 1407667 w 6299884"/>
              <a:gd name="connsiteY387" fmla="*/ 2442629 h 5597613"/>
              <a:gd name="connsiteX388" fmla="*/ 1414099 w 6299884"/>
              <a:gd name="connsiteY388" fmla="*/ 2435815 h 5597613"/>
              <a:gd name="connsiteX389" fmla="*/ 1429880 w 6299884"/>
              <a:gd name="connsiteY389" fmla="*/ 2432567 h 5597613"/>
              <a:gd name="connsiteX390" fmla="*/ 1430981 w 6299884"/>
              <a:gd name="connsiteY390" fmla="*/ 2415082 h 5597613"/>
              <a:gd name="connsiteX391" fmla="*/ 1438587 w 6299884"/>
              <a:gd name="connsiteY391" fmla="*/ 2429207 h 5597613"/>
              <a:gd name="connsiteX392" fmla="*/ 1423363 w 6299884"/>
              <a:gd name="connsiteY392" fmla="*/ 2450381 h 5597613"/>
              <a:gd name="connsiteX393" fmla="*/ 1450393 w 6299884"/>
              <a:gd name="connsiteY393" fmla="*/ 2440897 h 5597613"/>
              <a:gd name="connsiteX394" fmla="*/ 1454104 w 6299884"/>
              <a:gd name="connsiteY394" fmla="*/ 2432290 h 5597613"/>
              <a:gd name="connsiteX395" fmla="*/ 1466501 w 6299884"/>
              <a:gd name="connsiteY395" fmla="*/ 2416403 h 5597613"/>
              <a:gd name="connsiteX396" fmla="*/ 1469019 w 6299884"/>
              <a:gd name="connsiteY396" fmla="*/ 2409609 h 5597613"/>
              <a:gd name="connsiteX397" fmla="*/ 1471182 w 6299884"/>
              <a:gd name="connsiteY397" fmla="*/ 2393475 h 5597613"/>
              <a:gd name="connsiteX398" fmla="*/ 1474676 w 6299884"/>
              <a:gd name="connsiteY398" fmla="*/ 2399032 h 5597613"/>
              <a:gd name="connsiteX399" fmla="*/ 1492138 w 6299884"/>
              <a:gd name="connsiteY399" fmla="*/ 2400146 h 5597613"/>
              <a:gd name="connsiteX400" fmla="*/ 1513158 w 6299884"/>
              <a:gd name="connsiteY400" fmla="*/ 2391898 h 5597613"/>
              <a:gd name="connsiteX401" fmla="*/ 1530463 w 6299884"/>
              <a:gd name="connsiteY401" fmla="*/ 2392259 h 5597613"/>
              <a:gd name="connsiteX402" fmla="*/ 1581964 w 6299884"/>
              <a:gd name="connsiteY402" fmla="*/ 2398919 h 5597613"/>
              <a:gd name="connsiteX403" fmla="*/ 1588200 w 6299884"/>
              <a:gd name="connsiteY403" fmla="*/ 2410186 h 5597613"/>
              <a:gd name="connsiteX404" fmla="*/ 1579095 w 6299884"/>
              <a:gd name="connsiteY404" fmla="*/ 2423043 h 5597613"/>
              <a:gd name="connsiteX405" fmla="*/ 1566389 w 6299884"/>
              <a:gd name="connsiteY405" fmla="*/ 2437424 h 5597613"/>
              <a:gd name="connsiteX406" fmla="*/ 1594417 w 6299884"/>
              <a:gd name="connsiteY406" fmla="*/ 2429143 h 5597613"/>
              <a:gd name="connsiteX407" fmla="*/ 1603331 w 6299884"/>
              <a:gd name="connsiteY407" fmla="*/ 2422242 h 5597613"/>
              <a:gd name="connsiteX408" fmla="*/ 1620348 w 6299884"/>
              <a:gd name="connsiteY408" fmla="*/ 2410102 h 5597613"/>
              <a:gd name="connsiteX409" fmla="*/ 1622590 w 6299884"/>
              <a:gd name="connsiteY409" fmla="*/ 2409786 h 5597613"/>
              <a:gd name="connsiteX410" fmla="*/ 1630593 w 6299884"/>
              <a:gd name="connsiteY410" fmla="*/ 2403033 h 5597613"/>
              <a:gd name="connsiteX411" fmla="*/ 1638549 w 6299884"/>
              <a:gd name="connsiteY411" fmla="*/ 2399826 h 5597613"/>
              <a:gd name="connsiteX412" fmla="*/ 1644686 w 6299884"/>
              <a:gd name="connsiteY412" fmla="*/ 2406679 h 5597613"/>
              <a:gd name="connsiteX413" fmla="*/ 1656514 w 6299884"/>
              <a:gd name="connsiteY413" fmla="*/ 2405015 h 5597613"/>
              <a:gd name="connsiteX414" fmla="*/ 1692845 w 6299884"/>
              <a:gd name="connsiteY414" fmla="*/ 2404876 h 5597613"/>
              <a:gd name="connsiteX415" fmla="*/ 1704356 w 6299884"/>
              <a:gd name="connsiteY415" fmla="*/ 2399269 h 5597613"/>
              <a:gd name="connsiteX416" fmla="*/ 1708138 w 6299884"/>
              <a:gd name="connsiteY416" fmla="*/ 2393290 h 5597613"/>
              <a:gd name="connsiteX417" fmla="*/ 1709058 w 6299884"/>
              <a:gd name="connsiteY417" fmla="*/ 2387280 h 5597613"/>
              <a:gd name="connsiteX418" fmla="*/ 1696218 w 6299884"/>
              <a:gd name="connsiteY418" fmla="*/ 2382840 h 5597613"/>
              <a:gd name="connsiteX419" fmla="*/ 1685130 w 6299884"/>
              <a:gd name="connsiteY419" fmla="*/ 2374977 h 5597613"/>
              <a:gd name="connsiteX420" fmla="*/ 1694055 w 6299884"/>
              <a:gd name="connsiteY420" fmla="*/ 2370202 h 5597613"/>
              <a:gd name="connsiteX421" fmla="*/ 1713981 w 6299884"/>
              <a:gd name="connsiteY421" fmla="*/ 2381888 h 5597613"/>
              <a:gd name="connsiteX422" fmla="*/ 1777246 w 6299884"/>
              <a:gd name="connsiteY422" fmla="*/ 2383441 h 5597613"/>
              <a:gd name="connsiteX423" fmla="*/ 1794234 w 6299884"/>
              <a:gd name="connsiteY423" fmla="*/ 2374167 h 5597613"/>
              <a:gd name="connsiteX424" fmla="*/ 1801933 w 6299884"/>
              <a:gd name="connsiteY424" fmla="*/ 2377405 h 5597613"/>
              <a:gd name="connsiteX425" fmla="*/ 1815635 w 6299884"/>
              <a:gd name="connsiteY425" fmla="*/ 2381569 h 5597613"/>
              <a:gd name="connsiteX426" fmla="*/ 1857339 w 6299884"/>
              <a:gd name="connsiteY426" fmla="*/ 2363392 h 5597613"/>
              <a:gd name="connsiteX427" fmla="*/ 1913311 w 6299884"/>
              <a:gd name="connsiteY427" fmla="*/ 2321578 h 5597613"/>
              <a:gd name="connsiteX428" fmla="*/ 1914728 w 6299884"/>
              <a:gd name="connsiteY428" fmla="*/ 2323027 h 5597613"/>
              <a:gd name="connsiteX429" fmla="*/ 1914057 w 6299884"/>
              <a:gd name="connsiteY429" fmla="*/ 2332767 h 5597613"/>
              <a:gd name="connsiteX430" fmla="*/ 1925978 w 6299884"/>
              <a:gd name="connsiteY430" fmla="*/ 2343218 h 5597613"/>
              <a:gd name="connsiteX431" fmla="*/ 1935852 w 6299884"/>
              <a:gd name="connsiteY431" fmla="*/ 2329565 h 5597613"/>
              <a:gd name="connsiteX432" fmla="*/ 1936800 w 6299884"/>
              <a:gd name="connsiteY432" fmla="*/ 2320689 h 5597613"/>
              <a:gd name="connsiteX433" fmla="*/ 1950444 w 6299884"/>
              <a:gd name="connsiteY433" fmla="*/ 2330586 h 5597613"/>
              <a:gd name="connsiteX434" fmla="*/ 1956668 w 6299884"/>
              <a:gd name="connsiteY434" fmla="*/ 2338108 h 5597613"/>
              <a:gd name="connsiteX435" fmla="*/ 1994693 w 6299884"/>
              <a:gd name="connsiteY435" fmla="*/ 2343972 h 5597613"/>
              <a:gd name="connsiteX436" fmla="*/ 2022271 w 6299884"/>
              <a:gd name="connsiteY436" fmla="*/ 2335101 h 5597613"/>
              <a:gd name="connsiteX437" fmla="*/ 2031502 w 6299884"/>
              <a:gd name="connsiteY437" fmla="*/ 2328322 h 5597613"/>
              <a:gd name="connsiteX438" fmla="*/ 2053018 w 6299884"/>
              <a:gd name="connsiteY438" fmla="*/ 2324257 h 5597613"/>
              <a:gd name="connsiteX439" fmla="*/ 2066999 w 6299884"/>
              <a:gd name="connsiteY439" fmla="*/ 2329284 h 5597613"/>
              <a:gd name="connsiteX440" fmla="*/ 2078144 w 6299884"/>
              <a:gd name="connsiteY440" fmla="*/ 2331413 h 5597613"/>
              <a:gd name="connsiteX441" fmla="*/ 2091101 w 6299884"/>
              <a:gd name="connsiteY441" fmla="*/ 2324388 h 5597613"/>
              <a:gd name="connsiteX442" fmla="*/ 2103091 w 6299884"/>
              <a:gd name="connsiteY442" fmla="*/ 2299579 h 5597613"/>
              <a:gd name="connsiteX443" fmla="*/ 2101484 w 6299884"/>
              <a:gd name="connsiteY443" fmla="*/ 2288668 h 5597613"/>
              <a:gd name="connsiteX444" fmla="*/ 2153678 w 6299884"/>
              <a:gd name="connsiteY444" fmla="*/ 2309021 h 5597613"/>
              <a:gd name="connsiteX445" fmla="*/ 2166941 w 6299884"/>
              <a:gd name="connsiteY445" fmla="*/ 2299993 h 5597613"/>
              <a:gd name="connsiteX446" fmla="*/ 2167086 w 6299884"/>
              <a:gd name="connsiteY446" fmla="*/ 2285660 h 5597613"/>
              <a:gd name="connsiteX447" fmla="*/ 2157051 w 6299884"/>
              <a:gd name="connsiteY447" fmla="*/ 2286984 h 5597613"/>
              <a:gd name="connsiteX448" fmla="*/ 2148184 w 6299884"/>
              <a:gd name="connsiteY448" fmla="*/ 2286027 h 5597613"/>
              <a:gd name="connsiteX449" fmla="*/ 2149439 w 6299884"/>
              <a:gd name="connsiteY449" fmla="*/ 2275147 h 5597613"/>
              <a:gd name="connsiteX450" fmla="*/ 2159810 w 6299884"/>
              <a:gd name="connsiteY450" fmla="*/ 2268954 h 5597613"/>
              <a:gd name="connsiteX451" fmla="*/ 2169903 w 6299884"/>
              <a:gd name="connsiteY451" fmla="*/ 2261897 h 5597613"/>
              <a:gd name="connsiteX452" fmla="*/ 2149891 w 6299884"/>
              <a:gd name="connsiteY452" fmla="*/ 2258811 h 5597613"/>
              <a:gd name="connsiteX453" fmla="*/ 1125799 w 6299884"/>
              <a:gd name="connsiteY453" fmla="*/ 2202776 h 5597613"/>
              <a:gd name="connsiteX454" fmla="*/ 1130402 w 6299884"/>
              <a:gd name="connsiteY454" fmla="*/ 2210794 h 5597613"/>
              <a:gd name="connsiteX455" fmla="*/ 1136573 w 6299884"/>
              <a:gd name="connsiteY455" fmla="*/ 2217287 h 5597613"/>
              <a:gd name="connsiteX456" fmla="*/ 1139627 w 6299884"/>
              <a:gd name="connsiteY456" fmla="*/ 2216482 h 5597613"/>
              <a:gd name="connsiteX457" fmla="*/ 1140703 w 6299884"/>
              <a:gd name="connsiteY457" fmla="*/ 2213913 h 5597613"/>
              <a:gd name="connsiteX458" fmla="*/ 1130756 w 6299884"/>
              <a:gd name="connsiteY458" fmla="*/ 2202947 h 5597613"/>
              <a:gd name="connsiteX459" fmla="*/ 975765 w 6299884"/>
              <a:gd name="connsiteY459" fmla="*/ 2186017 h 5597613"/>
              <a:gd name="connsiteX460" fmla="*/ 975181 w 6299884"/>
              <a:gd name="connsiteY460" fmla="*/ 2189831 h 5597613"/>
              <a:gd name="connsiteX461" fmla="*/ 975492 w 6299884"/>
              <a:gd name="connsiteY461" fmla="*/ 2189530 h 5597613"/>
              <a:gd name="connsiteX462" fmla="*/ 977858 w 6299884"/>
              <a:gd name="connsiteY462" fmla="*/ 2187254 h 5597613"/>
              <a:gd name="connsiteX463" fmla="*/ 950581 w 6299884"/>
              <a:gd name="connsiteY463" fmla="*/ 2184593 h 5597613"/>
              <a:gd name="connsiteX464" fmla="*/ 947383 w 6299884"/>
              <a:gd name="connsiteY464" fmla="*/ 2189432 h 5597613"/>
              <a:gd name="connsiteX465" fmla="*/ 942672 w 6299884"/>
              <a:gd name="connsiteY465" fmla="*/ 2195115 h 5597613"/>
              <a:gd name="connsiteX466" fmla="*/ 939897 w 6299884"/>
              <a:gd name="connsiteY466" fmla="*/ 2193909 h 5597613"/>
              <a:gd name="connsiteX467" fmla="*/ 959092 w 6299884"/>
              <a:gd name="connsiteY467" fmla="*/ 2205401 h 5597613"/>
              <a:gd name="connsiteX468" fmla="*/ 962379 w 6299884"/>
              <a:gd name="connsiteY468" fmla="*/ 2202220 h 5597613"/>
              <a:gd name="connsiteX469" fmla="*/ 959286 w 6299884"/>
              <a:gd name="connsiteY469" fmla="*/ 2201675 h 5597613"/>
              <a:gd name="connsiteX470" fmla="*/ 952802 w 6299884"/>
              <a:gd name="connsiteY470" fmla="*/ 2191498 h 5597613"/>
              <a:gd name="connsiteX471" fmla="*/ 950581 w 6299884"/>
              <a:gd name="connsiteY471" fmla="*/ 2184593 h 5597613"/>
              <a:gd name="connsiteX472" fmla="*/ 1303221 w 6299884"/>
              <a:gd name="connsiteY472" fmla="*/ 1894431 h 5597613"/>
              <a:gd name="connsiteX473" fmla="*/ 1298284 w 6299884"/>
              <a:gd name="connsiteY473" fmla="*/ 1895578 h 5597613"/>
              <a:gd name="connsiteX474" fmla="*/ 1300246 w 6299884"/>
              <a:gd name="connsiteY474" fmla="*/ 1896879 h 5597613"/>
              <a:gd name="connsiteX475" fmla="*/ 1302913 w 6299884"/>
              <a:gd name="connsiteY475" fmla="*/ 1895189 h 5597613"/>
              <a:gd name="connsiteX476" fmla="*/ 3501077 w 6299884"/>
              <a:gd name="connsiteY476" fmla="*/ 236838 h 5597613"/>
              <a:gd name="connsiteX477" fmla="*/ 3091689 w 6299884"/>
              <a:gd name="connsiteY477" fmla="*/ 646226 h 5597613"/>
              <a:gd name="connsiteX478" fmla="*/ 3093011 w 6299884"/>
              <a:gd name="connsiteY478" fmla="*/ 658491 h 5597613"/>
              <a:gd name="connsiteX479" fmla="*/ 3107394 w 6299884"/>
              <a:gd name="connsiteY479" fmla="*/ 660301 h 5597613"/>
              <a:gd name="connsiteX480" fmla="*/ 3135871 w 6299884"/>
              <a:gd name="connsiteY480" fmla="*/ 654982 h 5597613"/>
              <a:gd name="connsiteX481" fmla="*/ 3180860 w 6299884"/>
              <a:gd name="connsiteY481" fmla="*/ 664102 h 5597613"/>
              <a:gd name="connsiteX482" fmla="*/ 3197660 w 6299884"/>
              <a:gd name="connsiteY482" fmla="*/ 655430 h 5597613"/>
              <a:gd name="connsiteX483" fmla="*/ 3215797 w 6299884"/>
              <a:gd name="connsiteY483" fmla="*/ 639130 h 5597613"/>
              <a:gd name="connsiteX484" fmla="*/ 3238380 w 6299884"/>
              <a:gd name="connsiteY484" fmla="*/ 636757 h 5597613"/>
              <a:gd name="connsiteX485" fmla="*/ 3251113 w 6299884"/>
              <a:gd name="connsiteY485" fmla="*/ 640835 h 5597613"/>
              <a:gd name="connsiteX486" fmla="*/ 3255006 w 6299884"/>
              <a:gd name="connsiteY486" fmla="*/ 641952 h 5597613"/>
              <a:gd name="connsiteX487" fmla="*/ 3288714 w 6299884"/>
              <a:gd name="connsiteY487" fmla="*/ 630122 h 5597613"/>
              <a:gd name="connsiteX488" fmla="*/ 3318197 w 6299884"/>
              <a:gd name="connsiteY488" fmla="*/ 615392 h 5597613"/>
              <a:gd name="connsiteX489" fmla="*/ 3327429 w 6299884"/>
              <a:gd name="connsiteY489" fmla="*/ 615512 h 5597613"/>
              <a:gd name="connsiteX490" fmla="*/ 3341277 w 6299884"/>
              <a:gd name="connsiteY490" fmla="*/ 615693 h 5597613"/>
              <a:gd name="connsiteX491" fmla="*/ 3381497 w 6299884"/>
              <a:gd name="connsiteY491" fmla="*/ 594345 h 5597613"/>
              <a:gd name="connsiteX492" fmla="*/ 3399961 w 6299884"/>
              <a:gd name="connsiteY492" fmla="*/ 594586 h 5597613"/>
              <a:gd name="connsiteX493" fmla="*/ 3410525 w 6299884"/>
              <a:gd name="connsiteY493" fmla="*/ 601835 h 5597613"/>
              <a:gd name="connsiteX494" fmla="*/ 3418419 w 6299884"/>
              <a:gd name="connsiteY494" fmla="*/ 609585 h 5597613"/>
              <a:gd name="connsiteX495" fmla="*/ 3454458 w 6299884"/>
              <a:gd name="connsiteY495" fmla="*/ 610231 h 5597613"/>
              <a:gd name="connsiteX496" fmla="*/ 3460860 w 6299884"/>
              <a:gd name="connsiteY496" fmla="*/ 595201 h 5597613"/>
              <a:gd name="connsiteX497" fmla="*/ 3462480 w 6299884"/>
              <a:gd name="connsiteY497" fmla="*/ 579219 h 5597613"/>
              <a:gd name="connsiteX498" fmla="*/ 3475432 w 6299884"/>
              <a:gd name="connsiteY498" fmla="*/ 594323 h 5597613"/>
              <a:gd name="connsiteX499" fmla="*/ 3499006 w 6299884"/>
              <a:gd name="connsiteY499" fmla="*/ 612056 h 5597613"/>
              <a:gd name="connsiteX500" fmla="*/ 3524429 w 6299884"/>
              <a:gd name="connsiteY500" fmla="*/ 595317 h 5597613"/>
              <a:gd name="connsiteX501" fmla="*/ 3538002 w 6299884"/>
              <a:gd name="connsiteY501" fmla="*/ 589093 h 5597613"/>
              <a:gd name="connsiteX502" fmla="*/ 3561915 w 6299884"/>
              <a:gd name="connsiteY502" fmla="*/ 593849 h 5597613"/>
              <a:gd name="connsiteX503" fmla="*/ 3570256 w 6299884"/>
              <a:gd name="connsiteY503" fmla="*/ 594135 h 5597613"/>
              <a:gd name="connsiteX504" fmla="*/ 3588446 w 6299884"/>
              <a:gd name="connsiteY504" fmla="*/ 587971 h 5597613"/>
              <a:gd name="connsiteX505" fmla="*/ 3582492 w 6299884"/>
              <a:gd name="connsiteY505" fmla="*/ 595540 h 5597613"/>
              <a:gd name="connsiteX506" fmla="*/ 3585712 w 6299884"/>
              <a:gd name="connsiteY506" fmla="*/ 607850 h 5597613"/>
              <a:gd name="connsiteX507" fmla="*/ 3596058 w 6299884"/>
              <a:gd name="connsiteY507" fmla="*/ 604073 h 5597613"/>
              <a:gd name="connsiteX508" fmla="*/ 3619484 w 6299884"/>
              <a:gd name="connsiteY508" fmla="*/ 576640 h 5597613"/>
              <a:gd name="connsiteX509" fmla="*/ 3641233 w 6299884"/>
              <a:gd name="connsiteY509" fmla="*/ 569811 h 5597613"/>
              <a:gd name="connsiteX510" fmla="*/ 3665594 w 6299884"/>
              <a:gd name="connsiteY510" fmla="*/ 567105 h 5597613"/>
              <a:gd name="connsiteX511" fmla="*/ 3692234 w 6299884"/>
              <a:gd name="connsiteY511" fmla="*/ 566741 h 5597613"/>
              <a:gd name="connsiteX512" fmla="*/ 3710589 w 6299884"/>
              <a:gd name="connsiteY512" fmla="*/ 561467 h 5597613"/>
              <a:gd name="connsiteX513" fmla="*/ 3733004 w 6299884"/>
              <a:gd name="connsiteY513" fmla="*/ 558203 h 5597613"/>
              <a:gd name="connsiteX514" fmla="*/ 3740399 w 6299884"/>
              <a:gd name="connsiteY514" fmla="*/ 563278 h 5597613"/>
              <a:gd name="connsiteX515" fmla="*/ 3766815 w 6299884"/>
              <a:gd name="connsiteY515" fmla="*/ 566644 h 5597613"/>
              <a:gd name="connsiteX516" fmla="*/ 3777666 w 6299884"/>
              <a:gd name="connsiteY516" fmla="*/ 550782 h 5597613"/>
              <a:gd name="connsiteX517" fmla="*/ 3795971 w 6299884"/>
              <a:gd name="connsiteY517" fmla="*/ 535374 h 5597613"/>
              <a:gd name="connsiteX518" fmla="*/ 3799416 w 6299884"/>
              <a:gd name="connsiteY518" fmla="*/ 535177 h 5597613"/>
              <a:gd name="connsiteX519" fmla="*/ 3501078 w 6299884"/>
              <a:gd name="connsiteY519" fmla="*/ 0 h 5597613"/>
              <a:gd name="connsiteX520" fmla="*/ 4010260 w 6299884"/>
              <a:gd name="connsiteY520" fmla="*/ 509182 h 5597613"/>
              <a:gd name="connsiteX521" fmla="*/ 4013404 w 6299884"/>
              <a:gd name="connsiteY521" fmla="*/ 508595 h 5597613"/>
              <a:gd name="connsiteX522" fmla="*/ 6289883 w 6299884"/>
              <a:gd name="connsiteY522" fmla="*/ 2785074 h 5597613"/>
              <a:gd name="connsiteX523" fmla="*/ 6288672 w 6299884"/>
              <a:gd name="connsiteY523" fmla="*/ 2787595 h 5597613"/>
              <a:gd name="connsiteX524" fmla="*/ 6299884 w 6299884"/>
              <a:gd name="connsiteY524" fmla="*/ 2798807 h 5597613"/>
              <a:gd name="connsiteX525" fmla="*/ 6267963 w 6299884"/>
              <a:gd name="connsiteY525" fmla="*/ 2830728 h 5597613"/>
              <a:gd name="connsiteX526" fmla="*/ 6266572 w 6299884"/>
              <a:gd name="connsiteY526" fmla="*/ 2833624 h 5597613"/>
              <a:gd name="connsiteX527" fmla="*/ 6229855 w 6299884"/>
              <a:gd name="connsiteY527" fmla="*/ 2874055 h 5597613"/>
              <a:gd name="connsiteX528" fmla="*/ 6217856 w 6299884"/>
              <a:gd name="connsiteY528" fmla="*/ 2882636 h 5597613"/>
              <a:gd name="connsiteX529" fmla="*/ 6216208 w 6299884"/>
              <a:gd name="connsiteY529" fmla="*/ 2882483 h 5597613"/>
              <a:gd name="connsiteX530" fmla="*/ 3501078 w 6299884"/>
              <a:gd name="connsiteY530" fmla="*/ 5597613 h 5597613"/>
              <a:gd name="connsiteX531" fmla="*/ 3035903 w 6299884"/>
              <a:gd name="connsiteY531" fmla="*/ 5132438 h 5597613"/>
              <a:gd name="connsiteX532" fmla="*/ 3033958 w 6299884"/>
              <a:gd name="connsiteY532" fmla="*/ 5132805 h 5597613"/>
              <a:gd name="connsiteX533" fmla="*/ 3026409 w 6299884"/>
              <a:gd name="connsiteY533" fmla="*/ 5140571 h 5597613"/>
              <a:gd name="connsiteX534" fmla="*/ 3013517 w 6299884"/>
              <a:gd name="connsiteY534" fmla="*/ 5148639 h 5597613"/>
              <a:gd name="connsiteX535" fmla="*/ 2991430 w 6299884"/>
              <a:gd name="connsiteY535" fmla="*/ 5143800 h 5597613"/>
              <a:gd name="connsiteX536" fmla="*/ 2981020 w 6299884"/>
              <a:gd name="connsiteY536" fmla="*/ 5148946 h 5597613"/>
              <a:gd name="connsiteX537" fmla="*/ 2973612 w 6299884"/>
              <a:gd name="connsiteY537" fmla="*/ 5158553 h 5597613"/>
              <a:gd name="connsiteX538" fmla="*/ 2962531 w 6299884"/>
              <a:gd name="connsiteY538" fmla="*/ 5155819 h 5597613"/>
              <a:gd name="connsiteX539" fmla="*/ 2950445 w 6299884"/>
              <a:gd name="connsiteY539" fmla="*/ 5166719 h 5597613"/>
              <a:gd name="connsiteX540" fmla="*/ 2938335 w 6299884"/>
              <a:gd name="connsiteY540" fmla="*/ 5172082 h 5597613"/>
              <a:gd name="connsiteX541" fmla="*/ 2917922 w 6299884"/>
              <a:gd name="connsiteY541" fmla="*/ 5177470 h 5597613"/>
              <a:gd name="connsiteX542" fmla="*/ 2901928 w 6299884"/>
              <a:gd name="connsiteY542" fmla="*/ 5171556 h 5597613"/>
              <a:gd name="connsiteX543" fmla="*/ 2883671 w 6299884"/>
              <a:gd name="connsiteY543" fmla="*/ 5182903 h 5597613"/>
              <a:gd name="connsiteX544" fmla="*/ 2882654 w 6299884"/>
              <a:gd name="connsiteY544" fmla="*/ 5193768 h 5597613"/>
              <a:gd name="connsiteX545" fmla="*/ 2869406 w 6299884"/>
              <a:gd name="connsiteY545" fmla="*/ 5182308 h 5597613"/>
              <a:gd name="connsiteX546" fmla="*/ 2869210 w 6299884"/>
              <a:gd name="connsiteY546" fmla="*/ 5186142 h 5597613"/>
              <a:gd name="connsiteX547" fmla="*/ 2866613 w 6299884"/>
              <a:gd name="connsiteY547" fmla="*/ 5198279 h 5597613"/>
              <a:gd name="connsiteX548" fmla="*/ 2854675 w 6299884"/>
              <a:gd name="connsiteY548" fmla="*/ 5200442 h 5597613"/>
              <a:gd name="connsiteX549" fmla="*/ 2850964 w 6299884"/>
              <a:gd name="connsiteY549" fmla="*/ 5200257 h 5597613"/>
              <a:gd name="connsiteX550" fmla="*/ 2842856 w 6299884"/>
              <a:gd name="connsiteY550" fmla="*/ 5196449 h 5597613"/>
              <a:gd name="connsiteX551" fmla="*/ 2839858 w 6299884"/>
              <a:gd name="connsiteY551" fmla="*/ 5191984 h 5597613"/>
              <a:gd name="connsiteX552" fmla="*/ 2830661 w 6299884"/>
              <a:gd name="connsiteY552" fmla="*/ 5182429 h 5597613"/>
              <a:gd name="connsiteX553" fmla="*/ 2788757 w 6299884"/>
              <a:gd name="connsiteY553" fmla="*/ 5190227 h 5597613"/>
              <a:gd name="connsiteX554" fmla="*/ 2721984 w 6299884"/>
              <a:gd name="connsiteY554" fmla="*/ 5206410 h 5597613"/>
              <a:gd name="connsiteX555" fmla="*/ 2701789 w 6299884"/>
              <a:gd name="connsiteY555" fmla="*/ 5213503 h 5597613"/>
              <a:gd name="connsiteX556" fmla="*/ 2686055 w 6299884"/>
              <a:gd name="connsiteY556" fmla="*/ 5217598 h 5597613"/>
              <a:gd name="connsiteX557" fmla="*/ 2657548 w 6299884"/>
              <a:gd name="connsiteY557" fmla="*/ 5221947 h 5597613"/>
              <a:gd name="connsiteX558" fmla="*/ 2629910 w 6299884"/>
              <a:gd name="connsiteY558" fmla="*/ 5230340 h 5597613"/>
              <a:gd name="connsiteX559" fmla="*/ 2610599 w 6299884"/>
              <a:gd name="connsiteY559" fmla="*/ 5244245 h 5597613"/>
              <a:gd name="connsiteX560" fmla="*/ 2587173 w 6299884"/>
              <a:gd name="connsiteY560" fmla="*/ 5242400 h 5597613"/>
              <a:gd name="connsiteX561" fmla="*/ 2567826 w 6299884"/>
              <a:gd name="connsiteY561" fmla="*/ 5248000 h 5597613"/>
              <a:gd name="connsiteX562" fmla="*/ 2536539 w 6299884"/>
              <a:gd name="connsiteY562" fmla="*/ 5249588 h 5597613"/>
              <a:gd name="connsiteX563" fmla="*/ 2481668 w 6299884"/>
              <a:gd name="connsiteY563" fmla="*/ 5261474 h 5597613"/>
              <a:gd name="connsiteX564" fmla="*/ 2438503 w 6299884"/>
              <a:gd name="connsiteY564" fmla="*/ 5272898 h 5597613"/>
              <a:gd name="connsiteX565" fmla="*/ 2427005 w 6299884"/>
              <a:gd name="connsiteY565" fmla="*/ 5272295 h 5597613"/>
              <a:gd name="connsiteX566" fmla="*/ 2400187 w 6299884"/>
              <a:gd name="connsiteY566" fmla="*/ 5273657 h 5597613"/>
              <a:gd name="connsiteX567" fmla="*/ 2395729 w 6299884"/>
              <a:gd name="connsiteY567" fmla="*/ 5276652 h 5597613"/>
              <a:gd name="connsiteX568" fmla="*/ 2394175 w 6299884"/>
              <a:gd name="connsiteY568" fmla="*/ 5261959 h 5597613"/>
              <a:gd name="connsiteX569" fmla="*/ 2402611 w 6299884"/>
              <a:gd name="connsiteY569" fmla="*/ 5244255 h 5597613"/>
              <a:gd name="connsiteX570" fmla="*/ 2413864 w 6299884"/>
              <a:gd name="connsiteY570" fmla="*/ 5237616 h 5597613"/>
              <a:gd name="connsiteX571" fmla="*/ 2427701 w 6299884"/>
              <a:gd name="connsiteY571" fmla="*/ 5237572 h 5597613"/>
              <a:gd name="connsiteX572" fmla="*/ 2432844 w 6299884"/>
              <a:gd name="connsiteY572" fmla="*/ 5245225 h 5597613"/>
              <a:gd name="connsiteX573" fmla="*/ 2440302 w 6299884"/>
              <a:gd name="connsiteY573" fmla="*/ 5246692 h 5597613"/>
              <a:gd name="connsiteX574" fmla="*/ 2452143 w 6299884"/>
              <a:gd name="connsiteY574" fmla="*/ 5228551 h 5597613"/>
              <a:gd name="connsiteX575" fmla="*/ 2454678 w 6299884"/>
              <a:gd name="connsiteY575" fmla="*/ 5224069 h 5597613"/>
              <a:gd name="connsiteX576" fmla="*/ 2459160 w 6299884"/>
              <a:gd name="connsiteY576" fmla="*/ 5226611 h 5597613"/>
              <a:gd name="connsiteX577" fmla="*/ 2461303 w 6299884"/>
              <a:gd name="connsiteY577" fmla="*/ 5229800 h 5597613"/>
              <a:gd name="connsiteX578" fmla="*/ 2470034 w 6299884"/>
              <a:gd name="connsiteY578" fmla="*/ 5230412 h 5597613"/>
              <a:gd name="connsiteX579" fmla="*/ 2479818 w 6299884"/>
              <a:gd name="connsiteY579" fmla="*/ 5228464 h 5597613"/>
              <a:gd name="connsiteX580" fmla="*/ 2483896 w 6299884"/>
              <a:gd name="connsiteY580" fmla="*/ 5235906 h 5597613"/>
              <a:gd name="connsiteX581" fmla="*/ 2475826 w 6299884"/>
              <a:gd name="connsiteY581" fmla="*/ 5240405 h 5597613"/>
              <a:gd name="connsiteX582" fmla="*/ 2471161 w 6299884"/>
              <a:gd name="connsiteY582" fmla="*/ 5244466 h 5597613"/>
              <a:gd name="connsiteX583" fmla="*/ 2475655 w 6299884"/>
              <a:gd name="connsiteY583" fmla="*/ 5249778 h 5597613"/>
              <a:gd name="connsiteX584" fmla="*/ 2488573 w 6299884"/>
              <a:gd name="connsiteY584" fmla="*/ 5234614 h 5597613"/>
              <a:gd name="connsiteX585" fmla="*/ 2498725 w 6299884"/>
              <a:gd name="connsiteY585" fmla="*/ 5219460 h 5597613"/>
              <a:gd name="connsiteX586" fmla="*/ 2541032 w 6299884"/>
              <a:gd name="connsiteY586" fmla="*/ 5206759 h 5597613"/>
              <a:gd name="connsiteX587" fmla="*/ 2547229 w 6299884"/>
              <a:gd name="connsiteY587" fmla="*/ 5211854 h 5597613"/>
              <a:gd name="connsiteX588" fmla="*/ 2550903 w 6299884"/>
              <a:gd name="connsiteY588" fmla="*/ 5224196 h 5597613"/>
              <a:gd name="connsiteX589" fmla="*/ 2560282 w 6299884"/>
              <a:gd name="connsiteY589" fmla="*/ 5227148 h 5597613"/>
              <a:gd name="connsiteX590" fmla="*/ 2562389 w 6299884"/>
              <a:gd name="connsiteY590" fmla="*/ 5222032 h 5597613"/>
              <a:gd name="connsiteX591" fmla="*/ 2563576 w 6299884"/>
              <a:gd name="connsiteY591" fmla="*/ 5201791 h 5597613"/>
              <a:gd name="connsiteX592" fmla="*/ 2565927 w 6299884"/>
              <a:gd name="connsiteY592" fmla="*/ 5203914 h 5597613"/>
              <a:gd name="connsiteX593" fmla="*/ 2576140 w 6299884"/>
              <a:gd name="connsiteY593" fmla="*/ 5202605 h 5597613"/>
              <a:gd name="connsiteX594" fmla="*/ 2580818 w 6299884"/>
              <a:gd name="connsiteY594" fmla="*/ 5201312 h 5597613"/>
              <a:gd name="connsiteX595" fmla="*/ 2594863 w 6299884"/>
              <a:gd name="connsiteY595" fmla="*/ 5200203 h 5597613"/>
              <a:gd name="connsiteX596" fmla="*/ 2614161 w 6299884"/>
              <a:gd name="connsiteY596" fmla="*/ 5183528 h 5597613"/>
              <a:gd name="connsiteX597" fmla="*/ 2614345 w 6299884"/>
              <a:gd name="connsiteY597" fmla="*/ 5176925 h 5597613"/>
              <a:gd name="connsiteX598" fmla="*/ 2611529 w 6299884"/>
              <a:gd name="connsiteY598" fmla="*/ 5165857 h 5597613"/>
              <a:gd name="connsiteX599" fmla="*/ 2591115 w 6299884"/>
              <a:gd name="connsiteY599" fmla="*/ 5171246 h 5597613"/>
              <a:gd name="connsiteX600" fmla="*/ 2571106 w 6299884"/>
              <a:gd name="connsiteY600" fmla="*/ 5171734 h 5597613"/>
              <a:gd name="connsiteX601" fmla="*/ 2594054 w 6299884"/>
              <a:gd name="connsiteY601" fmla="*/ 5161865 h 5597613"/>
              <a:gd name="connsiteX602" fmla="*/ 2608258 w 6299884"/>
              <a:gd name="connsiteY602" fmla="*/ 5148614 h 5597613"/>
              <a:gd name="connsiteX603" fmla="*/ 2616964 w 6299884"/>
              <a:gd name="connsiteY603" fmla="*/ 5143688 h 5597613"/>
              <a:gd name="connsiteX604" fmla="*/ 2618887 w 6299884"/>
              <a:gd name="connsiteY604" fmla="*/ 5145173 h 5597613"/>
              <a:gd name="connsiteX605" fmla="*/ 2650957 w 6299884"/>
              <a:gd name="connsiteY605" fmla="*/ 5128246 h 5597613"/>
              <a:gd name="connsiteX606" fmla="*/ 2661500 w 6299884"/>
              <a:gd name="connsiteY606" fmla="*/ 5105422 h 5597613"/>
              <a:gd name="connsiteX607" fmla="*/ 2685513 w 6299884"/>
              <a:gd name="connsiteY607" fmla="*/ 5095762 h 5597613"/>
              <a:gd name="connsiteX608" fmla="*/ 2717620 w 6299884"/>
              <a:gd name="connsiteY608" fmla="*/ 5087142 h 5597613"/>
              <a:gd name="connsiteX609" fmla="*/ 2741218 w 6299884"/>
              <a:gd name="connsiteY609" fmla="*/ 5079614 h 5597613"/>
              <a:gd name="connsiteX610" fmla="*/ 2758642 w 6299884"/>
              <a:gd name="connsiteY610" fmla="*/ 5072531 h 5597613"/>
              <a:gd name="connsiteX611" fmla="*/ 2765393 w 6299884"/>
              <a:gd name="connsiteY611" fmla="*/ 5067889 h 5597613"/>
              <a:gd name="connsiteX612" fmla="*/ 2742282 w 6299884"/>
              <a:gd name="connsiteY612" fmla="*/ 5076450 h 5597613"/>
              <a:gd name="connsiteX613" fmla="*/ 2709914 w 6299884"/>
              <a:gd name="connsiteY613" fmla="*/ 5074825 h 5597613"/>
              <a:gd name="connsiteX614" fmla="*/ 2696622 w 6299884"/>
              <a:gd name="connsiteY614" fmla="*/ 5081255 h 5597613"/>
              <a:gd name="connsiteX615" fmla="*/ 2666835 w 6299884"/>
              <a:gd name="connsiteY615" fmla="*/ 5099163 h 5597613"/>
              <a:gd name="connsiteX616" fmla="*/ 2617548 w 6299884"/>
              <a:gd name="connsiteY616" fmla="*/ 5113177 h 5597613"/>
              <a:gd name="connsiteX617" fmla="*/ 2540520 w 6299884"/>
              <a:gd name="connsiteY617" fmla="*/ 5132936 h 5597613"/>
              <a:gd name="connsiteX618" fmla="*/ 2497430 w 6299884"/>
              <a:gd name="connsiteY618" fmla="*/ 5149473 h 5597613"/>
              <a:gd name="connsiteX619" fmla="*/ 2439915 w 6299884"/>
              <a:gd name="connsiteY619" fmla="*/ 5180930 h 5597613"/>
              <a:gd name="connsiteX620" fmla="*/ 2404843 w 6299884"/>
              <a:gd name="connsiteY620" fmla="*/ 5192646 h 5597613"/>
              <a:gd name="connsiteX621" fmla="*/ 2393374 w 6299884"/>
              <a:gd name="connsiteY621" fmla="*/ 5191730 h 5597613"/>
              <a:gd name="connsiteX622" fmla="*/ 2388546 w 6299884"/>
              <a:gd name="connsiteY622" fmla="*/ 5183699 h 5597613"/>
              <a:gd name="connsiteX623" fmla="*/ 2374096 w 6299884"/>
              <a:gd name="connsiteY623" fmla="*/ 5183016 h 5597613"/>
              <a:gd name="connsiteX624" fmla="*/ 2346860 w 6299884"/>
              <a:gd name="connsiteY624" fmla="*/ 5218137 h 5597613"/>
              <a:gd name="connsiteX625" fmla="*/ 2333568 w 6299884"/>
              <a:gd name="connsiteY625" fmla="*/ 5224567 h 5597613"/>
              <a:gd name="connsiteX626" fmla="*/ 2327815 w 6299884"/>
              <a:gd name="connsiteY626" fmla="*/ 5212405 h 5597613"/>
              <a:gd name="connsiteX627" fmla="*/ 2311973 w 6299884"/>
              <a:gd name="connsiteY627" fmla="*/ 5201623 h 5597613"/>
              <a:gd name="connsiteX628" fmla="*/ 2299593 w 6299884"/>
              <a:gd name="connsiteY628" fmla="*/ 5204381 h 5597613"/>
              <a:gd name="connsiteX629" fmla="*/ 2288803 w 6299884"/>
              <a:gd name="connsiteY629" fmla="*/ 5196811 h 5597613"/>
              <a:gd name="connsiteX630" fmla="*/ 2285119 w 6299884"/>
              <a:gd name="connsiteY630" fmla="*/ 5188090 h 5597613"/>
              <a:gd name="connsiteX631" fmla="*/ 2275264 w 6299884"/>
              <a:gd name="connsiteY631" fmla="*/ 5192454 h 5597613"/>
              <a:gd name="connsiteX632" fmla="*/ 2246623 w 6299884"/>
              <a:gd name="connsiteY632" fmla="*/ 5209674 h 5597613"/>
              <a:gd name="connsiteX633" fmla="*/ 2170814 w 6299884"/>
              <a:gd name="connsiteY633" fmla="*/ 5275563 h 5597613"/>
              <a:gd name="connsiteX634" fmla="*/ 2163730 w 6299884"/>
              <a:gd name="connsiteY634" fmla="*/ 5292318 h 5597613"/>
              <a:gd name="connsiteX635" fmla="*/ 2157510 w 6299884"/>
              <a:gd name="connsiteY635" fmla="*/ 5274189 h 5597613"/>
              <a:gd name="connsiteX636" fmla="*/ 2132491 w 6299884"/>
              <a:gd name="connsiteY636" fmla="*/ 5261115 h 5597613"/>
              <a:gd name="connsiteX637" fmla="*/ 2014898 w 6299884"/>
              <a:gd name="connsiteY637" fmla="*/ 5299017 h 5597613"/>
              <a:gd name="connsiteX638" fmla="*/ 1973643 w 6299884"/>
              <a:gd name="connsiteY638" fmla="*/ 5316012 h 5597613"/>
              <a:gd name="connsiteX639" fmla="*/ 1952984 w 6299884"/>
              <a:gd name="connsiteY639" fmla="*/ 5305002 h 5597613"/>
              <a:gd name="connsiteX640" fmla="*/ 1925231 w 6299884"/>
              <a:gd name="connsiteY640" fmla="*/ 5302944 h 5597613"/>
              <a:gd name="connsiteX641" fmla="*/ 1900483 w 6299884"/>
              <a:gd name="connsiteY641" fmla="*/ 5316262 h 5597613"/>
              <a:gd name="connsiteX642" fmla="*/ 1885589 w 6299884"/>
              <a:gd name="connsiteY642" fmla="*/ 5325217 h 5597613"/>
              <a:gd name="connsiteX643" fmla="*/ 1868184 w 6299884"/>
              <a:gd name="connsiteY643" fmla="*/ 5340369 h 5597613"/>
              <a:gd name="connsiteX644" fmla="*/ 1850531 w 6299884"/>
              <a:gd name="connsiteY644" fmla="*/ 5344735 h 5597613"/>
              <a:gd name="connsiteX645" fmla="*/ 1834702 w 6299884"/>
              <a:gd name="connsiteY645" fmla="*/ 5341756 h 5597613"/>
              <a:gd name="connsiteX646" fmla="*/ 1814068 w 6299884"/>
              <a:gd name="connsiteY646" fmla="*/ 5346352 h 5597613"/>
              <a:gd name="connsiteX647" fmla="*/ 1799889 w 6299884"/>
              <a:gd name="connsiteY647" fmla="*/ 5372059 h 5597613"/>
              <a:gd name="connsiteX648" fmla="*/ 1797363 w 6299884"/>
              <a:gd name="connsiteY648" fmla="*/ 5370454 h 5597613"/>
              <a:gd name="connsiteX649" fmla="*/ 1779884 w 6299884"/>
              <a:gd name="connsiteY649" fmla="*/ 5338789 h 5597613"/>
              <a:gd name="connsiteX650" fmla="*/ 1772998 w 6299884"/>
              <a:gd name="connsiteY650" fmla="*/ 5335119 h 5597613"/>
              <a:gd name="connsiteX651" fmla="*/ 1722332 w 6299884"/>
              <a:gd name="connsiteY651" fmla="*/ 5346837 h 5597613"/>
              <a:gd name="connsiteX652" fmla="*/ 1698482 w 6299884"/>
              <a:gd name="connsiteY652" fmla="*/ 5348680 h 5597613"/>
              <a:gd name="connsiteX653" fmla="*/ 1688135 w 6299884"/>
              <a:gd name="connsiteY653" fmla="*/ 5331470 h 5597613"/>
              <a:gd name="connsiteX654" fmla="*/ 1711713 w 6299884"/>
              <a:gd name="connsiteY654" fmla="*/ 5303235 h 5597613"/>
              <a:gd name="connsiteX655" fmla="*/ 1748632 w 6299884"/>
              <a:gd name="connsiteY655" fmla="*/ 5299782 h 5597613"/>
              <a:gd name="connsiteX656" fmla="*/ 1782570 w 6299884"/>
              <a:gd name="connsiteY656" fmla="*/ 5296559 h 5597613"/>
              <a:gd name="connsiteX657" fmla="*/ 1813279 w 6299884"/>
              <a:gd name="connsiteY657" fmla="*/ 5282780 h 5597613"/>
              <a:gd name="connsiteX658" fmla="*/ 1837782 w 6299884"/>
              <a:gd name="connsiteY658" fmla="*/ 5258676 h 5597613"/>
              <a:gd name="connsiteX659" fmla="*/ 1907702 w 6299884"/>
              <a:gd name="connsiteY659" fmla="*/ 5240067 h 5597613"/>
              <a:gd name="connsiteX660" fmla="*/ 1953516 w 6299884"/>
              <a:gd name="connsiteY660" fmla="*/ 5204711 h 5597613"/>
              <a:gd name="connsiteX661" fmla="*/ 1974371 w 6299884"/>
              <a:gd name="connsiteY661" fmla="*/ 5195294 h 5597613"/>
              <a:gd name="connsiteX662" fmla="*/ 2105034 w 6299884"/>
              <a:gd name="connsiteY662" fmla="*/ 5155783 h 5597613"/>
              <a:gd name="connsiteX663" fmla="*/ 2124055 w 6299884"/>
              <a:gd name="connsiteY663" fmla="*/ 5145909 h 5597613"/>
              <a:gd name="connsiteX664" fmla="*/ 2138725 w 6299884"/>
              <a:gd name="connsiteY664" fmla="*/ 5141774 h 5597613"/>
              <a:gd name="connsiteX665" fmla="*/ 2130447 w 6299884"/>
              <a:gd name="connsiteY665" fmla="*/ 5128006 h 5597613"/>
              <a:gd name="connsiteX666" fmla="*/ 2131803 w 6299884"/>
              <a:gd name="connsiteY666" fmla="*/ 5114696 h 5597613"/>
              <a:gd name="connsiteX667" fmla="*/ 2154494 w 6299884"/>
              <a:gd name="connsiteY667" fmla="*/ 5105739 h 5597613"/>
              <a:gd name="connsiteX668" fmla="*/ 2202166 w 6299884"/>
              <a:gd name="connsiteY668" fmla="*/ 5086446 h 5597613"/>
              <a:gd name="connsiteX669" fmla="*/ 2209508 w 6299884"/>
              <a:gd name="connsiteY669" fmla="*/ 5088280 h 5597613"/>
              <a:gd name="connsiteX670" fmla="*/ 2237718 w 6299884"/>
              <a:gd name="connsiteY670" fmla="*/ 5088501 h 5597613"/>
              <a:gd name="connsiteX671" fmla="*/ 2349337 w 6299884"/>
              <a:gd name="connsiteY671" fmla="*/ 5043258 h 5597613"/>
              <a:gd name="connsiteX672" fmla="*/ 2358502 w 6299884"/>
              <a:gd name="connsiteY672" fmla="*/ 5037747 h 5597613"/>
              <a:gd name="connsiteX673" fmla="*/ 2386933 w 6299884"/>
              <a:gd name="connsiteY673" fmla="*/ 5033149 h 5597613"/>
              <a:gd name="connsiteX674" fmla="*/ 2411915 w 6299884"/>
              <a:gd name="connsiteY674" fmla="*/ 5022814 h 5597613"/>
              <a:gd name="connsiteX675" fmla="*/ 2417619 w 6299884"/>
              <a:gd name="connsiteY675" fmla="*/ 5003764 h 5597613"/>
              <a:gd name="connsiteX676" fmla="*/ 2443082 w 6299884"/>
              <a:gd name="connsiteY676" fmla="*/ 5007199 h 5597613"/>
              <a:gd name="connsiteX677" fmla="*/ 2453976 w 6299884"/>
              <a:gd name="connsiteY677" fmla="*/ 5001279 h 5597613"/>
              <a:gd name="connsiteX678" fmla="*/ 2455857 w 6299884"/>
              <a:gd name="connsiteY678" fmla="*/ 4996214 h 5597613"/>
              <a:gd name="connsiteX679" fmla="*/ 2464565 w 6299884"/>
              <a:gd name="connsiteY679" fmla="*/ 4991287 h 5597613"/>
              <a:gd name="connsiteX680" fmla="*/ 2466487 w 6299884"/>
              <a:gd name="connsiteY680" fmla="*/ 4992773 h 5597613"/>
              <a:gd name="connsiteX681" fmla="*/ 2468880 w 6299884"/>
              <a:gd name="connsiteY681" fmla="*/ 4993178 h 5597613"/>
              <a:gd name="connsiteX682" fmla="*/ 2470121 w 6299884"/>
              <a:gd name="connsiteY682" fmla="*/ 4992503 h 5597613"/>
              <a:gd name="connsiteX683" fmla="*/ 2491826 w 6299884"/>
              <a:gd name="connsiteY683" fmla="*/ 4940401 h 5597613"/>
              <a:gd name="connsiteX684" fmla="*/ 2492283 w 6299884"/>
              <a:gd name="connsiteY684" fmla="*/ 4938565 h 5597613"/>
              <a:gd name="connsiteX685" fmla="*/ 2504860 w 6299884"/>
              <a:gd name="connsiteY685" fmla="*/ 4915382 h 5597613"/>
              <a:gd name="connsiteX686" fmla="*/ 2672406 w 6299884"/>
              <a:gd name="connsiteY686" fmla="*/ 4849008 h 5597613"/>
              <a:gd name="connsiteX687" fmla="*/ 2727569 w 6299884"/>
              <a:gd name="connsiteY687" fmla="*/ 4824104 h 5597613"/>
              <a:gd name="connsiteX688" fmla="*/ 2684355 w 6299884"/>
              <a:gd name="connsiteY688" fmla="*/ 4780890 h 5597613"/>
              <a:gd name="connsiteX689" fmla="*/ 2638382 w 6299884"/>
              <a:gd name="connsiteY689" fmla="*/ 4797610 h 5597613"/>
              <a:gd name="connsiteX690" fmla="*/ 2525618 w 6299884"/>
              <a:gd name="connsiteY690" fmla="*/ 4843542 h 5597613"/>
              <a:gd name="connsiteX691" fmla="*/ 2401372 w 6299884"/>
              <a:gd name="connsiteY691" fmla="*/ 4880758 h 5597613"/>
              <a:gd name="connsiteX692" fmla="*/ 2353243 w 6299884"/>
              <a:gd name="connsiteY692" fmla="*/ 4901885 h 5597613"/>
              <a:gd name="connsiteX693" fmla="*/ 2321166 w 6299884"/>
              <a:gd name="connsiteY693" fmla="*/ 4921172 h 5597613"/>
              <a:gd name="connsiteX694" fmla="*/ 2265017 w 6299884"/>
              <a:gd name="connsiteY694" fmla="*/ 4947122 h 5597613"/>
              <a:gd name="connsiteX695" fmla="*/ 2218933 w 6299884"/>
              <a:gd name="connsiteY695" fmla="*/ 4956086 h 5597613"/>
              <a:gd name="connsiteX696" fmla="*/ 2203116 w 6299884"/>
              <a:gd name="connsiteY696" fmla="*/ 4960910 h 5597613"/>
              <a:gd name="connsiteX697" fmla="*/ 2177457 w 6299884"/>
              <a:gd name="connsiteY697" fmla="*/ 4977900 h 5597613"/>
              <a:gd name="connsiteX698" fmla="*/ 2077738 w 6299884"/>
              <a:gd name="connsiteY698" fmla="*/ 5006617 h 5597613"/>
              <a:gd name="connsiteX699" fmla="*/ 2049553 w 6299884"/>
              <a:gd name="connsiteY699" fmla="*/ 5022002 h 5597613"/>
              <a:gd name="connsiteX700" fmla="*/ 2005538 w 6299884"/>
              <a:gd name="connsiteY700" fmla="*/ 5034407 h 5597613"/>
              <a:gd name="connsiteX701" fmla="*/ 1981455 w 6299884"/>
              <a:gd name="connsiteY701" fmla="*/ 5033267 h 5597613"/>
              <a:gd name="connsiteX702" fmla="*/ 1903516 w 6299884"/>
              <a:gd name="connsiteY702" fmla="*/ 5056698 h 5597613"/>
              <a:gd name="connsiteX703" fmla="*/ 1838424 w 6299884"/>
              <a:gd name="connsiteY703" fmla="*/ 5083339 h 5597613"/>
              <a:gd name="connsiteX704" fmla="*/ 1818246 w 6299884"/>
              <a:gd name="connsiteY704" fmla="*/ 5086099 h 5597613"/>
              <a:gd name="connsiteX705" fmla="*/ 1791182 w 6299884"/>
              <a:gd name="connsiteY705" fmla="*/ 5085188 h 5597613"/>
              <a:gd name="connsiteX706" fmla="*/ 1731573 w 6299884"/>
              <a:gd name="connsiteY706" fmla="*/ 5097598 h 5597613"/>
              <a:gd name="connsiteX707" fmla="*/ 1647215 w 6299884"/>
              <a:gd name="connsiteY707" fmla="*/ 5123327 h 5597613"/>
              <a:gd name="connsiteX708" fmla="*/ 1627259 w 6299884"/>
              <a:gd name="connsiteY708" fmla="*/ 5121267 h 5597613"/>
              <a:gd name="connsiteX709" fmla="*/ 1620594 w 6299884"/>
              <a:gd name="connsiteY709" fmla="*/ 5112778 h 5597613"/>
              <a:gd name="connsiteX710" fmla="*/ 1528144 w 6299884"/>
              <a:gd name="connsiteY710" fmla="*/ 5096510 h 5597613"/>
              <a:gd name="connsiteX711" fmla="*/ 1519188 w 6299884"/>
              <a:gd name="connsiteY711" fmla="*/ 5089398 h 5597613"/>
              <a:gd name="connsiteX712" fmla="*/ 1520777 w 6299884"/>
              <a:gd name="connsiteY712" fmla="*/ 5079070 h 5597613"/>
              <a:gd name="connsiteX713" fmla="*/ 1516392 w 6299884"/>
              <a:gd name="connsiteY713" fmla="*/ 5061400 h 5597613"/>
              <a:gd name="connsiteX714" fmla="*/ 1500809 w 6299884"/>
              <a:gd name="connsiteY714" fmla="*/ 5069208 h 5597613"/>
              <a:gd name="connsiteX715" fmla="*/ 1467586 w 6299884"/>
              <a:gd name="connsiteY715" fmla="*/ 5089184 h 5597613"/>
              <a:gd name="connsiteX716" fmla="*/ 1445141 w 6299884"/>
              <a:gd name="connsiteY716" fmla="*/ 5108927 h 5597613"/>
              <a:gd name="connsiteX717" fmla="*/ 1440571 w 6299884"/>
              <a:gd name="connsiteY717" fmla="*/ 5119486 h 5597613"/>
              <a:gd name="connsiteX718" fmla="*/ 1429114 w 6299884"/>
              <a:gd name="connsiteY718" fmla="*/ 5126374 h 5597613"/>
              <a:gd name="connsiteX719" fmla="*/ 1422216 w 6299884"/>
              <a:gd name="connsiteY719" fmla="*/ 5114901 h 5597613"/>
              <a:gd name="connsiteX720" fmla="*/ 1423793 w 6299884"/>
              <a:gd name="connsiteY720" fmla="*/ 5096770 h 5597613"/>
              <a:gd name="connsiteX721" fmla="*/ 1423780 w 6299884"/>
              <a:gd name="connsiteY721" fmla="*/ 5088967 h 5597613"/>
              <a:gd name="connsiteX722" fmla="*/ 1416218 w 6299884"/>
              <a:gd name="connsiteY722" fmla="*/ 5091952 h 5597613"/>
              <a:gd name="connsiteX723" fmla="*/ 1409577 w 6299884"/>
              <a:gd name="connsiteY723" fmla="*/ 5099068 h 5597613"/>
              <a:gd name="connsiteX724" fmla="*/ 1402704 w 6299884"/>
              <a:gd name="connsiteY724" fmla="*/ 5103202 h 5597613"/>
              <a:gd name="connsiteX725" fmla="*/ 1347676 w 6299884"/>
              <a:gd name="connsiteY725" fmla="*/ 5112857 h 5597613"/>
              <a:gd name="connsiteX726" fmla="*/ 1323619 w 6299884"/>
              <a:gd name="connsiteY726" fmla="*/ 5127322 h 5597613"/>
              <a:gd name="connsiteX727" fmla="*/ 1306422 w 6299884"/>
              <a:gd name="connsiteY727" fmla="*/ 5129852 h 5597613"/>
              <a:gd name="connsiteX728" fmla="*/ 1307543 w 6299884"/>
              <a:gd name="connsiteY728" fmla="*/ 5113557 h 5597613"/>
              <a:gd name="connsiteX729" fmla="*/ 1310967 w 6299884"/>
              <a:gd name="connsiteY729" fmla="*/ 5103688 h 5597613"/>
              <a:gd name="connsiteX730" fmla="*/ 1311177 w 6299884"/>
              <a:gd name="connsiteY730" fmla="*/ 5091065 h 5597613"/>
              <a:gd name="connsiteX731" fmla="*/ 1297652 w 6299884"/>
              <a:gd name="connsiteY731" fmla="*/ 5094511 h 5597613"/>
              <a:gd name="connsiteX732" fmla="*/ 1264871 w 6299884"/>
              <a:gd name="connsiteY732" fmla="*/ 5104849 h 5597613"/>
              <a:gd name="connsiteX733" fmla="*/ 1230540 w 6299884"/>
              <a:gd name="connsiteY733" fmla="*/ 5148922 h 5597613"/>
              <a:gd name="connsiteX734" fmla="*/ 1219797 w 6299884"/>
              <a:gd name="connsiteY734" fmla="*/ 5172564 h 5597613"/>
              <a:gd name="connsiteX735" fmla="*/ 1181166 w 6299884"/>
              <a:gd name="connsiteY735" fmla="*/ 5108315 h 5597613"/>
              <a:gd name="connsiteX736" fmla="*/ 1185712 w 6299884"/>
              <a:gd name="connsiteY736" fmla="*/ 5082151 h 5597613"/>
              <a:gd name="connsiteX737" fmla="*/ 1176756 w 6299884"/>
              <a:gd name="connsiteY737" fmla="*/ 5075039 h 5597613"/>
              <a:gd name="connsiteX738" fmla="*/ 1187525 w 6299884"/>
              <a:gd name="connsiteY738" fmla="*/ 5067004 h 5597613"/>
              <a:gd name="connsiteX739" fmla="*/ 1196923 w 6299884"/>
              <a:gd name="connsiteY739" fmla="*/ 5064476 h 5597613"/>
              <a:gd name="connsiteX740" fmla="*/ 1204240 w 6299884"/>
              <a:gd name="connsiteY740" fmla="*/ 5050704 h 5597613"/>
              <a:gd name="connsiteX741" fmla="*/ 1209722 w 6299884"/>
              <a:gd name="connsiteY741" fmla="*/ 5036473 h 5597613"/>
              <a:gd name="connsiteX742" fmla="*/ 1236540 w 6299884"/>
              <a:gd name="connsiteY742" fmla="*/ 5026597 h 5597613"/>
              <a:gd name="connsiteX743" fmla="*/ 1260142 w 6299884"/>
              <a:gd name="connsiteY743" fmla="*/ 5013968 h 5597613"/>
              <a:gd name="connsiteX744" fmla="*/ 1259649 w 6299884"/>
              <a:gd name="connsiteY744" fmla="*/ 4992395 h 5597613"/>
              <a:gd name="connsiteX745" fmla="*/ 1260093 w 6299884"/>
              <a:gd name="connsiteY745" fmla="*/ 4982756 h 5597613"/>
              <a:gd name="connsiteX746" fmla="*/ 1297257 w 6299884"/>
              <a:gd name="connsiteY746" fmla="*/ 4990089 h 5597613"/>
              <a:gd name="connsiteX747" fmla="*/ 1310574 w 6299884"/>
              <a:gd name="connsiteY747" fmla="*/ 4999265 h 5597613"/>
              <a:gd name="connsiteX748" fmla="*/ 1337848 w 6299884"/>
              <a:gd name="connsiteY748" fmla="*/ 4987553 h 5597613"/>
              <a:gd name="connsiteX749" fmla="*/ 1336000 w 6299884"/>
              <a:gd name="connsiteY749" fmla="*/ 4979292 h 5597613"/>
              <a:gd name="connsiteX750" fmla="*/ 1332083 w 6299884"/>
              <a:gd name="connsiteY750" fmla="*/ 4967588 h 5597613"/>
              <a:gd name="connsiteX751" fmla="*/ 1340780 w 6299884"/>
              <a:gd name="connsiteY751" fmla="*/ 4956111 h 5597613"/>
              <a:gd name="connsiteX752" fmla="*/ 1381591 w 6299884"/>
              <a:gd name="connsiteY752" fmla="*/ 4948755 h 5597613"/>
              <a:gd name="connsiteX753" fmla="*/ 1405895 w 6299884"/>
              <a:gd name="connsiteY753" fmla="*/ 4945076 h 5597613"/>
              <a:gd name="connsiteX754" fmla="*/ 1457437 w 6299884"/>
              <a:gd name="connsiteY754" fmla="*/ 4906275 h 5597613"/>
              <a:gd name="connsiteX755" fmla="*/ 1472097 w 6299884"/>
              <a:gd name="connsiteY755" fmla="*/ 4894337 h 5597613"/>
              <a:gd name="connsiteX756" fmla="*/ 1533086 w 6299884"/>
              <a:gd name="connsiteY756" fmla="*/ 4884222 h 5597613"/>
              <a:gd name="connsiteX757" fmla="*/ 1562416 w 6299884"/>
              <a:gd name="connsiteY757" fmla="*/ 4868148 h 5597613"/>
              <a:gd name="connsiteX758" fmla="*/ 1590331 w 6299884"/>
              <a:gd name="connsiteY758" fmla="*/ 4826372 h 5597613"/>
              <a:gd name="connsiteX759" fmla="*/ 1605039 w 6299884"/>
              <a:gd name="connsiteY759" fmla="*/ 4845646 h 5597613"/>
              <a:gd name="connsiteX760" fmla="*/ 1632103 w 6299884"/>
              <a:gd name="connsiteY760" fmla="*/ 4846555 h 5597613"/>
              <a:gd name="connsiteX761" fmla="*/ 1628407 w 6299884"/>
              <a:gd name="connsiteY761" fmla="*/ 4830033 h 5597613"/>
              <a:gd name="connsiteX762" fmla="*/ 1636181 w 6299884"/>
              <a:gd name="connsiteY762" fmla="*/ 4814424 h 5597613"/>
              <a:gd name="connsiteX763" fmla="*/ 1665746 w 6299884"/>
              <a:gd name="connsiteY763" fmla="*/ 4801334 h 5597613"/>
              <a:gd name="connsiteX764" fmla="*/ 1705854 w 6299884"/>
              <a:gd name="connsiteY764" fmla="*/ 4785028 h 5597613"/>
              <a:gd name="connsiteX765" fmla="*/ 1724641 w 6299884"/>
              <a:gd name="connsiteY765" fmla="*/ 4772171 h 5597613"/>
              <a:gd name="connsiteX766" fmla="*/ 1728286 w 6299884"/>
              <a:gd name="connsiteY766" fmla="*/ 4757482 h 5597613"/>
              <a:gd name="connsiteX767" fmla="*/ 1738117 w 6299884"/>
              <a:gd name="connsiteY767" fmla="*/ 4737512 h 5597613"/>
              <a:gd name="connsiteX768" fmla="*/ 1753503 w 6299884"/>
              <a:gd name="connsiteY768" fmla="*/ 4750130 h 5597613"/>
              <a:gd name="connsiteX769" fmla="*/ 1764282 w 6299884"/>
              <a:gd name="connsiteY769" fmla="*/ 4749898 h 5597613"/>
              <a:gd name="connsiteX770" fmla="*/ 1767251 w 6299884"/>
              <a:gd name="connsiteY770" fmla="*/ 4741864 h 5597613"/>
              <a:gd name="connsiteX771" fmla="*/ 1771796 w 6299884"/>
              <a:gd name="connsiteY771" fmla="*/ 4715700 h 5597613"/>
              <a:gd name="connsiteX772" fmla="*/ 1768101 w 6299884"/>
              <a:gd name="connsiteY772" fmla="*/ 4699177 h 5597613"/>
              <a:gd name="connsiteX773" fmla="*/ 1757322 w 6299884"/>
              <a:gd name="connsiteY773" fmla="*/ 4699410 h 5597613"/>
              <a:gd name="connsiteX774" fmla="*/ 1647749 w 6299884"/>
              <a:gd name="connsiteY774" fmla="*/ 4732489 h 5597613"/>
              <a:gd name="connsiteX775" fmla="*/ 1559707 w 6299884"/>
              <a:gd name="connsiteY775" fmla="*/ 4749498 h 5597613"/>
              <a:gd name="connsiteX776" fmla="*/ 1506467 w 6299884"/>
              <a:gd name="connsiteY776" fmla="*/ 4728399 h 5597613"/>
              <a:gd name="connsiteX777" fmla="*/ 1483332 w 6299884"/>
              <a:gd name="connsiteY777" fmla="*/ 4746995 h 5597613"/>
              <a:gd name="connsiteX778" fmla="*/ 1469782 w 6299884"/>
              <a:gd name="connsiteY778" fmla="*/ 4734836 h 5597613"/>
              <a:gd name="connsiteX779" fmla="*/ 1445921 w 6299884"/>
              <a:gd name="connsiteY779" fmla="*/ 4728876 h 5597613"/>
              <a:gd name="connsiteX780" fmla="*/ 1436546 w 6299884"/>
              <a:gd name="connsiteY780" fmla="*/ 4747009 h 5597613"/>
              <a:gd name="connsiteX781" fmla="*/ 1439109 w 6299884"/>
              <a:gd name="connsiteY781" fmla="*/ 4772024 h 5597613"/>
              <a:gd name="connsiteX782" fmla="*/ 1414779 w 6299884"/>
              <a:gd name="connsiteY782" fmla="*/ 4760097 h 5597613"/>
              <a:gd name="connsiteX783" fmla="*/ 1390462 w 6299884"/>
              <a:gd name="connsiteY783" fmla="*/ 4755973 h 5597613"/>
              <a:gd name="connsiteX784" fmla="*/ 1380534 w 6299884"/>
              <a:gd name="connsiteY784" fmla="*/ 4713519 h 5597613"/>
              <a:gd name="connsiteX785" fmla="*/ 1394270 w 6299884"/>
              <a:gd name="connsiteY785" fmla="*/ 4697450 h 5597613"/>
              <a:gd name="connsiteX786" fmla="*/ 1408042 w 6299884"/>
              <a:gd name="connsiteY786" fmla="*/ 4704789 h 5597613"/>
              <a:gd name="connsiteX787" fmla="*/ 1419055 w 6299884"/>
              <a:gd name="connsiteY787" fmla="*/ 4707541 h 5597613"/>
              <a:gd name="connsiteX788" fmla="*/ 1457119 w 6299884"/>
              <a:gd name="connsiteY788" fmla="*/ 4703399 h 5597613"/>
              <a:gd name="connsiteX789" fmla="*/ 1483013 w 6299884"/>
              <a:gd name="connsiteY789" fmla="*/ 4689392 h 5597613"/>
              <a:gd name="connsiteX790" fmla="*/ 1491955 w 6299884"/>
              <a:gd name="connsiteY790" fmla="*/ 4688700 h 5597613"/>
              <a:gd name="connsiteX791" fmla="*/ 1503658 w 6299884"/>
              <a:gd name="connsiteY791" fmla="*/ 4692599 h 5597613"/>
              <a:gd name="connsiteX792" fmla="*/ 1563232 w 6299884"/>
              <a:gd name="connsiteY792" fmla="*/ 4656779 h 5597613"/>
              <a:gd name="connsiteX793" fmla="*/ 1583207 w 6299884"/>
              <a:gd name="connsiteY793" fmla="*/ 4642657 h 5597613"/>
              <a:gd name="connsiteX794" fmla="*/ 1558320 w 6299884"/>
              <a:gd name="connsiteY794" fmla="*/ 4645131 h 5597613"/>
              <a:gd name="connsiteX795" fmla="*/ 1522270 w 6299884"/>
              <a:gd name="connsiteY795" fmla="*/ 4653352 h 5597613"/>
              <a:gd name="connsiteX796" fmla="*/ 1510946 w 6299884"/>
              <a:gd name="connsiteY796" fmla="*/ 4651318 h 5597613"/>
              <a:gd name="connsiteX797" fmla="*/ 1506927 w 6299884"/>
              <a:gd name="connsiteY797" fmla="*/ 4642852 h 5597613"/>
              <a:gd name="connsiteX798" fmla="*/ 1492614 w 6299884"/>
              <a:gd name="connsiteY798" fmla="*/ 4640755 h 5597613"/>
              <a:gd name="connsiteX799" fmla="*/ 1462067 w 6299884"/>
              <a:gd name="connsiteY799" fmla="*/ 4673038 h 5597613"/>
              <a:gd name="connsiteX800" fmla="*/ 1448209 w 6299884"/>
              <a:gd name="connsiteY800" fmla="*/ 4678135 h 5597613"/>
              <a:gd name="connsiteX801" fmla="*/ 1443676 w 6299884"/>
              <a:gd name="connsiteY801" fmla="*/ 4665468 h 5597613"/>
              <a:gd name="connsiteX802" fmla="*/ 1428967 w 6299884"/>
              <a:gd name="connsiteY802" fmla="*/ 4653185 h 5597613"/>
              <a:gd name="connsiteX803" fmla="*/ 1416376 w 6299884"/>
              <a:gd name="connsiteY803" fmla="*/ 4654716 h 5597613"/>
              <a:gd name="connsiteX804" fmla="*/ 1406380 w 6299884"/>
              <a:gd name="connsiteY804" fmla="*/ 4646126 h 5597613"/>
              <a:gd name="connsiteX805" fmla="*/ 1403569 w 6299884"/>
              <a:gd name="connsiteY805" fmla="*/ 4637086 h 5597613"/>
              <a:gd name="connsiteX806" fmla="*/ 1393333 w 6299884"/>
              <a:gd name="connsiteY806" fmla="*/ 4640463 h 5597613"/>
              <a:gd name="connsiteX807" fmla="*/ 1363143 w 6299884"/>
              <a:gd name="connsiteY807" fmla="*/ 4654795 h 5597613"/>
              <a:gd name="connsiteX808" fmla="*/ 1281241 w 6299884"/>
              <a:gd name="connsiteY808" fmla="*/ 4712937 h 5597613"/>
              <a:gd name="connsiteX809" fmla="*/ 1272550 w 6299884"/>
              <a:gd name="connsiteY809" fmla="*/ 4728917 h 5597613"/>
              <a:gd name="connsiteX810" fmla="*/ 1268136 w 6299884"/>
              <a:gd name="connsiteY810" fmla="*/ 4710266 h 5597613"/>
              <a:gd name="connsiteX811" fmla="*/ 1244519 w 6299884"/>
              <a:gd name="connsiteY811" fmla="*/ 4694803 h 5597613"/>
              <a:gd name="connsiteX812" fmla="*/ 1123778 w 6299884"/>
              <a:gd name="connsiteY812" fmla="*/ 4720999 h 5597613"/>
              <a:gd name="connsiteX813" fmla="*/ 1081055 w 6299884"/>
              <a:gd name="connsiteY813" fmla="*/ 4733870 h 5597613"/>
              <a:gd name="connsiteX814" fmla="*/ 1061576 w 6299884"/>
              <a:gd name="connsiteY814" fmla="*/ 4720888 h 5597613"/>
              <a:gd name="connsiteX815" fmla="*/ 1034159 w 6299884"/>
              <a:gd name="connsiteY815" fmla="*/ 4716120 h 5597613"/>
              <a:gd name="connsiteX816" fmla="*/ 1008224 w 6299884"/>
              <a:gd name="connsiteY816" fmla="*/ 4726949 h 5597613"/>
              <a:gd name="connsiteX817" fmla="*/ 992523 w 6299884"/>
              <a:gd name="connsiteY817" fmla="*/ 4734402 h 5597613"/>
              <a:gd name="connsiteX818" fmla="*/ 973717 w 6299884"/>
              <a:gd name="connsiteY818" fmla="*/ 4747775 h 5597613"/>
              <a:gd name="connsiteX819" fmla="*/ 955721 w 6299884"/>
              <a:gd name="connsiteY819" fmla="*/ 4750390 h 5597613"/>
              <a:gd name="connsiteX820" fmla="*/ 940259 w 6299884"/>
              <a:gd name="connsiteY820" fmla="*/ 4745874 h 5597613"/>
              <a:gd name="connsiteX821" fmla="*/ 919276 w 6299884"/>
              <a:gd name="connsiteY821" fmla="*/ 4748426 h 5597613"/>
              <a:gd name="connsiteX822" fmla="*/ 902645 w 6299884"/>
              <a:gd name="connsiteY822" fmla="*/ 4772621 h 5597613"/>
              <a:gd name="connsiteX823" fmla="*/ 900290 w 6299884"/>
              <a:gd name="connsiteY823" fmla="*/ 4770776 h 5597613"/>
              <a:gd name="connsiteX824" fmla="*/ 885996 w 6299884"/>
              <a:gd name="connsiteY824" fmla="*/ 4737549 h 5597613"/>
              <a:gd name="connsiteX825" fmla="*/ 879504 w 6299884"/>
              <a:gd name="connsiteY825" fmla="*/ 4733221 h 5597613"/>
              <a:gd name="connsiteX826" fmla="*/ 827933 w 6299884"/>
              <a:gd name="connsiteY826" fmla="*/ 4739919 h 5597613"/>
              <a:gd name="connsiteX827" fmla="*/ 804019 w 6299884"/>
              <a:gd name="connsiteY827" fmla="*/ 4739416 h 5597613"/>
              <a:gd name="connsiteX828" fmla="*/ 795407 w 6299884"/>
              <a:gd name="connsiteY828" fmla="*/ 4721276 h 5597613"/>
              <a:gd name="connsiteX829" fmla="*/ 821638 w 6299884"/>
              <a:gd name="connsiteY829" fmla="*/ 4695487 h 5597613"/>
              <a:gd name="connsiteX830" fmla="*/ 858718 w 6299884"/>
              <a:gd name="connsiteY830" fmla="*/ 4695668 h 5597613"/>
              <a:gd name="connsiteX831" fmla="*/ 892808 w 6299884"/>
              <a:gd name="connsiteY831" fmla="*/ 4695786 h 5597613"/>
              <a:gd name="connsiteX832" fmla="*/ 924722 w 6299884"/>
              <a:gd name="connsiteY832" fmla="*/ 4685083 h 5597613"/>
              <a:gd name="connsiteX833" fmla="*/ 951467 w 6299884"/>
              <a:gd name="connsiteY833" fmla="*/ 4663496 h 5597613"/>
              <a:gd name="connsiteX834" fmla="*/ 1022875 w 6299884"/>
              <a:gd name="connsiteY834" fmla="*/ 4651828 h 5597613"/>
              <a:gd name="connsiteX835" fmla="*/ 1071932 w 6299884"/>
              <a:gd name="connsiteY835" fmla="*/ 4621131 h 5597613"/>
              <a:gd name="connsiteX836" fmla="*/ 1093609 w 6299884"/>
              <a:gd name="connsiteY836" fmla="*/ 4613804 h 5597613"/>
              <a:gd name="connsiteX837" fmla="*/ 1227516 w 6299884"/>
              <a:gd name="connsiteY837" fmla="*/ 4587287 h 5597613"/>
              <a:gd name="connsiteX838" fmla="*/ 1247412 w 6299884"/>
              <a:gd name="connsiteY838" fmla="*/ 4579325 h 5597613"/>
              <a:gd name="connsiteX839" fmla="*/ 1262417 w 6299884"/>
              <a:gd name="connsiteY839" fmla="*/ 4576647 h 5597613"/>
              <a:gd name="connsiteX840" fmla="*/ 1255529 w 6299884"/>
              <a:gd name="connsiteY840" fmla="*/ 4562135 h 5597613"/>
              <a:gd name="connsiteX841" fmla="*/ 1258182 w 6299884"/>
              <a:gd name="connsiteY841" fmla="*/ 4549021 h 5597613"/>
              <a:gd name="connsiteX842" fmla="*/ 1281643 w 6299884"/>
              <a:gd name="connsiteY842" fmla="*/ 4542330 h 5597613"/>
              <a:gd name="connsiteX843" fmla="*/ 1330977 w 6299884"/>
              <a:gd name="connsiteY843" fmla="*/ 4527802 h 5597613"/>
              <a:gd name="connsiteX844" fmla="*/ 1338103 w 6299884"/>
              <a:gd name="connsiteY844" fmla="*/ 4530348 h 5597613"/>
              <a:gd name="connsiteX845" fmla="*/ 1366155 w 6299884"/>
              <a:gd name="connsiteY845" fmla="*/ 4533332 h 5597613"/>
              <a:gd name="connsiteX846" fmla="*/ 1481670 w 6299884"/>
              <a:gd name="connsiteY846" fmla="*/ 4499244 h 5597613"/>
              <a:gd name="connsiteX847" fmla="*/ 1491330 w 6299884"/>
              <a:gd name="connsiteY847" fmla="*/ 4494658 h 5597613"/>
              <a:gd name="connsiteX848" fmla="*/ 1520075 w 6299884"/>
              <a:gd name="connsiteY848" fmla="*/ 4492868 h 5597613"/>
              <a:gd name="connsiteX849" fmla="*/ 1545950 w 6299884"/>
              <a:gd name="connsiteY849" fmla="*/ 4485032 h 5597613"/>
              <a:gd name="connsiteX850" fmla="*/ 1553494 w 6299884"/>
              <a:gd name="connsiteY850" fmla="*/ 4466631 h 5597613"/>
              <a:gd name="connsiteX851" fmla="*/ 1578497 w 6299884"/>
              <a:gd name="connsiteY851" fmla="*/ 4472545 h 5597613"/>
              <a:gd name="connsiteX852" fmla="*/ 1606846 w 6299884"/>
              <a:gd name="connsiteY852" fmla="*/ 4460570 h 5597613"/>
              <a:gd name="connsiteX853" fmla="*/ 1633554 w 6299884"/>
              <a:gd name="connsiteY853" fmla="*/ 4410846 h 5597613"/>
              <a:gd name="connsiteX854" fmla="*/ 1634187 w 6299884"/>
              <a:gd name="connsiteY854" fmla="*/ 4409062 h 5597613"/>
              <a:gd name="connsiteX855" fmla="*/ 1648976 w 6299884"/>
              <a:gd name="connsiteY855" fmla="*/ 4387223 h 5597613"/>
              <a:gd name="connsiteX856" fmla="*/ 1822219 w 6299884"/>
              <a:gd name="connsiteY856" fmla="*/ 4337588 h 5597613"/>
              <a:gd name="connsiteX857" fmla="*/ 1930608 w 6299884"/>
              <a:gd name="connsiteY857" fmla="*/ 4300955 h 5597613"/>
              <a:gd name="connsiteX858" fmla="*/ 1996364 w 6299884"/>
              <a:gd name="connsiteY858" fmla="*/ 4284004 h 5597613"/>
              <a:gd name="connsiteX859" fmla="*/ 2063271 w 6299884"/>
              <a:gd name="connsiteY859" fmla="*/ 4272036 h 5597613"/>
              <a:gd name="connsiteX860" fmla="*/ 2075747 w 6299884"/>
              <a:gd name="connsiteY860" fmla="*/ 4267200 h 5597613"/>
              <a:gd name="connsiteX861" fmla="*/ 2102270 w 6299884"/>
              <a:gd name="connsiteY861" fmla="*/ 4260878 h 5597613"/>
              <a:gd name="connsiteX862" fmla="*/ 2111565 w 6299884"/>
              <a:gd name="connsiteY862" fmla="*/ 4258217 h 5597613"/>
              <a:gd name="connsiteX863" fmla="*/ 2141816 w 6299884"/>
              <a:gd name="connsiteY863" fmla="*/ 4238352 h 5597613"/>
              <a:gd name="connsiteX864" fmla="*/ 2125416 w 6299884"/>
              <a:gd name="connsiteY864" fmla="*/ 4221952 h 5597613"/>
              <a:gd name="connsiteX865" fmla="*/ 2125357 w 6299884"/>
              <a:gd name="connsiteY865" fmla="*/ 4221946 h 5597613"/>
              <a:gd name="connsiteX866" fmla="*/ 2106767 w 6299884"/>
              <a:gd name="connsiteY866" fmla="*/ 4214377 h 5597613"/>
              <a:gd name="connsiteX867" fmla="*/ 2109538 w 6299884"/>
              <a:gd name="connsiteY867" fmla="*/ 4207635 h 5597613"/>
              <a:gd name="connsiteX868" fmla="*/ 2110678 w 6299884"/>
              <a:gd name="connsiteY868" fmla="*/ 4207213 h 5597613"/>
              <a:gd name="connsiteX869" fmla="*/ 2103573 w 6299884"/>
              <a:gd name="connsiteY869" fmla="*/ 4200109 h 5597613"/>
              <a:gd name="connsiteX870" fmla="*/ 1978934 w 6299884"/>
              <a:gd name="connsiteY870" fmla="*/ 4235597 h 5597613"/>
              <a:gd name="connsiteX871" fmla="*/ 1793396 w 6299884"/>
              <a:gd name="connsiteY871" fmla="*/ 4283103 h 5597613"/>
              <a:gd name="connsiteX872" fmla="*/ 1676673 w 6299884"/>
              <a:gd name="connsiteY872" fmla="*/ 4317764 h 5597613"/>
              <a:gd name="connsiteX873" fmla="*/ 1549379 w 6299884"/>
              <a:gd name="connsiteY873" fmla="*/ 4342624 h 5597613"/>
              <a:gd name="connsiteX874" fmla="*/ 1499411 w 6299884"/>
              <a:gd name="connsiteY874" fmla="*/ 4358935 h 5597613"/>
              <a:gd name="connsiteX875" fmla="*/ 1465598 w 6299884"/>
              <a:gd name="connsiteY875" fmla="*/ 4374986 h 5597613"/>
              <a:gd name="connsiteX876" fmla="*/ 1407177 w 6299884"/>
              <a:gd name="connsiteY876" fmla="*/ 4395308 h 5597613"/>
              <a:gd name="connsiteX877" fmla="*/ 1360436 w 6299884"/>
              <a:gd name="connsiteY877" fmla="*/ 4399713 h 5597613"/>
              <a:gd name="connsiteX878" fmla="*/ 1344223 w 6299884"/>
              <a:gd name="connsiteY878" fmla="*/ 4402964 h 5597613"/>
              <a:gd name="connsiteX879" fmla="*/ 1317022 w 6299884"/>
              <a:gd name="connsiteY879" fmla="*/ 4417358 h 5597613"/>
              <a:gd name="connsiteX880" fmla="*/ 1214969 w 6299884"/>
              <a:gd name="connsiteY880" fmla="*/ 4436163 h 5597613"/>
              <a:gd name="connsiteX881" fmla="*/ 1185411 w 6299884"/>
              <a:gd name="connsiteY881" fmla="*/ 4448713 h 5597613"/>
              <a:gd name="connsiteX882" fmla="*/ 1140393 w 6299884"/>
              <a:gd name="connsiteY882" fmla="*/ 4456745 h 5597613"/>
              <a:gd name="connsiteX883" fmla="*/ 1134185 w 6299884"/>
              <a:gd name="connsiteY883" fmla="*/ 4454276 h 5597613"/>
              <a:gd name="connsiteX884" fmla="*/ 856296 w 6299884"/>
              <a:gd name="connsiteY884" fmla="*/ 4568640 h 5597613"/>
              <a:gd name="connsiteX885" fmla="*/ 849216 w 6299884"/>
              <a:gd name="connsiteY885" fmla="*/ 4568763 h 5597613"/>
              <a:gd name="connsiteX886" fmla="*/ 840471 w 6299884"/>
              <a:gd name="connsiteY886" fmla="*/ 4575153 h 5597613"/>
              <a:gd name="connsiteX887" fmla="*/ 826408 w 6299884"/>
              <a:gd name="connsiteY887" fmla="*/ 4580940 h 5597613"/>
              <a:gd name="connsiteX888" fmla="*/ 805445 w 6299884"/>
              <a:gd name="connsiteY888" fmla="*/ 4572461 h 5597613"/>
              <a:gd name="connsiteX889" fmla="*/ 794323 w 6299884"/>
              <a:gd name="connsiteY889" fmla="*/ 4575785 h 5597613"/>
              <a:gd name="connsiteX890" fmla="*/ 785404 w 6299884"/>
              <a:gd name="connsiteY890" fmla="*/ 4584012 h 5597613"/>
              <a:gd name="connsiteX891" fmla="*/ 774939 w 6299884"/>
              <a:gd name="connsiteY891" fmla="*/ 4579456 h 5597613"/>
              <a:gd name="connsiteX892" fmla="*/ 761194 w 6299884"/>
              <a:gd name="connsiteY892" fmla="*/ 4588172 h 5597613"/>
              <a:gd name="connsiteX893" fmla="*/ 748356 w 6299884"/>
              <a:gd name="connsiteY893" fmla="*/ 4591425 h 5597613"/>
              <a:gd name="connsiteX894" fmla="*/ 727328 w 6299884"/>
              <a:gd name="connsiteY894" fmla="*/ 4593308 h 5597613"/>
              <a:gd name="connsiteX895" fmla="*/ 712554 w 6299884"/>
              <a:gd name="connsiteY895" fmla="*/ 4584792 h 5597613"/>
              <a:gd name="connsiteX896" fmla="*/ 692650 w 6299884"/>
              <a:gd name="connsiteY896" fmla="*/ 4592912 h 5597613"/>
              <a:gd name="connsiteX897" fmla="*/ 689825 w 6299884"/>
              <a:gd name="connsiteY897" fmla="*/ 4603452 h 5597613"/>
              <a:gd name="connsiteX898" fmla="*/ 678687 w 6299884"/>
              <a:gd name="connsiteY898" fmla="*/ 4589930 h 5597613"/>
              <a:gd name="connsiteX899" fmla="*/ 677851 w 6299884"/>
              <a:gd name="connsiteY899" fmla="*/ 4593676 h 5597613"/>
              <a:gd name="connsiteX900" fmla="*/ 673252 w 6299884"/>
              <a:gd name="connsiteY900" fmla="*/ 4605205 h 5597613"/>
              <a:gd name="connsiteX901" fmla="*/ 661120 w 6299884"/>
              <a:gd name="connsiteY901" fmla="*/ 4605333 h 5597613"/>
              <a:gd name="connsiteX902" fmla="*/ 657493 w 6299884"/>
              <a:gd name="connsiteY902" fmla="*/ 4604527 h 5597613"/>
              <a:gd name="connsiteX903" fmla="*/ 650141 w 6299884"/>
              <a:gd name="connsiteY903" fmla="*/ 4599411 h 5597613"/>
              <a:gd name="connsiteX904" fmla="*/ 647934 w 6299884"/>
              <a:gd name="connsiteY904" fmla="*/ 4594507 h 5597613"/>
              <a:gd name="connsiteX905" fmla="*/ 640473 w 6299884"/>
              <a:gd name="connsiteY905" fmla="*/ 4583542 h 5597613"/>
              <a:gd name="connsiteX906" fmla="*/ 597855 w 6299884"/>
              <a:gd name="connsiteY906" fmla="*/ 4584192 h 5597613"/>
              <a:gd name="connsiteX907" fmla="*/ 529311 w 6299884"/>
              <a:gd name="connsiteY907" fmla="*/ 4588932 h 5597613"/>
              <a:gd name="connsiteX908" fmla="*/ 508214 w 6299884"/>
              <a:gd name="connsiteY908" fmla="*/ 4592532 h 5597613"/>
              <a:gd name="connsiteX909" fmla="*/ 492015 w 6299884"/>
              <a:gd name="connsiteY909" fmla="*/ 4593927 h 5597613"/>
              <a:gd name="connsiteX910" fmla="*/ 463182 w 6299884"/>
              <a:gd name="connsiteY910" fmla="*/ 4593427 h 5597613"/>
              <a:gd name="connsiteX911" fmla="*/ 434527 w 6299884"/>
              <a:gd name="connsiteY911" fmla="*/ 4597060 h 5597613"/>
              <a:gd name="connsiteX912" fmla="*/ 413155 w 6299884"/>
              <a:gd name="connsiteY912" fmla="*/ 4607524 h 5597613"/>
              <a:gd name="connsiteX913" fmla="*/ 390372 w 6299884"/>
              <a:gd name="connsiteY913" fmla="*/ 4601772 h 5597613"/>
              <a:gd name="connsiteX914" fmla="*/ 370358 w 6299884"/>
              <a:gd name="connsiteY914" fmla="*/ 4604042 h 5597613"/>
              <a:gd name="connsiteX915" fmla="*/ 339250 w 6299884"/>
              <a:gd name="connsiteY915" fmla="*/ 4600353 h 5597613"/>
              <a:gd name="connsiteX916" fmla="*/ 283161 w 6299884"/>
              <a:gd name="connsiteY916" fmla="*/ 4602854 h 5597613"/>
              <a:gd name="connsiteX917" fmla="*/ 238692 w 6299884"/>
              <a:gd name="connsiteY917" fmla="*/ 4606868 h 5597613"/>
              <a:gd name="connsiteX918" fmla="*/ 227457 w 6299884"/>
              <a:gd name="connsiteY918" fmla="*/ 4604343 h 5597613"/>
              <a:gd name="connsiteX919" fmla="*/ 200792 w 6299884"/>
              <a:gd name="connsiteY919" fmla="*/ 4601182 h 5597613"/>
              <a:gd name="connsiteX920" fmla="*/ 195895 w 6299884"/>
              <a:gd name="connsiteY920" fmla="*/ 4603385 h 5597613"/>
              <a:gd name="connsiteX921" fmla="*/ 196829 w 6299884"/>
              <a:gd name="connsiteY921" fmla="*/ 4588641 h 5597613"/>
              <a:gd name="connsiteX922" fmla="*/ 208119 w 6299884"/>
              <a:gd name="connsiteY922" fmla="*/ 4572603 h 5597613"/>
              <a:gd name="connsiteX923" fmla="*/ 220327 w 6299884"/>
              <a:gd name="connsiteY923" fmla="*/ 4567949 h 5597613"/>
              <a:gd name="connsiteX924" fmla="*/ 233976 w 6299884"/>
              <a:gd name="connsiteY924" fmla="*/ 4570230 h 5597613"/>
              <a:gd name="connsiteX925" fmla="*/ 237761 w 6299884"/>
              <a:gd name="connsiteY925" fmla="*/ 4578638 h 5597613"/>
              <a:gd name="connsiteX926" fmla="*/ 244866 w 6299884"/>
              <a:gd name="connsiteY926" fmla="*/ 4581337 h 5597613"/>
              <a:gd name="connsiteX927" fmla="*/ 259586 w 6299884"/>
              <a:gd name="connsiteY927" fmla="*/ 4565442 h 5597613"/>
              <a:gd name="connsiteX928" fmla="*/ 262836 w 6299884"/>
              <a:gd name="connsiteY928" fmla="*/ 4561450 h 5597613"/>
              <a:gd name="connsiteX929" fmla="*/ 266828 w 6299884"/>
              <a:gd name="connsiteY929" fmla="*/ 4564708 h 5597613"/>
              <a:gd name="connsiteX930" fmla="*/ 268405 w 6299884"/>
              <a:gd name="connsiteY930" fmla="*/ 4568211 h 5597613"/>
              <a:gd name="connsiteX931" fmla="*/ 276909 w 6299884"/>
              <a:gd name="connsiteY931" fmla="*/ 4570281 h 5597613"/>
              <a:gd name="connsiteX932" fmla="*/ 286881 w 6299884"/>
              <a:gd name="connsiteY932" fmla="*/ 4570003 h 5597613"/>
              <a:gd name="connsiteX933" fmla="*/ 289651 w 6299884"/>
              <a:gd name="connsiteY933" fmla="*/ 4578025 h 5597613"/>
              <a:gd name="connsiteX934" fmla="*/ 280941 w 6299884"/>
              <a:gd name="connsiteY934" fmla="*/ 4581105 h 5597613"/>
              <a:gd name="connsiteX935" fmla="*/ 275660 w 6299884"/>
              <a:gd name="connsiteY935" fmla="*/ 4584325 h 5597613"/>
              <a:gd name="connsiteX936" fmla="*/ 279198 w 6299884"/>
              <a:gd name="connsiteY936" fmla="*/ 4590316 h 5597613"/>
              <a:gd name="connsiteX937" fmla="*/ 294480 w 6299884"/>
              <a:gd name="connsiteY937" fmla="*/ 4577537 h 5597613"/>
              <a:gd name="connsiteX938" fmla="*/ 307032 w 6299884"/>
              <a:gd name="connsiteY938" fmla="*/ 4564302 h 5597613"/>
              <a:gd name="connsiteX939" fmla="*/ 350872 w 6299884"/>
              <a:gd name="connsiteY939" fmla="*/ 4558888 h 5597613"/>
              <a:gd name="connsiteX940" fmla="*/ 356125 w 6299884"/>
              <a:gd name="connsiteY940" fmla="*/ 4564950 h 5597613"/>
              <a:gd name="connsiteX941" fmla="*/ 357674 w 6299884"/>
              <a:gd name="connsiteY941" fmla="*/ 4577734 h 5597613"/>
              <a:gd name="connsiteX942" fmla="*/ 366424 w 6299884"/>
              <a:gd name="connsiteY942" fmla="*/ 4582221 h 5597613"/>
              <a:gd name="connsiteX943" fmla="*/ 369359 w 6299884"/>
              <a:gd name="connsiteY943" fmla="*/ 4577528 h 5597613"/>
              <a:gd name="connsiteX944" fmla="*/ 373929 w 6299884"/>
              <a:gd name="connsiteY944" fmla="*/ 4557775 h 5597613"/>
              <a:gd name="connsiteX945" fmla="*/ 375890 w 6299884"/>
              <a:gd name="connsiteY945" fmla="*/ 4560263 h 5597613"/>
              <a:gd name="connsiteX946" fmla="*/ 386178 w 6299884"/>
              <a:gd name="connsiteY946" fmla="*/ 4560688 h 5597613"/>
              <a:gd name="connsiteX947" fmla="*/ 391007 w 6299884"/>
              <a:gd name="connsiteY947" fmla="*/ 4560198 h 5597613"/>
              <a:gd name="connsiteX948" fmla="*/ 405039 w 6299884"/>
              <a:gd name="connsiteY948" fmla="*/ 4561465 h 5597613"/>
              <a:gd name="connsiteX949" fmla="*/ 426863 w 6299884"/>
              <a:gd name="connsiteY949" fmla="*/ 4548267 h 5597613"/>
              <a:gd name="connsiteX950" fmla="*/ 428154 w 6299884"/>
              <a:gd name="connsiteY950" fmla="*/ 4541789 h 5597613"/>
              <a:gd name="connsiteX951" fmla="*/ 427236 w 6299884"/>
              <a:gd name="connsiteY951" fmla="*/ 4530406 h 5597613"/>
              <a:gd name="connsiteX952" fmla="*/ 406206 w 6299884"/>
              <a:gd name="connsiteY952" fmla="*/ 4532290 h 5597613"/>
              <a:gd name="connsiteX953" fmla="*/ 386401 w 6299884"/>
              <a:gd name="connsiteY953" fmla="*/ 4529410 h 5597613"/>
              <a:gd name="connsiteX954" fmla="*/ 410680 w 6299884"/>
              <a:gd name="connsiteY954" fmla="*/ 4523535 h 5597613"/>
              <a:gd name="connsiteX955" fmla="*/ 426907 w 6299884"/>
              <a:gd name="connsiteY955" fmla="*/ 4512858 h 5597613"/>
              <a:gd name="connsiteX956" fmla="*/ 436317 w 6299884"/>
              <a:gd name="connsiteY956" fmla="*/ 4509464 h 5597613"/>
              <a:gd name="connsiteX957" fmla="*/ 437963 w 6299884"/>
              <a:gd name="connsiteY957" fmla="*/ 4511251 h 5597613"/>
              <a:gd name="connsiteX958" fmla="*/ 472420 w 6299884"/>
              <a:gd name="connsiteY958" fmla="*/ 4499950 h 5597613"/>
              <a:gd name="connsiteX959" fmla="*/ 486647 w 6299884"/>
              <a:gd name="connsiteY959" fmla="*/ 4479221 h 5597613"/>
              <a:gd name="connsiteX960" fmla="*/ 511940 w 6299884"/>
              <a:gd name="connsiteY960" fmla="*/ 4473730 h 5597613"/>
              <a:gd name="connsiteX961" fmla="*/ 545040 w 6299884"/>
              <a:gd name="connsiteY961" fmla="*/ 4470625 h 5597613"/>
              <a:gd name="connsiteX962" fmla="*/ 553920 w 6299884"/>
              <a:gd name="connsiteY962" fmla="*/ 4469373 h 5597613"/>
              <a:gd name="connsiteX963" fmla="*/ 555336 w 6299884"/>
              <a:gd name="connsiteY963" fmla="*/ 4461800 h 5597613"/>
              <a:gd name="connsiteX964" fmla="*/ 556089 w 6299884"/>
              <a:gd name="connsiteY964" fmla="*/ 4454034 h 5597613"/>
              <a:gd name="connsiteX965" fmla="*/ 548269 w 6299884"/>
              <a:gd name="connsiteY965" fmla="*/ 4456264 h 5597613"/>
              <a:gd name="connsiteX966" fmla="*/ 540964 w 6299884"/>
              <a:gd name="connsiteY966" fmla="*/ 4462695 h 5597613"/>
              <a:gd name="connsiteX967" fmla="*/ 533718 w 6299884"/>
              <a:gd name="connsiteY967" fmla="*/ 4466135 h 5597613"/>
              <a:gd name="connsiteX968" fmla="*/ 478010 w 6299884"/>
              <a:gd name="connsiteY968" fmla="*/ 4470351 h 5597613"/>
              <a:gd name="connsiteX969" fmla="*/ 452649 w 6299884"/>
              <a:gd name="connsiteY969" fmla="*/ 4482390 h 5597613"/>
              <a:gd name="connsiteX970" fmla="*/ 435287 w 6299884"/>
              <a:gd name="connsiteY970" fmla="*/ 4483221 h 5597613"/>
              <a:gd name="connsiteX971" fmla="*/ 438001 w 6299884"/>
              <a:gd name="connsiteY971" fmla="*/ 4467115 h 5597613"/>
              <a:gd name="connsiteX972" fmla="*/ 442377 w 6299884"/>
              <a:gd name="connsiteY972" fmla="*/ 4457629 h 5597613"/>
              <a:gd name="connsiteX973" fmla="*/ 443821 w 6299884"/>
              <a:gd name="connsiteY973" fmla="*/ 4445087 h 5597613"/>
              <a:gd name="connsiteX974" fmla="*/ 430024 w 6299884"/>
              <a:gd name="connsiteY974" fmla="*/ 4447191 h 5597613"/>
              <a:gd name="connsiteX975" fmla="*/ 396388 w 6299884"/>
              <a:gd name="connsiteY975" fmla="*/ 4454267 h 5597613"/>
              <a:gd name="connsiteX976" fmla="*/ 357902 w 6299884"/>
              <a:gd name="connsiteY976" fmla="*/ 4494764 h 5597613"/>
              <a:gd name="connsiteX977" fmla="*/ 344895 w 6299884"/>
              <a:gd name="connsiteY977" fmla="*/ 4517239 h 5597613"/>
              <a:gd name="connsiteX978" fmla="*/ 312747 w 6299884"/>
              <a:gd name="connsiteY978" fmla="*/ 4449515 h 5597613"/>
              <a:gd name="connsiteX979" fmla="*/ 319834 w 6299884"/>
              <a:gd name="connsiteY979" fmla="*/ 4423921 h 5597613"/>
              <a:gd name="connsiteX980" fmla="*/ 311619 w 6299884"/>
              <a:gd name="connsiteY980" fmla="*/ 4415965 h 5597613"/>
              <a:gd name="connsiteX981" fmla="*/ 323121 w 6299884"/>
              <a:gd name="connsiteY981" fmla="*/ 4409024 h 5597613"/>
              <a:gd name="connsiteX982" fmla="*/ 332722 w 6299884"/>
              <a:gd name="connsiteY982" fmla="*/ 4407430 h 5597613"/>
              <a:gd name="connsiteX983" fmla="*/ 341355 w 6299884"/>
              <a:gd name="connsiteY983" fmla="*/ 4394442 h 5597613"/>
              <a:gd name="connsiteX984" fmla="*/ 348204 w 6299884"/>
              <a:gd name="connsiteY984" fmla="*/ 4380817 h 5597613"/>
              <a:gd name="connsiteX985" fmla="*/ 375860 w 6299884"/>
              <a:gd name="connsiteY985" fmla="*/ 4373616 h 5597613"/>
              <a:gd name="connsiteX986" fmla="*/ 400586 w 6299884"/>
              <a:gd name="connsiteY986" fmla="*/ 4363360 h 5597613"/>
              <a:gd name="connsiteX987" fmla="*/ 402211 w 6299884"/>
              <a:gd name="connsiteY987" fmla="*/ 4341843 h 5597613"/>
              <a:gd name="connsiteX988" fmla="*/ 403597 w 6299884"/>
              <a:gd name="connsiteY988" fmla="*/ 4332294 h 5597613"/>
              <a:gd name="connsiteX989" fmla="*/ 439864 w 6299884"/>
              <a:gd name="connsiteY989" fmla="*/ 4343233 h 5597613"/>
              <a:gd name="connsiteX990" fmla="*/ 452217 w 6299884"/>
              <a:gd name="connsiteY990" fmla="*/ 4353670 h 5597613"/>
              <a:gd name="connsiteX991" fmla="*/ 480507 w 6299884"/>
              <a:gd name="connsiteY991" fmla="*/ 4344687 h 5597613"/>
              <a:gd name="connsiteX992" fmla="*/ 479478 w 6299884"/>
              <a:gd name="connsiteY992" fmla="*/ 4336285 h 5597613"/>
              <a:gd name="connsiteX993" fmla="*/ 476727 w 6299884"/>
              <a:gd name="connsiteY993" fmla="*/ 4324254 h 5597613"/>
              <a:gd name="connsiteX994" fmla="*/ 486506 w 6299884"/>
              <a:gd name="connsiteY994" fmla="*/ 4313683 h 5597613"/>
              <a:gd name="connsiteX995" fmla="*/ 527843 w 6299884"/>
              <a:gd name="connsiteY995" fmla="*/ 4310362 h 5597613"/>
              <a:gd name="connsiteX996" fmla="*/ 552391 w 6299884"/>
              <a:gd name="connsiteY996" fmla="*/ 4309083 h 5597613"/>
              <a:gd name="connsiteX997" fmla="*/ 607485 w 6299884"/>
              <a:gd name="connsiteY997" fmla="*/ 4275520 h 5597613"/>
              <a:gd name="connsiteX998" fmla="*/ 623244 w 6299884"/>
              <a:gd name="connsiteY998" fmla="*/ 4265076 h 5597613"/>
              <a:gd name="connsiteX999" fmla="*/ 684931 w 6299884"/>
              <a:gd name="connsiteY999" fmla="*/ 4260985 h 5597613"/>
              <a:gd name="connsiteX1000" fmla="*/ 715697 w 6299884"/>
              <a:gd name="connsiteY1000" fmla="*/ 4247864 h 5597613"/>
              <a:gd name="connsiteX1001" fmla="*/ 747570 w 6299884"/>
              <a:gd name="connsiteY1001" fmla="*/ 4209023 h 5597613"/>
              <a:gd name="connsiteX1002" fmla="*/ 760319 w 6299884"/>
              <a:gd name="connsiteY1002" fmla="*/ 4229645 h 5597613"/>
              <a:gd name="connsiteX1003" fmla="*/ 787163 w 6299884"/>
              <a:gd name="connsiteY1003" fmla="*/ 4233204 h 5597613"/>
              <a:gd name="connsiteX1004" fmla="*/ 785104 w 6299884"/>
              <a:gd name="connsiteY1004" fmla="*/ 4216398 h 5597613"/>
              <a:gd name="connsiteX1005" fmla="*/ 794371 w 6299884"/>
              <a:gd name="connsiteY1005" fmla="*/ 4201626 h 5597613"/>
              <a:gd name="connsiteX1006" fmla="*/ 825075 w 6299884"/>
              <a:gd name="connsiteY1006" fmla="*/ 4191497 h 5597613"/>
              <a:gd name="connsiteX1007" fmla="*/ 866589 w 6299884"/>
              <a:gd name="connsiteY1007" fmla="*/ 4179200 h 5597613"/>
              <a:gd name="connsiteX1008" fmla="*/ 886545 w 6299884"/>
              <a:gd name="connsiteY1008" fmla="*/ 4168245 h 5597613"/>
              <a:gd name="connsiteX1009" fmla="*/ 887035 w 6299884"/>
              <a:gd name="connsiteY1009" fmla="*/ 4166866 h 5597613"/>
              <a:gd name="connsiteX1010" fmla="*/ 882684 w 6299884"/>
              <a:gd name="connsiteY1010" fmla="*/ 4163094 h 5597613"/>
              <a:gd name="connsiteX1011" fmla="*/ 864552 w 6299884"/>
              <a:gd name="connsiteY1011" fmla="*/ 4153690 h 5597613"/>
              <a:gd name="connsiteX1012" fmla="*/ 781266 w 6299884"/>
              <a:gd name="connsiteY1012" fmla="*/ 4131912 h 5597613"/>
              <a:gd name="connsiteX1013" fmla="*/ 777725 w 6299884"/>
              <a:gd name="connsiteY1013" fmla="*/ 4129841 h 5597613"/>
              <a:gd name="connsiteX1014" fmla="*/ 770042 w 6299884"/>
              <a:gd name="connsiteY1014" fmla="*/ 4131672 h 5597613"/>
              <a:gd name="connsiteX1015" fmla="*/ 724627 w 6299884"/>
              <a:gd name="connsiteY1015" fmla="*/ 4129520 h 5597613"/>
              <a:gd name="connsiteX1016" fmla="*/ 673711 w 6299884"/>
              <a:gd name="connsiteY1016" fmla="*/ 4103304 h 5597613"/>
              <a:gd name="connsiteX1017" fmla="*/ 648864 w 6299884"/>
              <a:gd name="connsiteY1017" fmla="*/ 4119544 h 5597613"/>
              <a:gd name="connsiteX1018" fmla="*/ 636571 w 6299884"/>
              <a:gd name="connsiteY1018" fmla="*/ 4106116 h 5597613"/>
              <a:gd name="connsiteX1019" fmla="*/ 613409 w 6299884"/>
              <a:gd name="connsiteY1019" fmla="*/ 4097845 h 5597613"/>
              <a:gd name="connsiteX1020" fmla="*/ 602304 w 6299884"/>
              <a:gd name="connsiteY1020" fmla="*/ 4114973 h 5597613"/>
              <a:gd name="connsiteX1021" fmla="*/ 602401 w 6299884"/>
              <a:gd name="connsiteY1021" fmla="*/ 4140118 h 5597613"/>
              <a:gd name="connsiteX1022" fmla="*/ 579359 w 6299884"/>
              <a:gd name="connsiteY1022" fmla="*/ 4125865 h 5597613"/>
              <a:gd name="connsiteX1023" fmla="*/ 555562 w 6299884"/>
              <a:gd name="connsiteY1023" fmla="*/ 4119378 h 5597613"/>
              <a:gd name="connsiteX1024" fmla="*/ 549843 w 6299884"/>
              <a:gd name="connsiteY1024" fmla="*/ 4076155 h 5597613"/>
              <a:gd name="connsiteX1025" fmla="*/ 565086 w 6299884"/>
              <a:gd name="connsiteY1025" fmla="*/ 4061510 h 5597613"/>
              <a:gd name="connsiteX1026" fmla="*/ 578072 w 6299884"/>
              <a:gd name="connsiteY1026" fmla="*/ 4070164 h 5597613"/>
              <a:gd name="connsiteX1027" fmla="*/ 588762 w 6299884"/>
              <a:gd name="connsiteY1027" fmla="*/ 4073980 h 5597613"/>
              <a:gd name="connsiteX1028" fmla="*/ 627050 w 6299884"/>
              <a:gd name="connsiteY1028" fmla="*/ 4073589 h 5597613"/>
              <a:gd name="connsiteX1029" fmla="*/ 654192 w 6299884"/>
              <a:gd name="connsiteY1029" fmla="*/ 4062187 h 5597613"/>
              <a:gd name="connsiteX1030" fmla="*/ 663159 w 6299884"/>
              <a:gd name="connsiteY1030" fmla="*/ 4062375 h 5597613"/>
              <a:gd name="connsiteX1031" fmla="*/ 674424 w 6299884"/>
              <a:gd name="connsiteY1031" fmla="*/ 4067401 h 5597613"/>
              <a:gd name="connsiteX1032" fmla="*/ 737220 w 6299884"/>
              <a:gd name="connsiteY1032" fmla="*/ 4037592 h 5597613"/>
              <a:gd name="connsiteX1033" fmla="*/ 756255 w 6299884"/>
              <a:gd name="connsiteY1033" fmla="*/ 4026763 h 5597613"/>
              <a:gd name="connsiteX1034" fmla="*/ 755376 w 6299884"/>
              <a:gd name="connsiteY1034" fmla="*/ 4024979 h 5597613"/>
              <a:gd name="connsiteX1035" fmla="*/ 747533 w 6299884"/>
              <a:gd name="connsiteY1035" fmla="*/ 4014284 h 5597613"/>
              <a:gd name="connsiteX1036" fmla="*/ 704965 w 6299884"/>
              <a:gd name="connsiteY1036" fmla="*/ 4016432 h 5597613"/>
              <a:gd name="connsiteX1037" fmla="*/ 636630 w 6299884"/>
              <a:gd name="connsiteY1037" fmla="*/ 4023580 h 5597613"/>
              <a:gd name="connsiteX1038" fmla="*/ 615672 w 6299884"/>
              <a:gd name="connsiteY1038" fmla="*/ 4027920 h 5597613"/>
              <a:gd name="connsiteX1039" fmla="*/ 599532 w 6299884"/>
              <a:gd name="connsiteY1039" fmla="*/ 4029884 h 5597613"/>
              <a:gd name="connsiteX1040" fmla="*/ 570700 w 6299884"/>
              <a:gd name="connsiteY1040" fmla="*/ 4030398 h 5597613"/>
              <a:gd name="connsiteX1041" fmla="*/ 542190 w 6299884"/>
              <a:gd name="connsiteY1041" fmla="*/ 4035037 h 5597613"/>
              <a:gd name="connsiteX1042" fmla="*/ 521199 w 6299884"/>
              <a:gd name="connsiteY1042" fmla="*/ 4046247 h 5597613"/>
              <a:gd name="connsiteX1043" fmla="*/ 498228 w 6299884"/>
              <a:gd name="connsiteY1043" fmla="*/ 4041299 h 5597613"/>
              <a:gd name="connsiteX1044" fmla="*/ 478307 w 6299884"/>
              <a:gd name="connsiteY1044" fmla="*/ 4044271 h 5597613"/>
              <a:gd name="connsiteX1045" fmla="*/ 447088 w 6299884"/>
              <a:gd name="connsiteY1045" fmla="*/ 4041678 h 5597613"/>
              <a:gd name="connsiteX1046" fmla="*/ 391122 w 6299884"/>
              <a:gd name="connsiteY1046" fmla="*/ 4046151 h 5597613"/>
              <a:gd name="connsiteX1047" fmla="*/ 346820 w 6299884"/>
              <a:gd name="connsiteY1047" fmla="*/ 4051727 h 5597613"/>
              <a:gd name="connsiteX1048" fmla="*/ 335505 w 6299884"/>
              <a:gd name="connsiteY1048" fmla="*/ 4049597 h 5597613"/>
              <a:gd name="connsiteX1049" fmla="*/ 308745 w 6299884"/>
              <a:gd name="connsiteY1049" fmla="*/ 4047376 h 5597613"/>
              <a:gd name="connsiteX1050" fmla="*/ 303928 w 6299884"/>
              <a:gd name="connsiteY1050" fmla="*/ 4049751 h 5597613"/>
              <a:gd name="connsiteX1051" fmla="*/ 304344 w 6299884"/>
              <a:gd name="connsiteY1051" fmla="*/ 4034982 h 5597613"/>
              <a:gd name="connsiteX1052" fmla="*/ 315063 w 6299884"/>
              <a:gd name="connsiteY1052" fmla="*/ 4018559 h 5597613"/>
              <a:gd name="connsiteX1053" fmla="*/ 327099 w 6299884"/>
              <a:gd name="connsiteY1053" fmla="*/ 4013478 h 5597613"/>
              <a:gd name="connsiteX1054" fmla="*/ 340820 w 6299884"/>
              <a:gd name="connsiteY1054" fmla="*/ 4015276 h 5597613"/>
              <a:gd name="connsiteX1055" fmla="*/ 344897 w 6299884"/>
              <a:gd name="connsiteY1055" fmla="*/ 4023547 h 5597613"/>
              <a:gd name="connsiteX1056" fmla="*/ 352094 w 6299884"/>
              <a:gd name="connsiteY1056" fmla="*/ 4025994 h 5597613"/>
              <a:gd name="connsiteX1057" fmla="*/ 366245 w 6299884"/>
              <a:gd name="connsiteY1057" fmla="*/ 4009591 h 5597613"/>
              <a:gd name="connsiteX1058" fmla="*/ 369354 w 6299884"/>
              <a:gd name="connsiteY1058" fmla="*/ 4005487 h 5597613"/>
              <a:gd name="connsiteX1059" fmla="*/ 373457 w 6299884"/>
              <a:gd name="connsiteY1059" fmla="*/ 4008603 h 5597613"/>
              <a:gd name="connsiteX1060" fmla="*/ 375156 w 6299884"/>
              <a:gd name="connsiteY1060" fmla="*/ 4012047 h 5597613"/>
              <a:gd name="connsiteX1061" fmla="*/ 383728 w 6299884"/>
              <a:gd name="connsiteY1061" fmla="*/ 4013818 h 5597613"/>
              <a:gd name="connsiteX1062" fmla="*/ 393684 w 6299884"/>
              <a:gd name="connsiteY1062" fmla="*/ 4013190 h 5597613"/>
              <a:gd name="connsiteX1063" fmla="*/ 396735 w 6299884"/>
              <a:gd name="connsiteY1063" fmla="*/ 4021110 h 5597613"/>
              <a:gd name="connsiteX1064" fmla="*/ 388139 w 6299884"/>
              <a:gd name="connsiteY1064" fmla="*/ 4024493 h 5597613"/>
              <a:gd name="connsiteX1065" fmla="*/ 382974 w 6299884"/>
              <a:gd name="connsiteY1065" fmla="*/ 4027897 h 5597613"/>
              <a:gd name="connsiteX1066" fmla="*/ 386720 w 6299884"/>
              <a:gd name="connsiteY1066" fmla="*/ 4033759 h 5597613"/>
              <a:gd name="connsiteX1067" fmla="*/ 401543 w 6299884"/>
              <a:gd name="connsiteY1067" fmla="*/ 4020451 h 5597613"/>
              <a:gd name="connsiteX1068" fmla="*/ 413622 w 6299884"/>
              <a:gd name="connsiteY1068" fmla="*/ 4006784 h 5597613"/>
              <a:gd name="connsiteX1069" fmla="*/ 457244 w 6299884"/>
              <a:gd name="connsiteY1069" fmla="*/ 3999831 h 5597613"/>
              <a:gd name="connsiteX1070" fmla="*/ 462707 w 6299884"/>
              <a:gd name="connsiteY1070" fmla="*/ 4005705 h 5597613"/>
              <a:gd name="connsiteX1071" fmla="*/ 464705 w 6299884"/>
              <a:gd name="connsiteY1071" fmla="*/ 4018426 h 5597613"/>
              <a:gd name="connsiteX1072" fmla="*/ 473608 w 6299884"/>
              <a:gd name="connsiteY1072" fmla="*/ 4022601 h 5597613"/>
              <a:gd name="connsiteX1073" fmla="*/ 476376 w 6299884"/>
              <a:gd name="connsiteY1073" fmla="*/ 4017810 h 5597613"/>
              <a:gd name="connsiteX1074" fmla="*/ 480248 w 6299884"/>
              <a:gd name="connsiteY1074" fmla="*/ 3997908 h 5597613"/>
              <a:gd name="connsiteX1075" fmla="*/ 482296 w 6299884"/>
              <a:gd name="connsiteY1075" fmla="*/ 4000325 h 5597613"/>
              <a:gd name="connsiteX1076" fmla="*/ 492592 w 6299884"/>
              <a:gd name="connsiteY1076" fmla="*/ 4000388 h 5597613"/>
              <a:gd name="connsiteX1077" fmla="*/ 497400 w 6299884"/>
              <a:gd name="connsiteY1077" fmla="*/ 3999729 h 5597613"/>
              <a:gd name="connsiteX1078" fmla="*/ 511468 w 6299884"/>
              <a:gd name="connsiteY1078" fmla="*/ 4000501 h 5597613"/>
              <a:gd name="connsiteX1079" fmla="*/ 532814 w 6299884"/>
              <a:gd name="connsiteY1079" fmla="*/ 3986544 h 5597613"/>
              <a:gd name="connsiteX1080" fmla="*/ 533876 w 6299884"/>
              <a:gd name="connsiteY1080" fmla="*/ 3980024 h 5597613"/>
              <a:gd name="connsiteX1081" fmla="*/ 532559 w 6299884"/>
              <a:gd name="connsiteY1081" fmla="*/ 3968680 h 5597613"/>
              <a:gd name="connsiteX1082" fmla="*/ 511610 w 6299884"/>
              <a:gd name="connsiteY1082" fmla="*/ 3971302 h 5597613"/>
              <a:gd name="connsiteX1083" fmla="*/ 491713 w 6299884"/>
              <a:gd name="connsiteY1083" fmla="*/ 3969121 h 5597613"/>
              <a:gd name="connsiteX1084" fmla="*/ 515772 w 6299884"/>
              <a:gd name="connsiteY1084" fmla="*/ 3962396 h 5597613"/>
              <a:gd name="connsiteX1085" fmla="*/ 531613 w 6299884"/>
              <a:gd name="connsiteY1085" fmla="*/ 3951154 h 5597613"/>
              <a:gd name="connsiteX1086" fmla="*/ 540899 w 6299884"/>
              <a:gd name="connsiteY1086" fmla="*/ 3947431 h 5597613"/>
              <a:gd name="connsiteX1087" fmla="*/ 542606 w 6299884"/>
              <a:gd name="connsiteY1087" fmla="*/ 3949160 h 5597613"/>
              <a:gd name="connsiteX1088" fmla="*/ 576645 w 6299884"/>
              <a:gd name="connsiteY1088" fmla="*/ 3936654 h 5597613"/>
              <a:gd name="connsiteX1089" fmla="*/ 590133 w 6299884"/>
              <a:gd name="connsiteY1089" fmla="*/ 3915437 h 5597613"/>
              <a:gd name="connsiteX1090" fmla="*/ 615218 w 6299884"/>
              <a:gd name="connsiteY1090" fmla="*/ 3909061 h 5597613"/>
              <a:gd name="connsiteX1091" fmla="*/ 648188 w 6299884"/>
              <a:gd name="connsiteY1091" fmla="*/ 3904793 h 5597613"/>
              <a:gd name="connsiteX1092" fmla="*/ 672577 w 6299884"/>
              <a:gd name="connsiteY1092" fmla="*/ 3900475 h 5597613"/>
              <a:gd name="connsiteX1093" fmla="*/ 690789 w 6299884"/>
              <a:gd name="connsiteY1093" fmla="*/ 3895775 h 5597613"/>
              <a:gd name="connsiteX1094" fmla="*/ 707271 w 6299884"/>
              <a:gd name="connsiteY1094" fmla="*/ 3894499 h 5597613"/>
              <a:gd name="connsiteX1095" fmla="*/ 731938 w 6299884"/>
              <a:gd name="connsiteY1095" fmla="*/ 3920483 h 5597613"/>
              <a:gd name="connsiteX1096" fmla="*/ 740866 w 6299884"/>
              <a:gd name="connsiteY1096" fmla="*/ 3914347 h 5597613"/>
              <a:gd name="connsiteX1097" fmla="*/ 746892 w 6299884"/>
              <a:gd name="connsiteY1097" fmla="*/ 3911486 h 5597613"/>
              <a:gd name="connsiteX1098" fmla="*/ 747004 w 6299884"/>
              <a:gd name="connsiteY1098" fmla="*/ 3910883 h 5597613"/>
              <a:gd name="connsiteX1099" fmla="*/ 763567 w 6299884"/>
              <a:gd name="connsiteY1099" fmla="*/ 3892433 h 5597613"/>
              <a:gd name="connsiteX1100" fmla="*/ 776931 w 6299884"/>
              <a:gd name="connsiteY1100" fmla="*/ 3896979 h 5597613"/>
              <a:gd name="connsiteX1101" fmla="*/ 788331 w 6299884"/>
              <a:gd name="connsiteY1101" fmla="*/ 3881932 h 5597613"/>
              <a:gd name="connsiteX1102" fmla="*/ 811377 w 6299884"/>
              <a:gd name="connsiteY1102" fmla="*/ 3871421 h 5597613"/>
              <a:gd name="connsiteX1103" fmla="*/ 861514 w 6299884"/>
              <a:gd name="connsiteY1103" fmla="*/ 3865539 h 5597613"/>
              <a:gd name="connsiteX1104" fmla="*/ 869755 w 6299884"/>
              <a:gd name="connsiteY1104" fmla="*/ 3864902 h 5597613"/>
              <a:gd name="connsiteX1105" fmla="*/ 885249 w 6299884"/>
              <a:gd name="connsiteY1105" fmla="*/ 3854689 h 5597613"/>
              <a:gd name="connsiteX1106" fmla="*/ 888706 w 6299884"/>
              <a:gd name="connsiteY1106" fmla="*/ 3849557 h 5597613"/>
              <a:gd name="connsiteX1107" fmla="*/ 894906 w 6299884"/>
              <a:gd name="connsiteY1107" fmla="*/ 3844785 h 5597613"/>
              <a:gd name="connsiteX1108" fmla="*/ 906911 w 6299884"/>
              <a:gd name="connsiteY1108" fmla="*/ 3846575 h 5597613"/>
              <a:gd name="connsiteX1109" fmla="*/ 918897 w 6299884"/>
              <a:gd name="connsiteY1109" fmla="*/ 3851799 h 5597613"/>
              <a:gd name="connsiteX1110" fmla="*/ 929882 w 6299884"/>
              <a:gd name="connsiteY1110" fmla="*/ 3851522 h 5597613"/>
              <a:gd name="connsiteX1111" fmla="*/ 945335 w 6299884"/>
              <a:gd name="connsiteY1111" fmla="*/ 3849897 h 5597613"/>
              <a:gd name="connsiteX1112" fmla="*/ 951526 w 6299884"/>
              <a:gd name="connsiteY1112" fmla="*/ 3846842 h 5597613"/>
              <a:gd name="connsiteX1113" fmla="*/ 956881 w 6299884"/>
              <a:gd name="connsiteY1113" fmla="*/ 3844662 h 5597613"/>
              <a:gd name="connsiteX1114" fmla="*/ 959336 w 6299884"/>
              <a:gd name="connsiteY1114" fmla="*/ 3834907 h 5597613"/>
              <a:gd name="connsiteX1115" fmla="*/ 970531 w 6299884"/>
              <a:gd name="connsiteY1115" fmla="*/ 3824592 h 5597613"/>
              <a:gd name="connsiteX1116" fmla="*/ 978681 w 6299884"/>
              <a:gd name="connsiteY1116" fmla="*/ 3821188 h 5597613"/>
              <a:gd name="connsiteX1117" fmla="*/ 976364 w 6299884"/>
              <a:gd name="connsiteY1117" fmla="*/ 3820885 h 5597613"/>
              <a:gd name="connsiteX1118" fmla="*/ 960348 w 6299884"/>
              <a:gd name="connsiteY1118" fmla="*/ 3797086 h 5597613"/>
              <a:gd name="connsiteX1119" fmla="*/ 977128 w 6299884"/>
              <a:gd name="connsiteY1119" fmla="*/ 3805087 h 5597613"/>
              <a:gd name="connsiteX1120" fmla="*/ 991941 w 6299884"/>
              <a:gd name="connsiteY1120" fmla="*/ 3793497 h 5597613"/>
              <a:gd name="connsiteX1121" fmla="*/ 996740 w 6299884"/>
              <a:gd name="connsiteY1121" fmla="*/ 3794556 h 5597613"/>
              <a:gd name="connsiteX1122" fmla="*/ 997405 w 6299884"/>
              <a:gd name="connsiteY1122" fmla="*/ 3799369 h 5597613"/>
              <a:gd name="connsiteX1123" fmla="*/ 1000463 w 6299884"/>
              <a:gd name="connsiteY1123" fmla="*/ 3805570 h 5597613"/>
              <a:gd name="connsiteX1124" fmla="*/ 1004252 w 6299884"/>
              <a:gd name="connsiteY1124" fmla="*/ 3802845 h 5597613"/>
              <a:gd name="connsiteX1125" fmla="*/ 1011797 w 6299884"/>
              <a:gd name="connsiteY1125" fmla="*/ 3804265 h 5597613"/>
              <a:gd name="connsiteX1126" fmla="*/ 1014523 w 6299884"/>
              <a:gd name="connsiteY1126" fmla="*/ 3808059 h 5597613"/>
              <a:gd name="connsiteX1127" fmla="*/ 1046224 w 6299884"/>
              <a:gd name="connsiteY1127" fmla="*/ 3782143 h 5597613"/>
              <a:gd name="connsiteX1128" fmla="*/ 1047941 w 6299884"/>
              <a:gd name="connsiteY1128" fmla="*/ 3782154 h 5597613"/>
              <a:gd name="connsiteX1129" fmla="*/ 1097772 w 6299884"/>
              <a:gd name="connsiteY1129" fmla="*/ 3768712 h 5597613"/>
              <a:gd name="connsiteX1130" fmla="*/ 1111499 w 6299884"/>
              <a:gd name="connsiteY1130" fmla="*/ 3768795 h 5597613"/>
              <a:gd name="connsiteX1131" fmla="*/ 1127962 w 6299884"/>
              <a:gd name="connsiteY1131" fmla="*/ 3770955 h 5597613"/>
              <a:gd name="connsiteX1132" fmla="*/ 1155809 w 6299884"/>
              <a:gd name="connsiteY1132" fmla="*/ 3761503 h 5597613"/>
              <a:gd name="connsiteX1133" fmla="*/ 1157244 w 6299884"/>
              <a:gd name="connsiteY1133" fmla="*/ 3748802 h 5597613"/>
              <a:gd name="connsiteX1134" fmla="*/ 1153836 w 6299884"/>
              <a:gd name="connsiteY1134" fmla="*/ 3743628 h 5597613"/>
              <a:gd name="connsiteX1135" fmla="*/ 1151151 w 6299884"/>
              <a:gd name="connsiteY1135" fmla="*/ 3731245 h 5597613"/>
              <a:gd name="connsiteX1136" fmla="*/ 1150496 w 6299884"/>
              <a:gd name="connsiteY1136" fmla="*/ 3724715 h 5597613"/>
              <a:gd name="connsiteX1137" fmla="*/ 1157351 w 6299884"/>
              <a:gd name="connsiteY1137" fmla="*/ 3726474 h 5597613"/>
              <a:gd name="connsiteX1138" fmla="*/ 1171023 w 6299884"/>
              <a:gd name="connsiteY1138" fmla="*/ 3738578 h 5597613"/>
              <a:gd name="connsiteX1139" fmla="*/ 1204986 w 6299884"/>
              <a:gd name="connsiteY1139" fmla="*/ 3741531 h 5597613"/>
              <a:gd name="connsiteX1140" fmla="*/ 1205312 w 6299884"/>
              <a:gd name="connsiteY1140" fmla="*/ 3741354 h 5597613"/>
              <a:gd name="connsiteX1141" fmla="*/ 1210948 w 6299884"/>
              <a:gd name="connsiteY1141" fmla="*/ 3735660 h 5597613"/>
              <a:gd name="connsiteX1142" fmla="*/ 1233495 w 6299884"/>
              <a:gd name="connsiteY1142" fmla="*/ 3714583 h 5597613"/>
              <a:gd name="connsiteX1143" fmla="*/ 1251292 w 6299884"/>
              <a:gd name="connsiteY1143" fmla="*/ 3709625 h 5597613"/>
              <a:gd name="connsiteX1144" fmla="*/ 1213753 w 6299884"/>
              <a:gd name="connsiteY1144" fmla="*/ 3713324 h 5597613"/>
              <a:gd name="connsiteX1145" fmla="*/ 1176475 w 6299884"/>
              <a:gd name="connsiteY1145" fmla="*/ 3725584 h 5597613"/>
              <a:gd name="connsiteX1146" fmla="*/ 1156518 w 6299884"/>
              <a:gd name="connsiteY1146" fmla="*/ 3723524 h 5597613"/>
              <a:gd name="connsiteX1147" fmla="*/ 1109732 w 6299884"/>
              <a:gd name="connsiteY1147" fmla="*/ 3723538 h 5597613"/>
              <a:gd name="connsiteX1148" fmla="*/ 1101713 w 6299884"/>
              <a:gd name="connsiteY1148" fmla="*/ 3728360 h 5597613"/>
              <a:gd name="connsiteX1149" fmla="*/ 1100297 w 6299884"/>
              <a:gd name="connsiteY1149" fmla="*/ 3702657 h 5597613"/>
              <a:gd name="connsiteX1150" fmla="*/ 1116533 w 6299884"/>
              <a:gd name="connsiteY1150" fmla="*/ 3672587 h 5597613"/>
              <a:gd name="connsiteX1151" fmla="*/ 1136698 w 6299884"/>
              <a:gd name="connsiteY1151" fmla="*/ 3662024 h 5597613"/>
              <a:gd name="connsiteX1152" fmla="*/ 1160781 w 6299884"/>
              <a:gd name="connsiteY1152" fmla="*/ 3663165 h 5597613"/>
              <a:gd name="connsiteX1153" fmla="*/ 1169058 w 6299884"/>
              <a:gd name="connsiteY1153" fmla="*/ 3676932 h 5597613"/>
              <a:gd name="connsiteX1154" fmla="*/ 1181907 w 6299884"/>
              <a:gd name="connsiteY1154" fmla="*/ 3680142 h 5597613"/>
              <a:gd name="connsiteX1155" fmla="*/ 1204106 w 6299884"/>
              <a:gd name="connsiteY1155" fmla="*/ 3649612 h 5597613"/>
              <a:gd name="connsiteX1156" fmla="*/ 1208910 w 6299884"/>
              <a:gd name="connsiteY1156" fmla="*/ 3642037 h 5597613"/>
              <a:gd name="connsiteX1157" fmla="*/ 1216486 w 6299884"/>
              <a:gd name="connsiteY1157" fmla="*/ 3646854 h 5597613"/>
              <a:gd name="connsiteX1158" fmla="*/ 1219936 w 6299884"/>
              <a:gd name="connsiteY1158" fmla="*/ 3652591 h 5597613"/>
              <a:gd name="connsiteX1159" fmla="*/ 1235075 w 6299884"/>
              <a:gd name="connsiteY1159" fmla="*/ 3654423 h 5597613"/>
              <a:gd name="connsiteX1160" fmla="*/ 1252271 w 6299884"/>
              <a:gd name="connsiteY1160" fmla="*/ 3651893 h 5597613"/>
              <a:gd name="connsiteX1161" fmla="*/ 1258714 w 6299884"/>
              <a:gd name="connsiteY1161" fmla="*/ 3665202 h 5597613"/>
              <a:gd name="connsiteX1162" fmla="*/ 1244277 w 6299884"/>
              <a:gd name="connsiteY1162" fmla="*/ 3672321 h 5597613"/>
              <a:gd name="connsiteX1163" fmla="*/ 1235801 w 6299884"/>
              <a:gd name="connsiteY1163" fmla="*/ 3678979 h 5597613"/>
              <a:gd name="connsiteX1164" fmla="*/ 1243155 w 6299884"/>
              <a:gd name="connsiteY1164" fmla="*/ 3688615 h 5597613"/>
              <a:gd name="connsiteX1165" fmla="*/ 1266967 w 6299884"/>
              <a:gd name="connsiteY1165" fmla="*/ 3663363 h 5597613"/>
              <a:gd name="connsiteX1166" fmla="*/ 1285963 w 6299884"/>
              <a:gd name="connsiteY1166" fmla="*/ 3637883 h 5597613"/>
              <a:gd name="connsiteX1167" fmla="*/ 1360699 w 6299884"/>
              <a:gd name="connsiteY1167" fmla="*/ 3619502 h 5597613"/>
              <a:gd name="connsiteX1168" fmla="*/ 1371034 w 6299884"/>
              <a:gd name="connsiteY1168" fmla="*/ 3628908 h 5597613"/>
              <a:gd name="connsiteX1169" fmla="*/ 1376344 w 6299884"/>
              <a:gd name="connsiteY1169" fmla="*/ 3650709 h 5597613"/>
              <a:gd name="connsiteX1170" fmla="*/ 1392407 w 6299884"/>
              <a:gd name="connsiteY1170" fmla="*/ 3656672 h 5597613"/>
              <a:gd name="connsiteX1171" fmla="*/ 1396522 w 6299884"/>
              <a:gd name="connsiteY1171" fmla="*/ 3647950 h 5597613"/>
              <a:gd name="connsiteX1172" fmla="*/ 1400365 w 6299884"/>
              <a:gd name="connsiteY1172" fmla="*/ 3612835 h 5597613"/>
              <a:gd name="connsiteX1173" fmla="*/ 1404270 w 6299884"/>
              <a:gd name="connsiteY1173" fmla="*/ 3616735 h 5597613"/>
              <a:gd name="connsiteX1174" fmla="*/ 1422157 w 6299884"/>
              <a:gd name="connsiteY1174" fmla="*/ 3615353 h 5597613"/>
              <a:gd name="connsiteX1175" fmla="*/ 1430410 w 6299884"/>
              <a:gd name="connsiteY1175" fmla="*/ 3613515 h 5597613"/>
              <a:gd name="connsiteX1176" fmla="*/ 1454949 w 6299884"/>
              <a:gd name="connsiteY1176" fmla="*/ 3612819 h 5597613"/>
              <a:gd name="connsiteX1177" fmla="*/ 1471179 w 6299884"/>
              <a:gd name="connsiteY1177" fmla="*/ 3597008 h 5597613"/>
              <a:gd name="connsiteX1178" fmla="*/ 1483402 w 6299884"/>
              <a:gd name="connsiteY1178" fmla="*/ 3589531 h 5597613"/>
              <a:gd name="connsiteX1179" fmla="*/ 1482030 w 6299884"/>
              <a:gd name="connsiteY1179" fmla="*/ 3585177 h 5597613"/>
              <a:gd name="connsiteX1180" fmla="*/ 1485110 w 6299884"/>
              <a:gd name="connsiteY1180" fmla="*/ 3588488 h 5597613"/>
              <a:gd name="connsiteX1181" fmla="*/ 1489355 w 6299884"/>
              <a:gd name="connsiteY1181" fmla="*/ 3585891 h 5597613"/>
              <a:gd name="connsiteX1182" fmla="*/ 1463026 w 6299884"/>
              <a:gd name="connsiteY1182" fmla="*/ 3559561 h 5597613"/>
              <a:gd name="connsiteX1183" fmla="*/ 1450970 w 6299884"/>
              <a:gd name="connsiteY1183" fmla="*/ 3562101 h 5597613"/>
              <a:gd name="connsiteX1184" fmla="*/ 1416109 w 6299884"/>
              <a:gd name="connsiteY1184" fmla="*/ 3561194 h 5597613"/>
              <a:gd name="connsiteX1185" fmla="*/ 1440534 w 6299884"/>
              <a:gd name="connsiteY1185" fmla="*/ 3547825 h 5597613"/>
              <a:gd name="connsiteX1186" fmla="*/ 1450229 w 6299884"/>
              <a:gd name="connsiteY1186" fmla="*/ 3546765 h 5597613"/>
              <a:gd name="connsiteX1187" fmla="*/ 1408567 w 6299884"/>
              <a:gd name="connsiteY1187" fmla="*/ 3505103 h 5597613"/>
              <a:gd name="connsiteX1188" fmla="*/ 1400907 w 6299884"/>
              <a:gd name="connsiteY1188" fmla="*/ 3506931 h 5597613"/>
              <a:gd name="connsiteX1189" fmla="*/ 1388430 w 6299884"/>
              <a:gd name="connsiteY1189" fmla="*/ 3532859 h 5597613"/>
              <a:gd name="connsiteX1190" fmla="*/ 1386014 w 6299884"/>
              <a:gd name="connsiteY1190" fmla="*/ 3534006 h 5597613"/>
              <a:gd name="connsiteX1191" fmla="*/ 1373087 w 6299884"/>
              <a:gd name="connsiteY1191" fmla="*/ 3522359 h 5597613"/>
              <a:gd name="connsiteX1192" fmla="*/ 1364911 w 6299884"/>
              <a:gd name="connsiteY1192" fmla="*/ 3542541 h 5597613"/>
              <a:gd name="connsiteX1193" fmla="*/ 1363584 w 6299884"/>
              <a:gd name="connsiteY1193" fmla="*/ 3549099 h 5597613"/>
              <a:gd name="connsiteX1194" fmla="*/ 1364772 w 6299884"/>
              <a:gd name="connsiteY1194" fmla="*/ 3579655 h 5597613"/>
              <a:gd name="connsiteX1195" fmla="*/ 1353783 w 6299884"/>
              <a:gd name="connsiteY1195" fmla="*/ 3590798 h 5597613"/>
              <a:gd name="connsiteX1196" fmla="*/ 1342579 w 6299884"/>
              <a:gd name="connsiteY1196" fmla="*/ 3582780 h 5597613"/>
              <a:gd name="connsiteX1197" fmla="*/ 1321338 w 6299884"/>
              <a:gd name="connsiteY1197" fmla="*/ 3538033 h 5597613"/>
              <a:gd name="connsiteX1198" fmla="*/ 1306965 w 6299884"/>
              <a:gd name="connsiteY1198" fmla="*/ 3538928 h 5597613"/>
              <a:gd name="connsiteX1199" fmla="*/ 1273429 w 6299884"/>
              <a:gd name="connsiteY1199" fmla="*/ 3571148 h 5597613"/>
              <a:gd name="connsiteX1200" fmla="*/ 1262620 w 6299884"/>
              <a:gd name="connsiteY1200" fmla="*/ 3573315 h 5597613"/>
              <a:gd name="connsiteX1201" fmla="*/ 1219621 w 6299884"/>
              <a:gd name="connsiteY1201" fmla="*/ 3570017 h 5597613"/>
              <a:gd name="connsiteX1202" fmla="*/ 1181393 w 6299884"/>
              <a:gd name="connsiteY1202" fmla="*/ 3567416 h 5597613"/>
              <a:gd name="connsiteX1203" fmla="*/ 1168229 w 6299884"/>
              <a:gd name="connsiteY1203" fmla="*/ 3567738 h 5597613"/>
              <a:gd name="connsiteX1204" fmla="*/ 1104404 w 6299884"/>
              <a:gd name="connsiteY1204" fmla="*/ 3589144 h 5597613"/>
              <a:gd name="connsiteX1205" fmla="*/ 1084507 w 6299884"/>
              <a:gd name="connsiteY1205" fmla="*/ 3597108 h 5597613"/>
              <a:gd name="connsiteX1206" fmla="*/ 1035687 w 6299884"/>
              <a:gd name="connsiteY1206" fmla="*/ 3615836 h 5597613"/>
              <a:gd name="connsiteX1207" fmla="*/ 1022463 w 6299884"/>
              <a:gd name="connsiteY1207" fmla="*/ 3619149 h 5597613"/>
              <a:gd name="connsiteX1208" fmla="*/ 945137 w 6299884"/>
              <a:gd name="connsiteY1208" fmla="*/ 3627700 h 5597613"/>
              <a:gd name="connsiteX1209" fmla="*/ 915976 w 6299884"/>
              <a:gd name="connsiteY1209" fmla="*/ 3650434 h 5597613"/>
              <a:gd name="connsiteX1210" fmla="*/ 862444 w 6299884"/>
              <a:gd name="connsiteY1210" fmla="*/ 3665472 h 5597613"/>
              <a:gd name="connsiteX1211" fmla="*/ 803529 w 6299884"/>
              <a:gd name="connsiteY1211" fmla="*/ 3650463 h 5597613"/>
              <a:gd name="connsiteX1212" fmla="*/ 799451 w 6299884"/>
              <a:gd name="connsiteY1212" fmla="*/ 3644990 h 5597613"/>
              <a:gd name="connsiteX1213" fmla="*/ 784445 w 6299884"/>
              <a:gd name="connsiteY1213" fmla="*/ 3647667 h 5597613"/>
              <a:gd name="connsiteX1214" fmla="*/ 775635 w 6299884"/>
              <a:gd name="connsiteY1214" fmla="*/ 3669632 h 5597613"/>
              <a:gd name="connsiteX1215" fmla="*/ 710147 w 6299884"/>
              <a:gd name="connsiteY1215" fmla="*/ 3684419 h 5597613"/>
              <a:gd name="connsiteX1216" fmla="*/ 673997 w 6299884"/>
              <a:gd name="connsiteY1216" fmla="*/ 3667494 h 5597613"/>
              <a:gd name="connsiteX1217" fmla="*/ 636582 w 6299884"/>
              <a:gd name="connsiteY1217" fmla="*/ 3654136 h 5597613"/>
              <a:gd name="connsiteX1218" fmla="*/ 647707 w 6299884"/>
              <a:gd name="connsiteY1218" fmla="*/ 3696275 h 5597613"/>
              <a:gd name="connsiteX1219" fmla="*/ 616487 w 6299884"/>
              <a:gd name="connsiteY1219" fmla="*/ 3702204 h 5597613"/>
              <a:gd name="connsiteX1220" fmla="*/ 597165 w 6299884"/>
              <a:gd name="connsiteY1220" fmla="*/ 3711376 h 5597613"/>
              <a:gd name="connsiteX1221" fmla="*/ 529440 w 6299884"/>
              <a:gd name="connsiteY1221" fmla="*/ 3718333 h 5597613"/>
              <a:gd name="connsiteX1222" fmla="*/ 326086 w 6299884"/>
              <a:gd name="connsiteY1222" fmla="*/ 3748177 h 5597613"/>
              <a:gd name="connsiteX1223" fmla="*/ 310566 w 6299884"/>
              <a:gd name="connsiteY1223" fmla="*/ 3746654 h 5597613"/>
              <a:gd name="connsiteX1224" fmla="*/ 313278 w 6299884"/>
              <a:gd name="connsiteY1224" fmla="*/ 3730547 h 5597613"/>
              <a:gd name="connsiteX1225" fmla="*/ 314724 w 6299884"/>
              <a:gd name="connsiteY1225" fmla="*/ 3718007 h 5597613"/>
              <a:gd name="connsiteX1226" fmla="*/ 299262 w 6299884"/>
              <a:gd name="connsiteY1226" fmla="*/ 3713491 h 5597613"/>
              <a:gd name="connsiteX1227" fmla="*/ 288393 w 6299884"/>
              <a:gd name="connsiteY1227" fmla="*/ 3718649 h 5597613"/>
              <a:gd name="connsiteX1228" fmla="*/ 248622 w 6299884"/>
              <a:gd name="connsiteY1228" fmla="*/ 3703446 h 5597613"/>
              <a:gd name="connsiteX1229" fmla="*/ 242427 w 6299884"/>
              <a:gd name="connsiteY1229" fmla="*/ 3684159 h 5597613"/>
              <a:gd name="connsiteX1230" fmla="*/ 227540 w 6299884"/>
              <a:gd name="connsiteY1230" fmla="*/ 3680853 h 5597613"/>
              <a:gd name="connsiteX1231" fmla="*/ 223776 w 6299884"/>
              <a:gd name="connsiteY1231" fmla="*/ 3719685 h 5597613"/>
              <a:gd name="connsiteX1232" fmla="*/ 192459 w 6299884"/>
              <a:gd name="connsiteY1232" fmla="*/ 3700469 h 5597613"/>
              <a:gd name="connsiteX1233" fmla="*/ 182541 w 6299884"/>
              <a:gd name="connsiteY1233" fmla="*/ 3657755 h 5597613"/>
              <a:gd name="connsiteX1234" fmla="*/ 213880 w 6299884"/>
              <a:gd name="connsiteY1234" fmla="*/ 3645843 h 5597613"/>
              <a:gd name="connsiteX1235" fmla="*/ 259473 w 6299884"/>
              <a:gd name="connsiteY1235" fmla="*/ 3639020 h 5597613"/>
              <a:gd name="connsiteX1236" fmla="*/ 287247 w 6299884"/>
              <a:gd name="connsiteY1236" fmla="*/ 3625835 h 5597613"/>
              <a:gd name="connsiteX1237" fmla="*/ 413789 w 6299884"/>
              <a:gd name="connsiteY1237" fmla="*/ 3608741 h 5597613"/>
              <a:gd name="connsiteX1238" fmla="*/ 435704 w 6299884"/>
              <a:gd name="connsiteY1238" fmla="*/ 3589447 h 5597613"/>
              <a:gd name="connsiteX1239" fmla="*/ 434675 w 6299884"/>
              <a:gd name="connsiteY1239" fmla="*/ 3581044 h 5597613"/>
              <a:gd name="connsiteX1240" fmla="*/ 444217 w 6299884"/>
              <a:gd name="connsiteY1240" fmla="*/ 3582442 h 5597613"/>
              <a:gd name="connsiteX1241" fmla="*/ 450711 w 6299884"/>
              <a:gd name="connsiteY1241" fmla="*/ 3586769 h 5597613"/>
              <a:gd name="connsiteX1242" fmla="*/ 467499 w 6299884"/>
              <a:gd name="connsiteY1242" fmla="*/ 3584728 h 5597613"/>
              <a:gd name="connsiteX1243" fmla="*/ 457501 w 6299884"/>
              <a:gd name="connsiteY1243" fmla="*/ 3576136 h 5597613"/>
              <a:gd name="connsiteX1244" fmla="*/ 455145 w 6299884"/>
              <a:gd name="connsiteY1244" fmla="*/ 3574291 h 5597613"/>
              <a:gd name="connsiteX1245" fmla="*/ 449919 w 6299884"/>
              <a:gd name="connsiteY1245" fmla="*/ 3566399 h 5597613"/>
              <a:gd name="connsiteX1246" fmla="*/ 457799 w 6299884"/>
              <a:gd name="connsiteY1246" fmla="*/ 3561177 h 5597613"/>
              <a:gd name="connsiteX1247" fmla="*/ 490068 w 6299884"/>
              <a:gd name="connsiteY1247" fmla="*/ 3532521 h 5597613"/>
              <a:gd name="connsiteX1248" fmla="*/ 493296 w 6299884"/>
              <a:gd name="connsiteY1248" fmla="*/ 3520616 h 5597613"/>
              <a:gd name="connsiteX1249" fmla="*/ 456454 w 6299884"/>
              <a:gd name="connsiteY1249" fmla="*/ 3508467 h 5597613"/>
              <a:gd name="connsiteX1250" fmla="*/ 381820 w 6299884"/>
              <a:gd name="connsiteY1250" fmla="*/ 3532040 h 5597613"/>
              <a:gd name="connsiteX1251" fmla="*/ 358241 w 6299884"/>
              <a:gd name="connsiteY1251" fmla="*/ 3544715 h 5597613"/>
              <a:gd name="connsiteX1252" fmla="*/ 346284 w 6299884"/>
              <a:gd name="connsiteY1252" fmla="*/ 3544463 h 5597613"/>
              <a:gd name="connsiteX1253" fmla="*/ 320766 w 6299884"/>
              <a:gd name="connsiteY1253" fmla="*/ 3534348 h 5597613"/>
              <a:gd name="connsiteX1254" fmla="*/ 284201 w 6299884"/>
              <a:gd name="connsiteY1254" fmla="*/ 3538368 h 5597613"/>
              <a:gd name="connsiteX1255" fmla="*/ 262939 w 6299884"/>
              <a:gd name="connsiteY1255" fmla="*/ 3524750 h 5597613"/>
              <a:gd name="connsiteX1256" fmla="*/ 261277 w 6299884"/>
              <a:gd name="connsiteY1256" fmla="*/ 3518130 h 5597613"/>
              <a:gd name="connsiteX1257" fmla="*/ 246450 w 6299884"/>
              <a:gd name="connsiteY1257" fmla="*/ 3511832 h 5597613"/>
              <a:gd name="connsiteX1258" fmla="*/ 246212 w 6299884"/>
              <a:gd name="connsiteY1258" fmla="*/ 3523800 h 5597613"/>
              <a:gd name="connsiteX1259" fmla="*/ 242924 w 6299884"/>
              <a:gd name="connsiteY1259" fmla="*/ 3538697 h 5597613"/>
              <a:gd name="connsiteX1260" fmla="*/ 213902 w 6299884"/>
              <a:gd name="connsiteY1260" fmla="*/ 3524318 h 5597613"/>
              <a:gd name="connsiteX1261" fmla="*/ 209310 w 6299884"/>
              <a:gd name="connsiteY1261" fmla="*/ 3514643 h 5597613"/>
              <a:gd name="connsiteX1262" fmla="*/ 205567 w 6299884"/>
              <a:gd name="connsiteY1262" fmla="*/ 3522346 h 5597613"/>
              <a:gd name="connsiteX1263" fmla="*/ 189294 w 6299884"/>
              <a:gd name="connsiteY1263" fmla="*/ 3528590 h 5597613"/>
              <a:gd name="connsiteX1264" fmla="*/ 149009 w 6299884"/>
              <a:gd name="connsiteY1264" fmla="*/ 3509184 h 5597613"/>
              <a:gd name="connsiteX1265" fmla="*/ 108327 w 6299884"/>
              <a:gd name="connsiteY1265" fmla="*/ 3479594 h 5597613"/>
              <a:gd name="connsiteX1266" fmla="*/ 91203 w 6299884"/>
              <a:gd name="connsiteY1266" fmla="*/ 3468458 h 5597613"/>
              <a:gd name="connsiteX1267" fmla="*/ 10452 w 6299884"/>
              <a:gd name="connsiteY1267" fmla="*/ 3438622 h 5597613"/>
              <a:gd name="connsiteX1268" fmla="*/ 0 w 6299884"/>
              <a:gd name="connsiteY1268" fmla="*/ 3422837 h 5597613"/>
              <a:gd name="connsiteX1269" fmla="*/ 13859 w 6299884"/>
              <a:gd name="connsiteY1269" fmla="*/ 3417741 h 5597613"/>
              <a:gd name="connsiteX1270" fmla="*/ 35594 w 6299884"/>
              <a:gd name="connsiteY1270" fmla="*/ 3407423 h 5597613"/>
              <a:gd name="connsiteX1271" fmla="*/ 60560 w 6299884"/>
              <a:gd name="connsiteY1271" fmla="*/ 3385200 h 5597613"/>
              <a:gd name="connsiteX1272" fmla="*/ 98431 w 6299884"/>
              <a:gd name="connsiteY1272" fmla="*/ 3405752 h 5597613"/>
              <a:gd name="connsiteX1273" fmla="*/ 101756 w 6299884"/>
              <a:gd name="connsiteY1273" fmla="*/ 3418991 h 5597613"/>
              <a:gd name="connsiteX1274" fmla="*/ 101696 w 6299884"/>
              <a:gd name="connsiteY1274" fmla="*/ 3421983 h 5597613"/>
              <a:gd name="connsiteX1275" fmla="*/ 103537 w 6299884"/>
              <a:gd name="connsiteY1275" fmla="*/ 3419628 h 5597613"/>
              <a:gd name="connsiteX1276" fmla="*/ 117395 w 6299884"/>
              <a:gd name="connsiteY1276" fmla="*/ 3414531 h 5597613"/>
              <a:gd name="connsiteX1277" fmla="*/ 145073 w 6299884"/>
              <a:gd name="connsiteY1277" fmla="*/ 3376201 h 5597613"/>
              <a:gd name="connsiteX1278" fmla="*/ 160436 w 6299884"/>
              <a:gd name="connsiteY1278" fmla="*/ 3355572 h 5597613"/>
              <a:gd name="connsiteX1279" fmla="*/ 185439 w 6299884"/>
              <a:gd name="connsiteY1279" fmla="*/ 3361486 h 5597613"/>
              <a:gd name="connsiteX1280" fmla="*/ 268841 w 6299884"/>
              <a:gd name="connsiteY1280" fmla="*/ 3378206 h 5597613"/>
              <a:gd name="connsiteX1281" fmla="*/ 278920 w 6299884"/>
              <a:gd name="connsiteY1281" fmla="*/ 3352676 h 5597613"/>
              <a:gd name="connsiteX1282" fmla="*/ 278307 w 6299884"/>
              <a:gd name="connsiteY1282" fmla="*/ 3323329 h 5597613"/>
              <a:gd name="connsiteX1283" fmla="*/ 314573 w 6299884"/>
              <a:gd name="connsiteY1283" fmla="*/ 3334269 h 5597613"/>
              <a:gd name="connsiteX1284" fmla="*/ 352406 w 6299884"/>
              <a:gd name="connsiteY1284" fmla="*/ 3326684 h 5597613"/>
              <a:gd name="connsiteX1285" fmla="*/ 355395 w 6299884"/>
              <a:gd name="connsiteY1285" fmla="*/ 3326747 h 5597613"/>
              <a:gd name="connsiteX1286" fmla="*/ 363414 w 6299884"/>
              <a:gd name="connsiteY1286" fmla="*/ 3284411 h 5597613"/>
              <a:gd name="connsiteX1287" fmla="*/ 363316 w 6299884"/>
              <a:gd name="connsiteY1287" fmla="*/ 3259266 h 5597613"/>
              <a:gd name="connsiteX1288" fmla="*/ 368146 w 6299884"/>
              <a:gd name="connsiteY1288" fmla="*/ 3256973 h 5597613"/>
              <a:gd name="connsiteX1289" fmla="*/ 391941 w 6299884"/>
              <a:gd name="connsiteY1289" fmla="*/ 3263460 h 5597613"/>
              <a:gd name="connsiteX1290" fmla="*/ 413204 w 6299884"/>
              <a:gd name="connsiteY1290" fmla="*/ 3277077 h 5597613"/>
              <a:gd name="connsiteX1291" fmla="*/ 437968 w 6299884"/>
              <a:gd name="connsiteY1291" fmla="*/ 3294959 h 5597613"/>
              <a:gd name="connsiteX1292" fmla="*/ 461607 w 6299884"/>
              <a:gd name="connsiteY1292" fmla="*/ 3279293 h 5597613"/>
              <a:gd name="connsiteX1293" fmla="*/ 473564 w 6299884"/>
              <a:gd name="connsiteY1293" fmla="*/ 3279544 h 5597613"/>
              <a:gd name="connsiteX1294" fmla="*/ 495003 w 6299884"/>
              <a:gd name="connsiteY1294" fmla="*/ 3284186 h 5597613"/>
              <a:gd name="connsiteX1295" fmla="*/ 501674 w 6299884"/>
              <a:gd name="connsiteY1295" fmla="*/ 3279537 h 5597613"/>
              <a:gd name="connsiteX1296" fmla="*/ 530994 w 6299884"/>
              <a:gd name="connsiteY1296" fmla="*/ 3278957 h 5597613"/>
              <a:gd name="connsiteX1297" fmla="*/ 567381 w 6299884"/>
              <a:gd name="connsiteY1297" fmla="*/ 3283912 h 5597613"/>
              <a:gd name="connsiteX1298" fmla="*/ 577913 w 6299884"/>
              <a:gd name="connsiteY1298" fmla="*/ 3265576 h 5597613"/>
              <a:gd name="connsiteX1299" fmla="*/ 574587 w 6299884"/>
              <a:gd name="connsiteY1299" fmla="*/ 3252336 h 5597613"/>
              <a:gd name="connsiteX1300" fmla="*/ 561899 w 6299884"/>
              <a:gd name="connsiteY1300" fmla="*/ 3228721 h 5597613"/>
              <a:gd name="connsiteX1301" fmla="*/ 526284 w 6299884"/>
              <a:gd name="connsiteY1301" fmla="*/ 3184870 h 5597613"/>
              <a:gd name="connsiteX1302" fmla="*/ 557445 w 6299884"/>
              <a:gd name="connsiteY1302" fmla="*/ 3181933 h 5597613"/>
              <a:gd name="connsiteX1303" fmla="*/ 594644 w 6299884"/>
              <a:gd name="connsiteY1303" fmla="*/ 3176130 h 5597613"/>
              <a:gd name="connsiteX1304" fmla="*/ 629881 w 6299884"/>
              <a:gd name="connsiteY1304" fmla="*/ 3178668 h 5597613"/>
              <a:gd name="connsiteX1305" fmla="*/ 737319 w 6299884"/>
              <a:gd name="connsiteY1305" fmla="*/ 3189907 h 5597613"/>
              <a:gd name="connsiteX1306" fmla="*/ 747673 w 6299884"/>
              <a:gd name="connsiteY1306" fmla="*/ 3180546 h 5597613"/>
              <a:gd name="connsiteX1307" fmla="*/ 752048 w 6299884"/>
              <a:gd name="connsiteY1307" fmla="*/ 3171060 h 5597613"/>
              <a:gd name="connsiteX1308" fmla="*/ 759690 w 6299884"/>
              <a:gd name="connsiteY1308" fmla="*/ 3177806 h 5597613"/>
              <a:gd name="connsiteX1309" fmla="*/ 772677 w 6299884"/>
              <a:gd name="connsiteY1309" fmla="*/ 3186460 h 5597613"/>
              <a:gd name="connsiteX1310" fmla="*/ 793028 w 6299884"/>
              <a:gd name="connsiteY1310" fmla="*/ 3185691 h 5597613"/>
              <a:gd name="connsiteX1311" fmla="*/ 805956 w 6299884"/>
              <a:gd name="connsiteY1311" fmla="*/ 3197337 h 5597613"/>
              <a:gd name="connsiteX1312" fmla="*/ 823020 w 6299884"/>
              <a:gd name="connsiteY1312" fmla="*/ 3211465 h 5597613"/>
              <a:gd name="connsiteX1313" fmla="*/ 831078 w 6299884"/>
              <a:gd name="connsiteY1313" fmla="*/ 3197266 h 5597613"/>
              <a:gd name="connsiteX1314" fmla="*/ 833611 w 6299884"/>
              <a:gd name="connsiteY1314" fmla="*/ 3190137 h 5597613"/>
              <a:gd name="connsiteX1315" fmla="*/ 850042 w 6299884"/>
              <a:gd name="connsiteY1315" fmla="*/ 3206047 h 5597613"/>
              <a:gd name="connsiteX1316" fmla="*/ 864930 w 6299884"/>
              <a:gd name="connsiteY1316" fmla="*/ 3209353 h 5597613"/>
              <a:gd name="connsiteX1317" fmla="*/ 867582 w 6299884"/>
              <a:gd name="connsiteY1317" fmla="*/ 3196238 h 5597613"/>
              <a:gd name="connsiteX1318" fmla="*/ 906128 w 6299884"/>
              <a:gd name="connsiteY1318" fmla="*/ 3152749 h 5597613"/>
              <a:gd name="connsiteX1319" fmla="*/ 922856 w 6299884"/>
              <a:gd name="connsiteY1319" fmla="*/ 3153700 h 5597613"/>
              <a:gd name="connsiteX1320" fmla="*/ 975536 w 6299884"/>
              <a:gd name="connsiteY1320" fmla="*/ 3121283 h 5597613"/>
              <a:gd name="connsiteX1321" fmla="*/ 976170 w 6299884"/>
              <a:gd name="connsiteY1321" fmla="*/ 3119501 h 5597613"/>
              <a:gd name="connsiteX1322" fmla="*/ 993077 w 6299884"/>
              <a:gd name="connsiteY1322" fmla="*/ 3111475 h 5597613"/>
              <a:gd name="connsiteX1323" fmla="*/ 1000144 w 6299884"/>
              <a:gd name="connsiteY1323" fmla="*/ 3117012 h 5597613"/>
              <a:gd name="connsiteX1324" fmla="*/ 992086 w 6299884"/>
              <a:gd name="connsiteY1324" fmla="*/ 3131211 h 5597613"/>
              <a:gd name="connsiteX1325" fmla="*/ 985929 w 6299884"/>
              <a:gd name="connsiteY1325" fmla="*/ 3140060 h 5597613"/>
              <a:gd name="connsiteX1326" fmla="*/ 996045 w 6299884"/>
              <a:gd name="connsiteY1326" fmla="*/ 3142668 h 5597613"/>
              <a:gd name="connsiteX1327" fmla="*/ 1017030 w 6299884"/>
              <a:gd name="connsiteY1327" fmla="*/ 3140115 h 5597613"/>
              <a:gd name="connsiteX1328" fmla="*/ 1043874 w 6299884"/>
              <a:gd name="connsiteY1328" fmla="*/ 3143674 h 5597613"/>
              <a:gd name="connsiteX1329" fmla="*/ 1046446 w 6299884"/>
              <a:gd name="connsiteY1329" fmla="*/ 3142981 h 5597613"/>
              <a:gd name="connsiteX1330" fmla="*/ 934921 w 6299884"/>
              <a:gd name="connsiteY1330" fmla="*/ 3031457 h 5597613"/>
              <a:gd name="connsiteX1331" fmla="*/ 930295 w 6299884"/>
              <a:gd name="connsiteY1331" fmla="*/ 3031433 h 5597613"/>
              <a:gd name="connsiteX1332" fmla="*/ 912584 w 6299884"/>
              <a:gd name="connsiteY1332" fmla="*/ 3038544 h 5597613"/>
              <a:gd name="connsiteX1333" fmla="*/ 884413 w 6299884"/>
              <a:gd name="connsiteY1333" fmla="*/ 3041543 h 5597613"/>
              <a:gd name="connsiteX1334" fmla="*/ 834169 w 6299884"/>
              <a:gd name="connsiteY1334" fmla="*/ 3041683 h 5597613"/>
              <a:gd name="connsiteX1335" fmla="*/ 784379 w 6299884"/>
              <a:gd name="connsiteY1335" fmla="*/ 3049017 h 5597613"/>
              <a:gd name="connsiteX1336" fmla="*/ 747518 w 6299884"/>
              <a:gd name="connsiteY1336" fmla="*/ 3067997 h 5597613"/>
              <a:gd name="connsiteX1337" fmla="*/ 707628 w 6299884"/>
              <a:gd name="connsiteY1337" fmla="*/ 3058776 h 5597613"/>
              <a:gd name="connsiteX1338" fmla="*/ 672844 w 6299884"/>
              <a:gd name="connsiteY1338" fmla="*/ 3063433 h 5597613"/>
              <a:gd name="connsiteX1339" fmla="*/ 618521 w 6299884"/>
              <a:gd name="connsiteY1339" fmla="*/ 3058099 h 5597613"/>
              <a:gd name="connsiteX1340" fmla="*/ 520904 w 6299884"/>
              <a:gd name="connsiteY1340" fmla="*/ 3064428 h 5597613"/>
              <a:gd name="connsiteX1341" fmla="*/ 443577 w 6299884"/>
              <a:gd name="connsiteY1341" fmla="*/ 3072978 h 5597613"/>
              <a:gd name="connsiteX1342" fmla="*/ 423919 w 6299884"/>
              <a:gd name="connsiteY1342" fmla="*/ 3068973 h 5597613"/>
              <a:gd name="connsiteX1343" fmla="*/ 377356 w 6299884"/>
              <a:gd name="connsiteY1343" fmla="*/ 3064401 h 5597613"/>
              <a:gd name="connsiteX1344" fmla="*/ 368904 w 6299884"/>
              <a:gd name="connsiteY1344" fmla="*/ 3068414 h 5597613"/>
              <a:gd name="connsiteX1345" fmla="*/ 370012 w 6299884"/>
              <a:gd name="connsiteY1345" fmla="*/ 3042696 h 5597613"/>
              <a:gd name="connsiteX1346" fmla="*/ 389116 w 6299884"/>
              <a:gd name="connsiteY1346" fmla="*/ 3014363 h 5597613"/>
              <a:gd name="connsiteX1347" fmla="*/ 410220 w 6299884"/>
              <a:gd name="connsiteY1347" fmla="*/ 3005826 h 5597613"/>
              <a:gd name="connsiteX1348" fmla="*/ 434075 w 6299884"/>
              <a:gd name="connsiteY1348" fmla="*/ 3009321 h 5597613"/>
              <a:gd name="connsiteX1349" fmla="*/ 440965 w 6299884"/>
              <a:gd name="connsiteY1349" fmla="*/ 3023834 h 5597613"/>
              <a:gd name="connsiteX1350" fmla="*/ 453437 w 6299884"/>
              <a:gd name="connsiteY1350" fmla="*/ 3028287 h 5597613"/>
              <a:gd name="connsiteX1351" fmla="*/ 478519 w 6299884"/>
              <a:gd name="connsiteY1351" fmla="*/ 3000079 h 5597613"/>
              <a:gd name="connsiteX1352" fmla="*/ 484042 w 6299884"/>
              <a:gd name="connsiteY1352" fmla="*/ 2993012 h 5597613"/>
              <a:gd name="connsiteX1353" fmla="*/ 491111 w 6299884"/>
              <a:gd name="connsiteY1353" fmla="*/ 2998548 h 5597613"/>
              <a:gd name="connsiteX1354" fmla="*/ 493980 w 6299884"/>
              <a:gd name="connsiteY1354" fmla="*/ 3004595 h 5597613"/>
              <a:gd name="connsiteX1355" fmla="*/ 508867 w 6299884"/>
              <a:gd name="connsiteY1355" fmla="*/ 3007902 h 5597613"/>
              <a:gd name="connsiteX1356" fmla="*/ 526229 w 6299884"/>
              <a:gd name="connsiteY1356" fmla="*/ 3007070 h 5597613"/>
              <a:gd name="connsiteX1357" fmla="*/ 531337 w 6299884"/>
              <a:gd name="connsiteY1357" fmla="*/ 3020945 h 5597613"/>
              <a:gd name="connsiteX1358" fmla="*/ 516271 w 6299884"/>
              <a:gd name="connsiteY1358" fmla="*/ 3026615 h 5597613"/>
              <a:gd name="connsiteX1359" fmla="*/ 507185 w 6299884"/>
              <a:gd name="connsiteY1359" fmla="*/ 3032411 h 5597613"/>
              <a:gd name="connsiteX1360" fmla="*/ 513559 w 6299884"/>
              <a:gd name="connsiteY1360" fmla="*/ 3042722 h 5597613"/>
              <a:gd name="connsiteX1361" fmla="*/ 539731 w 6299884"/>
              <a:gd name="connsiteY1361" fmla="*/ 3019925 h 5597613"/>
              <a:gd name="connsiteX1362" fmla="*/ 561133 w 6299884"/>
              <a:gd name="connsiteY1362" fmla="*/ 2996430 h 5597613"/>
              <a:gd name="connsiteX1363" fmla="*/ 637310 w 6299884"/>
              <a:gd name="connsiteY1363" fmla="*/ 2985460 h 5597613"/>
              <a:gd name="connsiteX1364" fmla="*/ 646674 w 6299884"/>
              <a:gd name="connsiteY1364" fmla="*/ 2995834 h 5597613"/>
              <a:gd name="connsiteX1365" fmla="*/ 649822 w 6299884"/>
              <a:gd name="connsiteY1365" fmla="*/ 3018050 h 5597613"/>
              <a:gd name="connsiteX1366" fmla="*/ 665223 w 6299884"/>
              <a:gd name="connsiteY1366" fmla="*/ 3025557 h 5597613"/>
              <a:gd name="connsiteX1367" fmla="*/ 670173 w 6299884"/>
              <a:gd name="connsiteY1367" fmla="*/ 3017281 h 5597613"/>
              <a:gd name="connsiteX1368" fmla="*/ 677438 w 6299884"/>
              <a:gd name="connsiteY1368" fmla="*/ 2982712 h 5597613"/>
              <a:gd name="connsiteX1369" fmla="*/ 680944 w 6299884"/>
              <a:gd name="connsiteY1369" fmla="*/ 2986976 h 5597613"/>
              <a:gd name="connsiteX1370" fmla="*/ 698878 w 6299884"/>
              <a:gd name="connsiteY1370" fmla="*/ 2987354 h 5597613"/>
              <a:gd name="connsiteX1371" fmla="*/ 707273 w 6299884"/>
              <a:gd name="connsiteY1371" fmla="*/ 2986333 h 5597613"/>
              <a:gd name="connsiteX1372" fmla="*/ 731761 w 6299884"/>
              <a:gd name="connsiteY1372" fmla="*/ 2988045 h 5597613"/>
              <a:gd name="connsiteX1373" fmla="*/ 769317 w 6299884"/>
              <a:gd name="connsiteY1373" fmla="*/ 2964291 h 5597613"/>
              <a:gd name="connsiteX1374" fmla="*/ 771336 w 6299884"/>
              <a:gd name="connsiteY1374" fmla="*/ 2952959 h 5597613"/>
              <a:gd name="connsiteX1375" fmla="*/ 769337 w 6299884"/>
              <a:gd name="connsiteY1375" fmla="*/ 2933161 h 5597613"/>
              <a:gd name="connsiteX1376" fmla="*/ 732772 w 6299884"/>
              <a:gd name="connsiteY1376" fmla="*/ 2937181 h 5597613"/>
              <a:gd name="connsiteX1377" fmla="*/ 698167 w 6299884"/>
              <a:gd name="connsiteY1377" fmla="*/ 2932862 h 5597613"/>
              <a:gd name="connsiteX1378" fmla="*/ 740256 w 6299884"/>
              <a:gd name="connsiteY1378" fmla="*/ 2921774 h 5597613"/>
              <a:gd name="connsiteX1379" fmla="*/ 768150 w 6299884"/>
              <a:gd name="connsiteY1379" fmla="*/ 2902605 h 5597613"/>
              <a:gd name="connsiteX1380" fmla="*/ 784423 w 6299884"/>
              <a:gd name="connsiteY1380" fmla="*/ 2896362 h 5597613"/>
              <a:gd name="connsiteX1381" fmla="*/ 787353 w 6299884"/>
              <a:gd name="connsiteY1381" fmla="*/ 2899417 h 5597613"/>
              <a:gd name="connsiteX1382" fmla="*/ 808649 w 6299884"/>
              <a:gd name="connsiteY1382" fmla="*/ 2911305 h 5597613"/>
              <a:gd name="connsiteX1383" fmla="*/ 814964 w 6299884"/>
              <a:gd name="connsiteY1383" fmla="*/ 2911498 h 5597613"/>
              <a:gd name="connsiteX1384" fmla="*/ 702271 w 6299884"/>
              <a:gd name="connsiteY1384" fmla="*/ 2798807 h 5597613"/>
              <a:gd name="connsiteX1385" fmla="*/ 824051 w 6299884"/>
              <a:gd name="connsiteY1385" fmla="*/ 2677028 h 5597613"/>
              <a:gd name="connsiteX1386" fmla="*/ 818864 w 6299884"/>
              <a:gd name="connsiteY1386" fmla="*/ 2675963 h 5597613"/>
              <a:gd name="connsiteX1387" fmla="*/ 808934 w 6299884"/>
              <a:gd name="connsiteY1387" fmla="*/ 2680287 h 5597613"/>
              <a:gd name="connsiteX1388" fmla="*/ 793947 w 6299884"/>
              <a:gd name="connsiteY1388" fmla="*/ 2682865 h 5597613"/>
              <a:gd name="connsiteX1389" fmla="*/ 775341 w 6299884"/>
              <a:gd name="connsiteY1389" fmla="*/ 2670014 h 5597613"/>
              <a:gd name="connsiteX1390" fmla="*/ 763760 w 6299884"/>
              <a:gd name="connsiteY1390" fmla="*/ 2670828 h 5597613"/>
              <a:gd name="connsiteX1391" fmla="*/ 753263 w 6299884"/>
              <a:gd name="connsiteY1391" fmla="*/ 2676910 h 5597613"/>
              <a:gd name="connsiteX1392" fmla="*/ 744045 w 6299884"/>
              <a:gd name="connsiteY1392" fmla="*/ 2670178 h 5597613"/>
              <a:gd name="connsiteX1393" fmla="*/ 728727 w 6299884"/>
              <a:gd name="connsiteY1393" fmla="*/ 2675683 h 5597613"/>
              <a:gd name="connsiteX1394" fmla="*/ 715488 w 6299884"/>
              <a:gd name="connsiteY1394" fmla="*/ 2676055 h 5597613"/>
              <a:gd name="connsiteX1395" fmla="*/ 694556 w 6299884"/>
              <a:gd name="connsiteY1395" fmla="*/ 2673302 h 5597613"/>
              <a:gd name="connsiteX1396" fmla="*/ 681999 w 6299884"/>
              <a:gd name="connsiteY1396" fmla="*/ 2661766 h 5597613"/>
              <a:gd name="connsiteX1397" fmla="*/ 660802 w 6299884"/>
              <a:gd name="connsiteY1397" fmla="*/ 2665344 h 5597613"/>
              <a:gd name="connsiteX1398" fmla="*/ 655743 w 6299884"/>
              <a:gd name="connsiteY1398" fmla="*/ 2675013 h 5597613"/>
              <a:gd name="connsiteX1399" fmla="*/ 647827 w 6299884"/>
              <a:gd name="connsiteY1399" fmla="*/ 2659385 h 5597613"/>
              <a:gd name="connsiteX1400" fmla="*/ 646192 w 6299884"/>
              <a:gd name="connsiteY1400" fmla="*/ 2662859 h 5597613"/>
              <a:gd name="connsiteX1401" fmla="*/ 639188 w 6299884"/>
              <a:gd name="connsiteY1401" fmla="*/ 2673105 h 5597613"/>
              <a:gd name="connsiteX1402" fmla="*/ 627321 w 6299884"/>
              <a:gd name="connsiteY1402" fmla="*/ 2670580 h 5597613"/>
              <a:gd name="connsiteX1403" fmla="*/ 623958 w 6299884"/>
              <a:gd name="connsiteY1403" fmla="*/ 2669002 h 5597613"/>
              <a:gd name="connsiteX1404" fmla="*/ 617900 w 6299884"/>
              <a:gd name="connsiteY1404" fmla="*/ 2662405 h 5597613"/>
              <a:gd name="connsiteX1405" fmla="*/ 616817 w 6299884"/>
              <a:gd name="connsiteY1405" fmla="*/ 2657137 h 5597613"/>
              <a:gd name="connsiteX1406" fmla="*/ 611929 w 6299884"/>
              <a:gd name="connsiteY1406" fmla="*/ 2644808 h 5597613"/>
              <a:gd name="connsiteX1407" fmla="*/ 570197 w 6299884"/>
              <a:gd name="connsiteY1407" fmla="*/ 2636137 h 5597613"/>
              <a:gd name="connsiteX1408" fmla="*/ 502273 w 6299884"/>
              <a:gd name="connsiteY1408" fmla="*/ 2625797 h 5597613"/>
              <a:gd name="connsiteX1409" fmla="*/ 480899 w 6299884"/>
              <a:gd name="connsiteY1409" fmla="*/ 2624703 h 5597613"/>
              <a:gd name="connsiteX1410" fmla="*/ 464785 w 6299884"/>
              <a:gd name="connsiteY1410" fmla="*/ 2622529 h 5597613"/>
              <a:gd name="connsiteX1411" fmla="*/ 436758 w 6299884"/>
              <a:gd name="connsiteY1411" fmla="*/ 2615746 h 5597613"/>
              <a:gd name="connsiteX1412" fmla="*/ 408001 w 6299884"/>
              <a:gd name="connsiteY1412" fmla="*/ 2613034 h 5597613"/>
              <a:gd name="connsiteX1413" fmla="*/ 384860 w 6299884"/>
              <a:gd name="connsiteY1413" fmla="*/ 2618581 h 5597613"/>
              <a:gd name="connsiteX1414" fmla="*/ 363883 w 6299884"/>
              <a:gd name="connsiteY1414" fmla="*/ 2607992 h 5597613"/>
              <a:gd name="connsiteX1415" fmla="*/ 343857 w 6299884"/>
              <a:gd name="connsiteY1415" fmla="*/ 2605838 h 5597613"/>
              <a:gd name="connsiteX1416" fmla="*/ 314303 w 6299884"/>
              <a:gd name="connsiteY1416" fmla="*/ 2595446 h 5597613"/>
              <a:gd name="connsiteX1417" fmla="*/ 259023 w 6299884"/>
              <a:gd name="connsiteY1417" fmla="*/ 2585641 h 5597613"/>
              <a:gd name="connsiteX1418" fmla="*/ 214749 w 6299884"/>
              <a:gd name="connsiteY1418" fmla="*/ 2579849 h 5597613"/>
              <a:gd name="connsiteX1419" fmla="*/ 204337 w 6299884"/>
              <a:gd name="connsiteY1419" fmla="*/ 2574931 h 5597613"/>
              <a:gd name="connsiteX1420" fmla="*/ 179005 w 6299884"/>
              <a:gd name="connsiteY1420" fmla="*/ 2566024 h 5597613"/>
              <a:gd name="connsiteX1421" fmla="*/ 173745 w 6299884"/>
              <a:gd name="connsiteY1421" fmla="*/ 2567106 h 5597613"/>
              <a:gd name="connsiteX1422" fmla="*/ 177876 w 6299884"/>
              <a:gd name="connsiteY1422" fmla="*/ 2552921 h 5597613"/>
              <a:gd name="connsiteX1423" fmla="*/ 192395 w 6299884"/>
              <a:gd name="connsiteY1423" fmla="*/ 2539736 h 5597613"/>
              <a:gd name="connsiteX1424" fmla="*/ 205325 w 6299884"/>
              <a:gd name="connsiteY1424" fmla="*/ 2537858 h 5597613"/>
              <a:gd name="connsiteX1425" fmla="*/ 218146 w 6299884"/>
              <a:gd name="connsiteY1425" fmla="*/ 2543064 h 5597613"/>
              <a:gd name="connsiteX1426" fmla="*/ 220003 w 6299884"/>
              <a:gd name="connsiteY1426" fmla="*/ 2552096 h 5597613"/>
              <a:gd name="connsiteX1427" fmla="*/ 226348 w 6299884"/>
              <a:gd name="connsiteY1427" fmla="*/ 2556281 h 5597613"/>
              <a:gd name="connsiteX1428" fmla="*/ 244183 w 6299884"/>
              <a:gd name="connsiteY1428" fmla="*/ 2543984 h 5597613"/>
              <a:gd name="connsiteX1429" fmla="*/ 248228 w 6299884"/>
              <a:gd name="connsiteY1429" fmla="*/ 2540797 h 5597613"/>
              <a:gd name="connsiteX1430" fmla="*/ 251413 w 6299884"/>
              <a:gd name="connsiteY1430" fmla="*/ 2544848 h 5597613"/>
              <a:gd name="connsiteX1431" fmla="*/ 252185 w 6299884"/>
              <a:gd name="connsiteY1431" fmla="*/ 2548611 h 5597613"/>
              <a:gd name="connsiteX1432" fmla="*/ 260032 w 6299884"/>
              <a:gd name="connsiteY1432" fmla="*/ 2552488 h 5597613"/>
              <a:gd name="connsiteX1433" fmla="*/ 269824 w 6299884"/>
              <a:gd name="connsiteY1433" fmla="*/ 2554396 h 5597613"/>
              <a:gd name="connsiteX1434" fmla="*/ 270777 w 6299884"/>
              <a:gd name="connsiteY1434" fmla="*/ 2562828 h 5597613"/>
              <a:gd name="connsiteX1435" fmla="*/ 261605 w 6299884"/>
              <a:gd name="connsiteY1435" fmla="*/ 2563931 h 5597613"/>
              <a:gd name="connsiteX1436" fmla="*/ 255747 w 6299884"/>
              <a:gd name="connsiteY1436" fmla="*/ 2565921 h 5597613"/>
              <a:gd name="connsiteX1437" fmla="*/ 257892 w 6299884"/>
              <a:gd name="connsiteY1437" fmla="*/ 2572539 h 5597613"/>
              <a:gd name="connsiteX1438" fmla="*/ 275595 w 6299884"/>
              <a:gd name="connsiteY1438" fmla="*/ 2563405 h 5597613"/>
              <a:gd name="connsiteX1439" fmla="*/ 290734 w 6299884"/>
              <a:gd name="connsiteY1439" fmla="*/ 2553231 h 5597613"/>
              <a:gd name="connsiteX1440" fmla="*/ 334698 w 6299884"/>
              <a:gd name="connsiteY1440" fmla="*/ 2557519 h 5597613"/>
              <a:gd name="connsiteX1441" fmla="*/ 338501 w 6299884"/>
              <a:gd name="connsiteY1441" fmla="*/ 2564581 h 5597613"/>
              <a:gd name="connsiteX1442" fmla="*/ 337221 w 6299884"/>
              <a:gd name="connsiteY1442" fmla="*/ 2577395 h 5597613"/>
              <a:gd name="connsiteX1443" fmla="*/ 344781 w 6299884"/>
              <a:gd name="connsiteY1443" fmla="*/ 2583684 h 5597613"/>
              <a:gd name="connsiteX1444" fmla="*/ 348669 w 6299884"/>
              <a:gd name="connsiteY1444" fmla="*/ 2579746 h 5597613"/>
              <a:gd name="connsiteX1445" fmla="*/ 357443 w 6299884"/>
              <a:gd name="connsiteY1445" fmla="*/ 2561467 h 5597613"/>
              <a:gd name="connsiteX1446" fmla="*/ 358813 w 6299884"/>
              <a:gd name="connsiteY1446" fmla="*/ 2564324 h 5597613"/>
              <a:gd name="connsiteX1447" fmla="*/ 368760 w 6299884"/>
              <a:gd name="connsiteY1447" fmla="*/ 2566984 h 5597613"/>
              <a:gd name="connsiteX1448" fmla="*/ 373579 w 6299884"/>
              <a:gd name="connsiteY1448" fmla="*/ 2567560 h 5597613"/>
              <a:gd name="connsiteX1449" fmla="*/ 386996 w 6299884"/>
              <a:gd name="connsiteY1449" fmla="*/ 2571860 h 5597613"/>
              <a:gd name="connsiteX1450" fmla="*/ 411174 w 6299884"/>
              <a:gd name="connsiteY1450" fmla="*/ 2563746 h 5597613"/>
              <a:gd name="connsiteX1451" fmla="*/ 413848 w 6299884"/>
              <a:gd name="connsiteY1451" fmla="*/ 2557705 h 5597613"/>
              <a:gd name="connsiteX1452" fmla="*/ 415438 w 6299884"/>
              <a:gd name="connsiteY1452" fmla="*/ 2546396 h 5597613"/>
              <a:gd name="connsiteX1453" fmla="*/ 394506 w 6299884"/>
              <a:gd name="connsiteY1453" fmla="*/ 2543644 h 5597613"/>
              <a:gd name="connsiteX1454" fmla="*/ 375805 w 6299884"/>
              <a:gd name="connsiteY1454" fmla="*/ 2536509 h 5597613"/>
              <a:gd name="connsiteX1455" fmla="*/ 400782 w 6299884"/>
              <a:gd name="connsiteY1455" fmla="*/ 2536076 h 5597613"/>
              <a:gd name="connsiteX1456" fmla="*/ 418950 w 6299884"/>
              <a:gd name="connsiteY1456" fmla="*/ 2529200 h 5597613"/>
              <a:gd name="connsiteX1457" fmla="*/ 428874 w 6299884"/>
              <a:gd name="connsiteY1457" fmla="*/ 2527943 h 5597613"/>
              <a:gd name="connsiteX1458" fmla="*/ 430089 w 6299884"/>
              <a:gd name="connsiteY1458" fmla="*/ 2530046 h 5597613"/>
              <a:gd name="connsiteX1459" fmla="*/ 466183 w 6299884"/>
              <a:gd name="connsiteY1459" fmla="*/ 2526540 h 5597613"/>
              <a:gd name="connsiteX1460" fmla="*/ 484591 w 6299884"/>
              <a:gd name="connsiteY1460" fmla="*/ 2509418 h 5597613"/>
              <a:gd name="connsiteX1461" fmla="*/ 510474 w 6299884"/>
              <a:gd name="connsiteY1461" fmla="*/ 2509583 h 5597613"/>
              <a:gd name="connsiteX1462" fmla="*/ 543453 w 6299884"/>
              <a:gd name="connsiteY1462" fmla="*/ 2513779 h 5597613"/>
              <a:gd name="connsiteX1463" fmla="*/ 568142 w 6299884"/>
              <a:gd name="connsiteY1463" fmla="*/ 2515759 h 5597613"/>
              <a:gd name="connsiteX1464" fmla="*/ 586952 w 6299884"/>
              <a:gd name="connsiteY1464" fmla="*/ 2515811 h 5597613"/>
              <a:gd name="connsiteX1465" fmla="*/ 603219 w 6299884"/>
              <a:gd name="connsiteY1465" fmla="*/ 2518738 h 5597613"/>
              <a:gd name="connsiteX1466" fmla="*/ 620708 w 6299884"/>
              <a:gd name="connsiteY1466" fmla="*/ 2550438 h 5597613"/>
              <a:gd name="connsiteX1467" fmla="*/ 626768 w 6299884"/>
              <a:gd name="connsiteY1467" fmla="*/ 2557035 h 5597613"/>
              <a:gd name="connsiteX1468" fmla="*/ 634259 w 6299884"/>
              <a:gd name="connsiteY1468" fmla="*/ 2551572 h 5597613"/>
              <a:gd name="connsiteX1469" fmla="*/ 637528 w 6299884"/>
              <a:gd name="connsiteY1469" fmla="*/ 2544624 h 5597613"/>
              <a:gd name="connsiteX1470" fmla="*/ 658214 w 6299884"/>
              <a:gd name="connsiteY1470" fmla="*/ 2530954 h 5597613"/>
              <a:gd name="connsiteX1471" fmla="*/ 669997 w 6299884"/>
              <a:gd name="connsiteY1471" fmla="*/ 2538728 h 5597613"/>
              <a:gd name="connsiteX1472" fmla="*/ 684826 w 6299884"/>
              <a:gd name="connsiteY1472" fmla="*/ 2527047 h 5597613"/>
              <a:gd name="connsiteX1473" fmla="*/ 709780 w 6299884"/>
              <a:gd name="connsiteY1473" fmla="*/ 2522696 h 5597613"/>
              <a:gd name="connsiteX1474" fmla="*/ 759778 w 6299884"/>
              <a:gd name="connsiteY1474" fmla="*/ 2529666 h 5597613"/>
              <a:gd name="connsiteX1475" fmla="*/ 767912 w 6299884"/>
              <a:gd name="connsiteY1475" fmla="*/ 2531130 h 5597613"/>
              <a:gd name="connsiteX1476" fmla="*/ 785483 w 6299884"/>
              <a:gd name="connsiteY1476" fmla="*/ 2525161 h 5597613"/>
              <a:gd name="connsiteX1477" fmla="*/ 790125 w 6299884"/>
              <a:gd name="connsiteY1477" fmla="*/ 2521068 h 5597613"/>
              <a:gd name="connsiteX1478" fmla="*/ 797329 w 6299884"/>
              <a:gd name="connsiteY1478" fmla="*/ 2518017 h 5597613"/>
              <a:gd name="connsiteX1479" fmla="*/ 808494 w 6299884"/>
              <a:gd name="connsiteY1479" fmla="*/ 2522780 h 5597613"/>
              <a:gd name="connsiteX1480" fmla="*/ 818773 w 6299884"/>
              <a:gd name="connsiteY1480" fmla="*/ 2530862 h 5597613"/>
              <a:gd name="connsiteX1481" fmla="*/ 829470 w 6299884"/>
              <a:gd name="connsiteY1481" fmla="*/ 2533368 h 5597613"/>
              <a:gd name="connsiteX1482" fmla="*/ 844833 w 6299884"/>
              <a:gd name="connsiteY1482" fmla="*/ 2535697 h 5597613"/>
              <a:gd name="connsiteX1483" fmla="*/ 851595 w 6299884"/>
              <a:gd name="connsiteY1483" fmla="*/ 2534305 h 5597613"/>
              <a:gd name="connsiteX1484" fmla="*/ 883622 w 6299884"/>
              <a:gd name="connsiteY1484" fmla="*/ 2530069 h 5597613"/>
              <a:gd name="connsiteX1485" fmla="*/ 894871 w 6299884"/>
              <a:gd name="connsiteY1485" fmla="*/ 2523832 h 5597613"/>
              <a:gd name="connsiteX1486" fmla="*/ 884746 w 6299884"/>
              <a:gd name="connsiteY1486" fmla="*/ 2516501 h 5597613"/>
              <a:gd name="connsiteX1487" fmla="*/ 882183 w 6299884"/>
              <a:gd name="connsiteY1487" fmla="*/ 2515461 h 5597613"/>
              <a:gd name="connsiteX1488" fmla="*/ 872696 w 6299884"/>
              <a:gd name="connsiteY1488" fmla="*/ 2488388 h 5597613"/>
              <a:gd name="connsiteX1489" fmla="*/ 886910 w 6299884"/>
              <a:gd name="connsiteY1489" fmla="*/ 2500369 h 5597613"/>
              <a:gd name="connsiteX1490" fmla="*/ 904170 w 6299884"/>
              <a:gd name="connsiteY1490" fmla="*/ 2492893 h 5597613"/>
              <a:gd name="connsiteX1491" fmla="*/ 908547 w 6299884"/>
              <a:gd name="connsiteY1491" fmla="*/ 2495131 h 5597613"/>
              <a:gd name="connsiteX1492" fmla="*/ 907973 w 6299884"/>
              <a:gd name="connsiteY1492" fmla="*/ 2499956 h 5597613"/>
              <a:gd name="connsiteX1493" fmla="*/ 909368 w 6299884"/>
              <a:gd name="connsiteY1493" fmla="*/ 2506728 h 5597613"/>
              <a:gd name="connsiteX1494" fmla="*/ 913722 w 6299884"/>
              <a:gd name="connsiteY1494" fmla="*/ 2505048 h 5597613"/>
              <a:gd name="connsiteX1495" fmla="*/ 920663 w 6299884"/>
              <a:gd name="connsiteY1495" fmla="*/ 2508327 h 5597613"/>
              <a:gd name="connsiteX1496" fmla="*/ 922343 w 6299884"/>
              <a:gd name="connsiteY1496" fmla="*/ 2512687 h 5597613"/>
              <a:gd name="connsiteX1497" fmla="*/ 959562 w 6299884"/>
              <a:gd name="connsiteY1497" fmla="*/ 2495616 h 5597613"/>
              <a:gd name="connsiteX1498" fmla="*/ 961219 w 6299884"/>
              <a:gd name="connsiteY1498" fmla="*/ 2496060 h 5597613"/>
              <a:gd name="connsiteX1499" fmla="*/ 987215 w 6299884"/>
              <a:gd name="connsiteY1499" fmla="*/ 2499633 h 5597613"/>
              <a:gd name="connsiteX1500" fmla="*/ 1004076 w 6299884"/>
              <a:gd name="connsiteY1500" fmla="*/ 2497002 h 5597613"/>
              <a:gd name="connsiteX1501" fmla="*/ 1151097 w 6299884"/>
              <a:gd name="connsiteY1501" fmla="*/ 2349982 h 5597613"/>
              <a:gd name="connsiteX1502" fmla="*/ 1147348 w 6299884"/>
              <a:gd name="connsiteY1502" fmla="*/ 2349871 h 5597613"/>
              <a:gd name="connsiteX1503" fmla="*/ 1008165 w 6299884"/>
              <a:gd name="connsiteY1503" fmla="*/ 2351784 h 5597613"/>
              <a:gd name="connsiteX1504" fmla="*/ 997882 w 6299884"/>
              <a:gd name="connsiteY1504" fmla="*/ 2349378 h 5597613"/>
              <a:gd name="connsiteX1505" fmla="*/ 1001138 w 6299884"/>
              <a:gd name="connsiteY1505" fmla="*/ 2338807 h 5597613"/>
              <a:gd name="connsiteX1506" fmla="*/ 1003226 w 6299884"/>
              <a:gd name="connsiteY1506" fmla="*/ 2330517 h 5597613"/>
              <a:gd name="connsiteX1507" fmla="*/ 993248 w 6299884"/>
              <a:gd name="connsiteY1507" fmla="*/ 2326106 h 5597613"/>
              <a:gd name="connsiteX1508" fmla="*/ 985493 w 6299884"/>
              <a:gd name="connsiteY1508" fmla="*/ 2328602 h 5597613"/>
              <a:gd name="connsiteX1509" fmla="*/ 960147 w 6299884"/>
              <a:gd name="connsiteY1509" fmla="*/ 2314850 h 5597613"/>
              <a:gd name="connsiteX1510" fmla="*/ 957706 w 6299884"/>
              <a:gd name="connsiteY1510" fmla="*/ 2301350 h 5597613"/>
              <a:gd name="connsiteX1511" fmla="*/ 948006 w 6299884"/>
              <a:gd name="connsiteY1511" fmla="*/ 2297803 h 5597613"/>
              <a:gd name="connsiteX1512" fmla="*/ 942020 w 6299884"/>
              <a:gd name="connsiteY1512" fmla="*/ 2323538 h 5597613"/>
              <a:gd name="connsiteX1513" fmla="*/ 922707 w 6299884"/>
              <a:gd name="connsiteY1513" fmla="*/ 2307846 h 5597613"/>
              <a:gd name="connsiteX1514" fmla="*/ 919856 w 6299884"/>
              <a:gd name="connsiteY1514" fmla="*/ 2278287 h 5597613"/>
              <a:gd name="connsiteX1515" fmla="*/ 921256 w 6299884"/>
              <a:gd name="connsiteY1515" fmla="*/ 2277442 h 5597613"/>
              <a:gd name="connsiteX1516" fmla="*/ 918792 w 6299884"/>
              <a:gd name="connsiteY1516" fmla="*/ 2277001 h 5597613"/>
              <a:gd name="connsiteX1517" fmla="*/ 895747 w 6299884"/>
              <a:gd name="connsiteY1517" fmla="*/ 2282940 h 5597613"/>
              <a:gd name="connsiteX1518" fmla="*/ 874594 w 6299884"/>
              <a:gd name="connsiteY1518" fmla="*/ 2272711 h 5597613"/>
              <a:gd name="connsiteX1519" fmla="*/ 854533 w 6299884"/>
              <a:gd name="connsiteY1519" fmla="*/ 2270898 h 5597613"/>
              <a:gd name="connsiteX1520" fmla="*/ 824807 w 6299884"/>
              <a:gd name="connsiteY1520" fmla="*/ 2261011 h 5597613"/>
              <a:gd name="connsiteX1521" fmla="*/ 769368 w 6299884"/>
              <a:gd name="connsiteY1521" fmla="*/ 2252149 h 5597613"/>
              <a:gd name="connsiteX1522" fmla="*/ 725002 w 6299884"/>
              <a:gd name="connsiteY1522" fmla="*/ 2247110 h 5597613"/>
              <a:gd name="connsiteX1523" fmla="*/ 714507 w 6299884"/>
              <a:gd name="connsiteY1523" fmla="*/ 2242370 h 5597613"/>
              <a:gd name="connsiteX1524" fmla="*/ 689028 w 6299884"/>
              <a:gd name="connsiteY1524" fmla="*/ 2233896 h 5597613"/>
              <a:gd name="connsiteX1525" fmla="*/ 683786 w 6299884"/>
              <a:gd name="connsiteY1525" fmla="*/ 2235066 h 5597613"/>
              <a:gd name="connsiteX1526" fmla="*/ 687676 w 6299884"/>
              <a:gd name="connsiteY1526" fmla="*/ 2220813 h 5597613"/>
              <a:gd name="connsiteX1527" fmla="*/ 701968 w 6299884"/>
              <a:gd name="connsiteY1527" fmla="*/ 2207383 h 5597613"/>
              <a:gd name="connsiteX1528" fmla="*/ 714866 w 6299884"/>
              <a:gd name="connsiteY1528" fmla="*/ 2205287 h 5597613"/>
              <a:gd name="connsiteX1529" fmla="*/ 727774 w 6299884"/>
              <a:gd name="connsiteY1529" fmla="*/ 2210274 h 5597613"/>
              <a:gd name="connsiteX1530" fmla="*/ 729783 w 6299884"/>
              <a:gd name="connsiteY1530" fmla="*/ 2219272 h 5597613"/>
              <a:gd name="connsiteX1531" fmla="*/ 736199 w 6299884"/>
              <a:gd name="connsiteY1531" fmla="*/ 2223349 h 5597613"/>
              <a:gd name="connsiteX1532" fmla="*/ 753822 w 6299884"/>
              <a:gd name="connsiteY1532" fmla="*/ 2210749 h 5597613"/>
              <a:gd name="connsiteX1533" fmla="*/ 757811 w 6299884"/>
              <a:gd name="connsiteY1533" fmla="*/ 2207495 h 5597613"/>
              <a:gd name="connsiteX1534" fmla="*/ 761063 w 6299884"/>
              <a:gd name="connsiteY1534" fmla="*/ 2211491 h 5597613"/>
              <a:gd name="connsiteX1535" fmla="*/ 761902 w 6299884"/>
              <a:gd name="connsiteY1535" fmla="*/ 2215240 h 5597613"/>
              <a:gd name="connsiteX1536" fmla="*/ 769814 w 6299884"/>
              <a:gd name="connsiteY1536" fmla="*/ 2218982 h 5597613"/>
              <a:gd name="connsiteX1537" fmla="*/ 779636 w 6299884"/>
              <a:gd name="connsiteY1537" fmla="*/ 2220723 h 5597613"/>
              <a:gd name="connsiteX1538" fmla="*/ 780732 w 6299884"/>
              <a:gd name="connsiteY1538" fmla="*/ 2229138 h 5597613"/>
              <a:gd name="connsiteX1539" fmla="*/ 771580 w 6299884"/>
              <a:gd name="connsiteY1539" fmla="*/ 2230397 h 5597613"/>
              <a:gd name="connsiteX1540" fmla="*/ 765757 w 6299884"/>
              <a:gd name="connsiteY1540" fmla="*/ 2232486 h 5597613"/>
              <a:gd name="connsiteX1541" fmla="*/ 768015 w 6299884"/>
              <a:gd name="connsiteY1541" fmla="*/ 2239068 h 5597613"/>
              <a:gd name="connsiteX1542" fmla="*/ 785559 w 6299884"/>
              <a:gd name="connsiteY1542" fmla="*/ 2229633 h 5597613"/>
              <a:gd name="connsiteX1543" fmla="*/ 800523 w 6299884"/>
              <a:gd name="connsiteY1543" fmla="*/ 2219203 h 5597613"/>
              <a:gd name="connsiteX1544" fmla="*/ 844554 w 6299884"/>
              <a:gd name="connsiteY1544" fmla="*/ 2222742 h 5597613"/>
              <a:gd name="connsiteX1545" fmla="*/ 848476 w 6299884"/>
              <a:gd name="connsiteY1545" fmla="*/ 2229739 h 5597613"/>
              <a:gd name="connsiteX1546" fmla="*/ 847415 w 6299884"/>
              <a:gd name="connsiteY1546" fmla="*/ 2242573 h 5597613"/>
              <a:gd name="connsiteX1547" fmla="*/ 855080 w 6299884"/>
              <a:gd name="connsiteY1547" fmla="*/ 2248731 h 5597613"/>
              <a:gd name="connsiteX1548" fmla="*/ 858903 w 6299884"/>
              <a:gd name="connsiteY1548" fmla="*/ 2244728 h 5597613"/>
              <a:gd name="connsiteX1549" fmla="*/ 867362 w 6299884"/>
              <a:gd name="connsiteY1549" fmla="*/ 2226302 h 5597613"/>
              <a:gd name="connsiteX1550" fmla="*/ 868781 w 6299884"/>
              <a:gd name="connsiteY1550" fmla="*/ 2229135 h 5597613"/>
              <a:gd name="connsiteX1551" fmla="*/ 878772 w 6299884"/>
              <a:gd name="connsiteY1551" fmla="*/ 2231625 h 5597613"/>
              <a:gd name="connsiteX1552" fmla="*/ 883599 w 6299884"/>
              <a:gd name="connsiteY1552" fmla="*/ 2232121 h 5597613"/>
              <a:gd name="connsiteX1553" fmla="*/ 897088 w 6299884"/>
              <a:gd name="connsiteY1553" fmla="*/ 2236190 h 5597613"/>
              <a:gd name="connsiteX1554" fmla="*/ 921125 w 6299884"/>
              <a:gd name="connsiteY1554" fmla="*/ 2227666 h 5597613"/>
              <a:gd name="connsiteX1555" fmla="*/ 923697 w 6299884"/>
              <a:gd name="connsiteY1555" fmla="*/ 2221581 h 5597613"/>
              <a:gd name="connsiteX1556" fmla="*/ 925093 w 6299884"/>
              <a:gd name="connsiteY1556" fmla="*/ 2210246 h 5597613"/>
              <a:gd name="connsiteX1557" fmla="*/ 904116 w 6299884"/>
              <a:gd name="connsiteY1557" fmla="*/ 2207850 h 5597613"/>
              <a:gd name="connsiteX1558" fmla="*/ 885298 w 6299884"/>
              <a:gd name="connsiteY1558" fmla="*/ 2201035 h 5597613"/>
              <a:gd name="connsiteX1559" fmla="*/ 910263 w 6299884"/>
              <a:gd name="connsiteY1559" fmla="*/ 2200177 h 5597613"/>
              <a:gd name="connsiteX1560" fmla="*/ 928311 w 6299884"/>
              <a:gd name="connsiteY1560" fmla="*/ 2192993 h 5597613"/>
              <a:gd name="connsiteX1561" fmla="*/ 930764 w 6299884"/>
              <a:gd name="connsiteY1561" fmla="*/ 2188801 h 5597613"/>
              <a:gd name="connsiteX1562" fmla="*/ 910585 w 6299884"/>
              <a:gd name="connsiteY1562" fmla="*/ 2175555 h 5597613"/>
              <a:gd name="connsiteX1563" fmla="*/ 885911 w 6299884"/>
              <a:gd name="connsiteY1563" fmla="*/ 2152063 h 5597613"/>
              <a:gd name="connsiteX1564" fmla="*/ 875407 w 6299884"/>
              <a:gd name="connsiteY1564" fmla="*/ 2143061 h 5597613"/>
              <a:gd name="connsiteX1565" fmla="*/ 823854 w 6299884"/>
              <a:gd name="connsiteY1565" fmla="*/ 2115835 h 5597613"/>
              <a:gd name="connsiteX1566" fmla="*/ 818243 w 6299884"/>
              <a:gd name="connsiteY1566" fmla="*/ 2104306 h 5597613"/>
              <a:gd name="connsiteX1567" fmla="*/ 828001 w 6299884"/>
              <a:gd name="connsiteY1567" fmla="*/ 2102119 h 5597613"/>
              <a:gd name="connsiteX1568" fmla="*/ 843514 w 6299884"/>
              <a:gd name="connsiteY1568" fmla="*/ 2097129 h 5597613"/>
              <a:gd name="connsiteX1569" fmla="*/ 862255 w 6299884"/>
              <a:gd name="connsiteY1569" fmla="*/ 2084434 h 5597613"/>
              <a:gd name="connsiteX1570" fmla="*/ 885847 w 6299884"/>
              <a:gd name="connsiteY1570" fmla="*/ 2101607 h 5597613"/>
              <a:gd name="connsiteX1571" fmla="*/ 886900 w 6299884"/>
              <a:gd name="connsiteY1571" fmla="*/ 2110793 h 5597613"/>
              <a:gd name="connsiteX1572" fmla="*/ 886593 w 6299884"/>
              <a:gd name="connsiteY1572" fmla="*/ 2112796 h 5597613"/>
              <a:gd name="connsiteX1573" fmla="*/ 888039 w 6299884"/>
              <a:gd name="connsiteY1573" fmla="*/ 2111379 h 5597613"/>
              <a:gd name="connsiteX1574" fmla="*/ 897797 w 6299884"/>
              <a:gd name="connsiteY1574" fmla="*/ 2109192 h 5597613"/>
              <a:gd name="connsiteX1575" fmla="*/ 919793 w 6299884"/>
              <a:gd name="connsiteY1575" fmla="*/ 2085926 h 5597613"/>
              <a:gd name="connsiteX1576" fmla="*/ 931946 w 6299884"/>
              <a:gd name="connsiteY1576" fmla="*/ 2073445 h 5597613"/>
              <a:gd name="connsiteX1577" fmla="*/ 948205 w 6299884"/>
              <a:gd name="connsiteY1577" fmla="*/ 2079644 h 5597613"/>
              <a:gd name="connsiteX1578" fmla="*/ 1002708 w 6299884"/>
              <a:gd name="connsiteY1578" fmla="*/ 2098303 h 5597613"/>
              <a:gd name="connsiteX1579" fmla="*/ 1011749 w 6299884"/>
              <a:gd name="connsiteY1579" fmla="*/ 2082060 h 5597613"/>
              <a:gd name="connsiteX1580" fmla="*/ 1013952 w 6299884"/>
              <a:gd name="connsiteY1580" fmla="*/ 2062305 h 5597613"/>
              <a:gd name="connsiteX1581" fmla="*/ 1037326 w 6299884"/>
              <a:gd name="connsiteY1581" fmla="*/ 2072881 h 5597613"/>
              <a:gd name="connsiteX1582" fmla="*/ 1063400 w 6299884"/>
              <a:gd name="connsiteY1582" fmla="*/ 2071161 h 5597613"/>
              <a:gd name="connsiteX1583" fmla="*/ 1065401 w 6299884"/>
              <a:gd name="connsiteY1583" fmla="*/ 2071470 h 5597613"/>
              <a:gd name="connsiteX1584" fmla="*/ 1074222 w 6299884"/>
              <a:gd name="connsiteY1584" fmla="*/ 2044779 h 5597613"/>
              <a:gd name="connsiteX1585" fmla="*/ 1071599 w 6299884"/>
              <a:gd name="connsiteY1585" fmla="*/ 2040340 h 5597613"/>
              <a:gd name="connsiteX1586" fmla="*/ 1060364 w 6299884"/>
              <a:gd name="connsiteY1586" fmla="*/ 2042439 h 5597613"/>
              <a:gd name="connsiteX1587" fmla="*/ 1041509 w 6299884"/>
              <a:gd name="connsiteY1587" fmla="*/ 2045038 h 5597613"/>
              <a:gd name="connsiteX1588" fmla="*/ 1029939 w 6299884"/>
              <a:gd name="connsiteY1588" fmla="*/ 2047199 h 5597613"/>
              <a:gd name="connsiteX1589" fmla="*/ 1015310 w 6299884"/>
              <a:gd name="connsiteY1589" fmla="*/ 2052699 h 5597613"/>
              <a:gd name="connsiteX1590" fmla="*/ 1003076 w 6299884"/>
              <a:gd name="connsiteY1590" fmla="*/ 2051295 h 5597613"/>
              <a:gd name="connsiteX1591" fmla="*/ 993734 w 6299884"/>
              <a:gd name="connsiteY1591" fmla="*/ 2045661 h 5597613"/>
              <a:gd name="connsiteX1592" fmla="*/ 979554 w 6299884"/>
              <a:gd name="connsiteY1592" fmla="*/ 2043699 h 5597613"/>
              <a:gd name="connsiteX1593" fmla="*/ 964475 w 6299884"/>
              <a:gd name="connsiteY1593" fmla="*/ 2056660 h 5597613"/>
              <a:gd name="connsiteX1594" fmla="*/ 963254 w 6299884"/>
              <a:gd name="connsiteY1594" fmla="*/ 2055044 h 5597613"/>
              <a:gd name="connsiteX1595" fmla="*/ 959648 w 6299884"/>
              <a:gd name="connsiteY1595" fmla="*/ 2030815 h 5597613"/>
              <a:gd name="connsiteX1596" fmla="*/ 956146 w 6299884"/>
              <a:gd name="connsiteY1596" fmla="*/ 2026858 h 5597613"/>
              <a:gd name="connsiteX1597" fmla="*/ 921221 w 6299884"/>
              <a:gd name="connsiteY1597" fmla="*/ 2022314 h 5597613"/>
              <a:gd name="connsiteX1598" fmla="*/ 905650 w 6299884"/>
              <a:gd name="connsiteY1598" fmla="*/ 2017843 h 5597613"/>
              <a:gd name="connsiteX1599" fmla="*/ 903153 w 6299884"/>
              <a:gd name="connsiteY1599" fmla="*/ 2004475 h 5597613"/>
              <a:gd name="connsiteX1600" fmla="*/ 924794 w 6299884"/>
              <a:gd name="connsiteY1600" fmla="*/ 1992132 h 5597613"/>
              <a:gd name="connsiteX1601" fmla="*/ 949040 w 6299884"/>
              <a:gd name="connsiteY1601" fmla="*/ 1998671 h 5597613"/>
              <a:gd name="connsiteX1602" fmla="*/ 971339 w 6299884"/>
              <a:gd name="connsiteY1602" fmla="*/ 2004652 h 5597613"/>
              <a:gd name="connsiteX1603" fmla="*/ 994086 w 6299884"/>
              <a:gd name="connsiteY1603" fmla="*/ 2003169 h 5597613"/>
              <a:gd name="connsiteX1604" fmla="*/ 1015335 w 6299884"/>
              <a:gd name="connsiteY1604" fmla="*/ 1993666 h 5597613"/>
              <a:gd name="connsiteX1605" fmla="*/ 1064109 w 6299884"/>
              <a:gd name="connsiteY1605" fmla="*/ 1998391 h 5597613"/>
              <a:gd name="connsiteX1606" fmla="*/ 1101543 w 6299884"/>
              <a:gd name="connsiteY1606" fmla="*/ 1986787 h 5597613"/>
              <a:gd name="connsiteX1607" fmla="*/ 1117005 w 6299884"/>
              <a:gd name="connsiteY1607" fmla="*/ 1985743 h 5597613"/>
              <a:gd name="connsiteX1608" fmla="*/ 1185564 w 6299884"/>
              <a:gd name="connsiteY1608" fmla="*/ 2002639 h 5597613"/>
              <a:gd name="connsiteX1609" fmla="*/ 1195223 w 6299884"/>
              <a:gd name="connsiteY1609" fmla="*/ 1998128 h 5597613"/>
              <a:gd name="connsiteX1610" fmla="*/ 1192773 w 6299884"/>
              <a:gd name="connsiteY1610" fmla="*/ 1991450 h 5597613"/>
              <a:gd name="connsiteX1611" fmla="*/ 1208259 w 6299884"/>
              <a:gd name="connsiteY1611" fmla="*/ 1992039 h 5597613"/>
              <a:gd name="connsiteX1612" fmla="*/ 1209269 w 6299884"/>
              <a:gd name="connsiteY1612" fmla="*/ 1991568 h 5597613"/>
              <a:gd name="connsiteX1613" fmla="*/ 1223674 w 6299884"/>
              <a:gd name="connsiteY1613" fmla="*/ 1989800 h 5597613"/>
              <a:gd name="connsiteX1614" fmla="*/ 1228712 w 6299884"/>
              <a:gd name="connsiteY1614" fmla="*/ 1991919 h 5597613"/>
              <a:gd name="connsiteX1615" fmla="*/ 1228960 w 6299884"/>
              <a:gd name="connsiteY1615" fmla="*/ 1991914 h 5597613"/>
              <a:gd name="connsiteX1616" fmla="*/ 1233962 w 6299884"/>
              <a:gd name="connsiteY1616" fmla="*/ 1990645 h 5597613"/>
              <a:gd name="connsiteX1617" fmla="*/ 1231965 w 6299884"/>
              <a:gd name="connsiteY1617" fmla="*/ 1979950 h 5597613"/>
              <a:gd name="connsiteX1618" fmla="*/ 1235973 w 6299884"/>
              <a:gd name="connsiteY1618" fmla="*/ 1971823 h 5597613"/>
              <a:gd name="connsiteX1619" fmla="*/ 1252490 w 6299884"/>
              <a:gd name="connsiteY1619" fmla="*/ 1971504 h 5597613"/>
              <a:gd name="connsiteX1620" fmla="*/ 1287307 w 6299884"/>
              <a:gd name="connsiteY1620" fmla="*/ 1970535 h 5597613"/>
              <a:gd name="connsiteX1621" fmla="*/ 1291532 w 6299884"/>
              <a:gd name="connsiteY1621" fmla="*/ 1973435 h 5597613"/>
              <a:gd name="connsiteX1622" fmla="*/ 1309382 w 6299884"/>
              <a:gd name="connsiteY1622" fmla="*/ 1980247 h 5597613"/>
              <a:gd name="connsiteX1623" fmla="*/ 1390916 w 6299884"/>
              <a:gd name="connsiteY1623" fmla="*/ 1977929 h 5597613"/>
              <a:gd name="connsiteX1624" fmla="*/ 1398035 w 6299884"/>
              <a:gd name="connsiteY1624" fmla="*/ 1976600 h 5597613"/>
              <a:gd name="connsiteX1625" fmla="*/ 1417165 w 6299884"/>
              <a:gd name="connsiteY1625" fmla="*/ 1980405 h 5597613"/>
              <a:gd name="connsiteX1626" fmla="*/ 1435463 w 6299884"/>
              <a:gd name="connsiteY1626" fmla="*/ 1979754 h 5597613"/>
              <a:gd name="connsiteX1627" fmla="*/ 1443587 w 6299884"/>
              <a:gd name="connsiteY1627" fmla="*/ 1969013 h 5597613"/>
              <a:gd name="connsiteX1628" fmla="*/ 1458935 w 6299884"/>
              <a:gd name="connsiteY1628" fmla="*/ 1977215 h 5597613"/>
              <a:gd name="connsiteX1629" fmla="*/ 1479569 w 6299884"/>
              <a:gd name="connsiteY1629" fmla="*/ 1974283 h 5597613"/>
              <a:gd name="connsiteX1630" fmla="*/ 1505665 w 6299884"/>
              <a:gd name="connsiteY1630" fmla="*/ 1946351 h 5597613"/>
              <a:gd name="connsiteX1631" fmla="*/ 1506388 w 6299884"/>
              <a:gd name="connsiteY1631" fmla="*/ 1945294 h 5597613"/>
              <a:gd name="connsiteX1632" fmla="*/ 1519852 w 6299884"/>
              <a:gd name="connsiteY1632" fmla="*/ 1933555 h 5597613"/>
              <a:gd name="connsiteX1633" fmla="*/ 1568521 w 6299884"/>
              <a:gd name="connsiteY1633" fmla="*/ 1932557 h 5597613"/>
              <a:gd name="connsiteX1634" fmla="*/ 1571412 w 6299884"/>
              <a:gd name="connsiteY1634" fmla="*/ 1929667 h 5597613"/>
              <a:gd name="connsiteX1635" fmla="*/ 1571368 w 6299884"/>
              <a:gd name="connsiteY1635" fmla="*/ 1929667 h 5597613"/>
              <a:gd name="connsiteX1636" fmla="*/ 1490369 w 6299884"/>
              <a:gd name="connsiteY1636" fmla="*/ 1926199 h 5597613"/>
              <a:gd name="connsiteX1637" fmla="*/ 1465155 w 6299884"/>
              <a:gd name="connsiteY1637" fmla="*/ 1927642 h 5597613"/>
              <a:gd name="connsiteX1638" fmla="*/ 1445976 w 6299884"/>
              <a:gd name="connsiteY1638" fmla="*/ 1927145 h 5597613"/>
              <a:gd name="connsiteX1639" fmla="*/ 1412232 w 6299884"/>
              <a:gd name="connsiteY1639" fmla="*/ 1922761 h 5597613"/>
              <a:gd name="connsiteX1640" fmla="*/ 1378152 w 6299884"/>
              <a:gd name="connsiteY1640" fmla="*/ 1923248 h 5597613"/>
              <a:gd name="connsiteX1641" fmla="*/ 1351712 w 6299884"/>
              <a:gd name="connsiteY1641" fmla="*/ 1932705 h 5597613"/>
              <a:gd name="connsiteX1642" fmla="*/ 1325755 w 6299884"/>
              <a:gd name="connsiteY1642" fmla="*/ 1922960 h 5597613"/>
              <a:gd name="connsiteX1643" fmla="*/ 1301988 w 6299884"/>
              <a:gd name="connsiteY1643" fmla="*/ 1922985 h 5597613"/>
              <a:gd name="connsiteX1644" fmla="*/ 1265994 w 6299884"/>
              <a:gd name="connsiteY1644" fmla="*/ 1914564 h 5597613"/>
              <a:gd name="connsiteX1645" fmla="*/ 1199894 w 6299884"/>
              <a:gd name="connsiteY1645" fmla="*/ 1910112 h 5597613"/>
              <a:gd name="connsiteX1646" fmla="*/ 1147218 w 6299884"/>
              <a:gd name="connsiteY1646" fmla="*/ 1908961 h 5597613"/>
              <a:gd name="connsiteX1647" fmla="*/ 1134378 w 6299884"/>
              <a:gd name="connsiteY1647" fmla="*/ 1904520 h 5597613"/>
              <a:gd name="connsiteX1648" fmla="*/ 1103526 w 6299884"/>
              <a:gd name="connsiteY1648" fmla="*/ 1897302 h 5597613"/>
              <a:gd name="connsiteX1649" fmla="*/ 1097493 w 6299884"/>
              <a:gd name="connsiteY1649" fmla="*/ 1899242 h 5597613"/>
              <a:gd name="connsiteX1650" fmla="*/ 1100530 w 6299884"/>
              <a:gd name="connsiteY1650" fmla="*/ 1882074 h 5597613"/>
              <a:gd name="connsiteX1651" fmla="*/ 1101716 w 6299884"/>
              <a:gd name="connsiteY1651" fmla="*/ 1880735 h 5597613"/>
              <a:gd name="connsiteX1652" fmla="*/ 1080782 w 6299884"/>
              <a:gd name="connsiteY1652" fmla="*/ 1878719 h 5597613"/>
              <a:gd name="connsiteX1653" fmla="*/ 1057206 w 6299884"/>
              <a:gd name="connsiteY1653" fmla="*/ 1882547 h 5597613"/>
              <a:gd name="connsiteX1654" fmla="*/ 1043748 w 6299884"/>
              <a:gd name="connsiteY1654" fmla="*/ 1879527 h 5597613"/>
              <a:gd name="connsiteX1655" fmla="*/ 1026789 w 6299884"/>
              <a:gd name="connsiteY1655" fmla="*/ 1872550 h 5597613"/>
              <a:gd name="connsiteX1656" fmla="*/ 986025 w 6299884"/>
              <a:gd name="connsiteY1656" fmla="*/ 1866329 h 5597613"/>
              <a:gd name="connsiteX1657" fmla="*/ 926406 w 6299884"/>
              <a:gd name="connsiteY1657" fmla="*/ 1862708 h 5597613"/>
              <a:gd name="connsiteX1658" fmla="*/ 914229 w 6299884"/>
              <a:gd name="connsiteY1658" fmla="*/ 1856681 h 5597613"/>
              <a:gd name="connsiteX1659" fmla="*/ 912008 w 6299884"/>
              <a:gd name="connsiteY1659" fmla="*/ 1849718 h 5597613"/>
              <a:gd name="connsiteX1660" fmla="*/ 857184 w 6299884"/>
              <a:gd name="connsiteY1660" fmla="*/ 1817532 h 5597613"/>
              <a:gd name="connsiteX1661" fmla="*/ 853183 w 6299884"/>
              <a:gd name="connsiteY1661" fmla="*/ 1810901 h 5597613"/>
              <a:gd name="connsiteX1662" fmla="*/ 856634 w 6299884"/>
              <a:gd name="connsiteY1662" fmla="*/ 1804722 h 5597613"/>
              <a:gd name="connsiteX1663" fmla="*/ 858028 w 6299884"/>
              <a:gd name="connsiteY1663" fmla="*/ 1792472 h 5597613"/>
              <a:gd name="connsiteX1664" fmla="*/ 846294 w 6299884"/>
              <a:gd name="connsiteY1664" fmla="*/ 1793742 h 5597613"/>
              <a:gd name="connsiteX1665" fmla="*/ 820486 w 6299884"/>
              <a:gd name="connsiteY1665" fmla="*/ 1798562 h 5597613"/>
              <a:gd name="connsiteX1666" fmla="*/ 801574 w 6299884"/>
              <a:gd name="connsiteY1666" fmla="*/ 1805784 h 5597613"/>
              <a:gd name="connsiteX1667" fmla="*/ 796176 w 6299884"/>
              <a:gd name="connsiteY1667" fmla="*/ 1811404 h 5597613"/>
              <a:gd name="connsiteX1668" fmla="*/ 787278 w 6299884"/>
              <a:gd name="connsiteY1668" fmla="*/ 1813066 h 5597613"/>
              <a:gd name="connsiteX1669" fmla="*/ 785611 w 6299884"/>
              <a:gd name="connsiteY1669" fmla="*/ 1804154 h 5597613"/>
              <a:gd name="connsiteX1670" fmla="*/ 790901 w 6299884"/>
              <a:gd name="connsiteY1670" fmla="*/ 1793021 h 5597613"/>
              <a:gd name="connsiteX1671" fmla="*/ 792738 w 6299884"/>
              <a:gd name="connsiteY1671" fmla="*/ 1788066 h 5597613"/>
              <a:gd name="connsiteX1672" fmla="*/ 787232 w 6299884"/>
              <a:gd name="connsiteY1672" fmla="*/ 1788172 h 5597613"/>
              <a:gd name="connsiteX1673" fmla="*/ 781335 w 6299884"/>
              <a:gd name="connsiteY1673" fmla="*/ 1791118 h 5597613"/>
              <a:gd name="connsiteX1674" fmla="*/ 775996 w 6299884"/>
              <a:gd name="connsiteY1674" fmla="*/ 1792115 h 5597613"/>
              <a:gd name="connsiteX1675" fmla="*/ 738792 w 6299884"/>
              <a:gd name="connsiteY1675" fmla="*/ 1785230 h 5597613"/>
              <a:gd name="connsiteX1676" fmla="*/ 720104 w 6299884"/>
              <a:gd name="connsiteY1676" fmla="*/ 1788721 h 5597613"/>
              <a:gd name="connsiteX1677" fmla="*/ 708592 w 6299884"/>
              <a:gd name="connsiteY1677" fmla="*/ 1786259 h 5597613"/>
              <a:gd name="connsiteX1678" fmla="*/ 713157 w 6299884"/>
              <a:gd name="connsiteY1678" fmla="*/ 1776184 h 5597613"/>
              <a:gd name="connsiteX1679" fmla="*/ 717663 w 6299884"/>
              <a:gd name="connsiteY1679" fmla="*/ 1770730 h 5597613"/>
              <a:gd name="connsiteX1680" fmla="*/ 720781 w 6299884"/>
              <a:gd name="connsiteY1680" fmla="*/ 1762770 h 5597613"/>
              <a:gd name="connsiteX1681" fmla="*/ 711382 w 6299884"/>
              <a:gd name="connsiteY1681" fmla="*/ 1761758 h 5597613"/>
              <a:gd name="connsiteX1682" fmla="*/ 688136 w 6299884"/>
              <a:gd name="connsiteY1682" fmla="*/ 1760567 h 5597613"/>
              <a:gd name="connsiteX1683" fmla="*/ 655927 w 6299884"/>
              <a:gd name="connsiteY1683" fmla="*/ 1780417 h 5597613"/>
              <a:gd name="connsiteX1684" fmla="*/ 643517 w 6299884"/>
              <a:gd name="connsiteY1684" fmla="*/ 1792881 h 5597613"/>
              <a:gd name="connsiteX1685" fmla="*/ 634196 w 6299884"/>
              <a:gd name="connsiteY1685" fmla="*/ 1742972 h 5597613"/>
              <a:gd name="connsiteX1686" fmla="*/ 643268 w 6299884"/>
              <a:gd name="connsiteY1686" fmla="*/ 1727443 h 5597613"/>
              <a:gd name="connsiteX1687" fmla="*/ 639266 w 6299884"/>
              <a:gd name="connsiteY1687" fmla="*/ 1720812 h 5597613"/>
              <a:gd name="connsiteX1688" fmla="*/ 647999 w 6299884"/>
              <a:gd name="connsiteY1688" fmla="*/ 1718259 h 5597613"/>
              <a:gd name="connsiteX1689" fmla="*/ 654563 w 6299884"/>
              <a:gd name="connsiteY1689" fmla="*/ 1718878 h 5597613"/>
              <a:gd name="connsiteX1690" fmla="*/ 662461 w 6299884"/>
              <a:gd name="connsiteY1690" fmla="*/ 1711868 h 5597613"/>
              <a:gd name="connsiteX1691" fmla="*/ 669307 w 6299884"/>
              <a:gd name="connsiteY1691" fmla="*/ 1704133 h 5597613"/>
              <a:gd name="connsiteX1692" fmla="*/ 688660 w 6299884"/>
              <a:gd name="connsiteY1692" fmla="*/ 1704207 h 5597613"/>
              <a:gd name="connsiteX1693" fmla="*/ 706626 w 6299884"/>
              <a:gd name="connsiteY1693" fmla="*/ 1701775 h 5597613"/>
              <a:gd name="connsiteX1694" fmla="*/ 711414 w 6299884"/>
              <a:gd name="connsiteY1694" fmla="*/ 1687967 h 5597613"/>
              <a:gd name="connsiteX1695" fmla="*/ 713975 w 6299884"/>
              <a:gd name="connsiteY1695" fmla="*/ 1681955 h 5597613"/>
              <a:gd name="connsiteX1696" fmla="*/ 735827 w 6299884"/>
              <a:gd name="connsiteY1696" fmla="*/ 1695397 h 5597613"/>
              <a:gd name="connsiteX1697" fmla="*/ 742107 w 6299884"/>
              <a:gd name="connsiteY1697" fmla="*/ 1704369 h 5597613"/>
              <a:gd name="connsiteX1698" fmla="*/ 762185 w 6299884"/>
              <a:gd name="connsiteY1698" fmla="*/ 1703387 h 5597613"/>
              <a:gd name="connsiteX1699" fmla="*/ 762967 w 6299884"/>
              <a:gd name="connsiteY1699" fmla="*/ 1697706 h 5597613"/>
              <a:gd name="connsiteX1700" fmla="*/ 763248 w 6299884"/>
              <a:gd name="connsiteY1700" fmla="*/ 1689353 h 5597613"/>
              <a:gd name="connsiteX1701" fmla="*/ 771483 w 6299884"/>
              <a:gd name="connsiteY1701" fmla="*/ 1684126 h 5597613"/>
              <a:gd name="connsiteX1702" fmla="*/ 799121 w 6299884"/>
              <a:gd name="connsiteY1702" fmla="*/ 1689109 h 5597613"/>
              <a:gd name="connsiteX1703" fmla="*/ 815414 w 6299884"/>
              <a:gd name="connsiteY1703" fmla="*/ 1692522 h 5597613"/>
              <a:gd name="connsiteX1704" fmla="*/ 857298 w 6299884"/>
              <a:gd name="connsiteY1704" fmla="*/ 1680086 h 5597613"/>
              <a:gd name="connsiteX1705" fmla="*/ 869424 w 6299884"/>
              <a:gd name="connsiteY1705" fmla="*/ 1675977 h 5597613"/>
              <a:gd name="connsiteX1706" fmla="*/ 910521 w 6299884"/>
              <a:gd name="connsiteY1706" fmla="*/ 1683980 h 5597613"/>
              <a:gd name="connsiteX1707" fmla="*/ 932936 w 6299884"/>
              <a:gd name="connsiteY1707" fmla="*/ 1680716 h 5597613"/>
              <a:gd name="connsiteX1708" fmla="*/ 960529 w 6299884"/>
              <a:gd name="connsiteY1708" fmla="*/ 1660804 h 5597613"/>
              <a:gd name="connsiteX1709" fmla="*/ 965306 w 6299884"/>
              <a:gd name="connsiteY1709" fmla="*/ 1676515 h 5597613"/>
              <a:gd name="connsiteX1710" fmla="*/ 982265 w 6299884"/>
              <a:gd name="connsiteY1710" fmla="*/ 1683491 h 5597613"/>
              <a:gd name="connsiteX1711" fmla="*/ 983828 w 6299884"/>
              <a:gd name="connsiteY1711" fmla="*/ 1672133 h 5597613"/>
              <a:gd name="connsiteX1712" fmla="*/ 992452 w 6299884"/>
              <a:gd name="connsiteY1712" fmla="*/ 1664066 h 5597613"/>
              <a:gd name="connsiteX1713" fmla="*/ 1014309 w 6299884"/>
              <a:gd name="connsiteY1713" fmla="*/ 1662750 h 5597613"/>
              <a:gd name="connsiteX1714" fmla="*/ 1043619 w 6299884"/>
              <a:gd name="connsiteY1714" fmla="*/ 1661886 h 5597613"/>
              <a:gd name="connsiteX1715" fmla="*/ 1058581 w 6299884"/>
              <a:gd name="connsiteY1715" fmla="*/ 1658169 h 5597613"/>
              <a:gd name="connsiteX1716" fmla="*/ 1064369 w 6299884"/>
              <a:gd name="connsiteY1716" fmla="*/ 1649710 h 5597613"/>
              <a:gd name="connsiteX1717" fmla="*/ 1075330 w 6299884"/>
              <a:gd name="connsiteY1717" fmla="*/ 1639362 h 5597613"/>
              <a:gd name="connsiteX1718" fmla="*/ 1082110 w 6299884"/>
              <a:gd name="connsiteY1718" fmla="*/ 1651007 h 5597613"/>
              <a:gd name="connsiteX1719" fmla="*/ 1089005 w 6299884"/>
              <a:gd name="connsiteY1719" fmla="*/ 1653408 h 5597613"/>
              <a:gd name="connsiteX1720" fmla="*/ 1092789 w 6299884"/>
              <a:gd name="connsiteY1720" fmla="*/ 1649013 h 5597613"/>
              <a:gd name="connsiteX1721" fmla="*/ 1101862 w 6299884"/>
              <a:gd name="connsiteY1721" fmla="*/ 1633483 h 5597613"/>
              <a:gd name="connsiteX1722" fmla="*/ 1103423 w 6299884"/>
              <a:gd name="connsiteY1722" fmla="*/ 1622124 h 5597613"/>
              <a:gd name="connsiteX1723" fmla="*/ 1096528 w 6299884"/>
              <a:gd name="connsiteY1723" fmla="*/ 1619723 h 5597613"/>
              <a:gd name="connsiteX1724" fmla="*/ 1019169 w 6299884"/>
              <a:gd name="connsiteY1724" fmla="*/ 1614804 h 5597613"/>
              <a:gd name="connsiteX1725" fmla="*/ 959274 w 6299884"/>
              <a:gd name="connsiteY1725" fmla="*/ 1604778 h 5597613"/>
              <a:gd name="connsiteX1726" fmla="*/ 930477 w 6299884"/>
              <a:gd name="connsiteY1726" fmla="*/ 1578799 h 5597613"/>
              <a:gd name="connsiteX1727" fmla="*/ 911397 w 6299884"/>
              <a:gd name="connsiteY1727" fmla="*/ 1585129 h 5597613"/>
              <a:gd name="connsiteX1728" fmla="*/ 905674 w 6299884"/>
              <a:gd name="connsiteY1728" fmla="*/ 1574209 h 5597613"/>
              <a:gd name="connsiteX1729" fmla="*/ 891941 w 6299884"/>
              <a:gd name="connsiteY1729" fmla="*/ 1564783 h 5597613"/>
              <a:gd name="connsiteX1730" fmla="*/ 881704 w 6299884"/>
              <a:gd name="connsiteY1730" fmla="*/ 1574074 h 5597613"/>
              <a:gd name="connsiteX1731" fmla="*/ 877414 w 6299884"/>
              <a:gd name="connsiteY1731" fmla="*/ 1590555 h 5597613"/>
              <a:gd name="connsiteX1732" fmla="*/ 864794 w 6299884"/>
              <a:gd name="connsiteY1732" fmla="*/ 1577232 h 5597613"/>
              <a:gd name="connsiteX1733" fmla="*/ 850338 w 6299884"/>
              <a:gd name="connsiteY1733" fmla="*/ 1568865 h 5597613"/>
              <a:gd name="connsiteX1734" fmla="*/ 854077 w 6299884"/>
              <a:gd name="connsiteY1734" fmla="*/ 1539576 h 5597613"/>
              <a:gd name="connsiteX1735" fmla="*/ 866593 w 6299884"/>
              <a:gd name="connsiteY1735" fmla="*/ 1532626 h 5597613"/>
              <a:gd name="connsiteX1736" fmla="*/ 873598 w 6299884"/>
              <a:gd name="connsiteY1736" fmla="*/ 1540542 h 5597613"/>
              <a:gd name="connsiteX1737" fmla="*/ 879937 w 6299884"/>
              <a:gd name="connsiteY1737" fmla="*/ 1544891 h 5597613"/>
              <a:gd name="connsiteX1738" fmla="*/ 905072 w 6299884"/>
              <a:gd name="connsiteY1738" fmla="*/ 1551263 h 5597613"/>
              <a:gd name="connsiteX1739" fmla="*/ 924816 w 6299884"/>
              <a:gd name="connsiteY1739" fmla="*/ 1548498 h 5597613"/>
              <a:gd name="connsiteX1740" fmla="*/ 930655 w 6299884"/>
              <a:gd name="connsiteY1740" fmla="*/ 1550175 h 5597613"/>
              <a:gd name="connsiteX1741" fmla="*/ 937160 w 6299884"/>
              <a:gd name="connsiteY1741" fmla="*/ 1555415 h 5597613"/>
              <a:gd name="connsiteX1742" fmla="*/ 983437 w 6299884"/>
              <a:gd name="connsiteY1742" fmla="*/ 1546772 h 5597613"/>
              <a:gd name="connsiteX1743" fmla="*/ 1007131 w 6299884"/>
              <a:gd name="connsiteY1743" fmla="*/ 1540501 h 5597613"/>
              <a:gd name="connsiteX1744" fmla="*/ 1027818 w 6299884"/>
              <a:gd name="connsiteY1744" fmla="*/ 1547705 h 5597613"/>
              <a:gd name="connsiteX1745" fmla="*/ 1037383 w 6299884"/>
              <a:gd name="connsiteY1745" fmla="*/ 1549608 h 5597613"/>
              <a:gd name="connsiteX1746" fmla="*/ 1038944 w 6299884"/>
              <a:gd name="connsiteY1746" fmla="*/ 1538249 h 5597613"/>
              <a:gd name="connsiteX1747" fmla="*/ 1035333 w 6299884"/>
              <a:gd name="connsiteY1747" fmla="*/ 1528777 h 5597613"/>
              <a:gd name="connsiteX1748" fmla="*/ 1018988 w 6299884"/>
              <a:gd name="connsiteY1748" fmla="*/ 1515229 h 5597613"/>
              <a:gd name="connsiteX1749" fmla="*/ 971105 w 6299884"/>
              <a:gd name="connsiteY1749" fmla="*/ 1510338 h 5597613"/>
              <a:gd name="connsiteX1750" fmla="*/ 964549 w 6299884"/>
              <a:gd name="connsiteY1750" fmla="*/ 1494961 h 5597613"/>
              <a:gd name="connsiteX1751" fmla="*/ 965106 w 6299884"/>
              <a:gd name="connsiteY1751" fmla="*/ 1493013 h 5597613"/>
              <a:gd name="connsiteX1752" fmla="*/ 975849 w 6299884"/>
              <a:gd name="connsiteY1752" fmla="*/ 1471638 h 5597613"/>
              <a:gd name="connsiteX1753" fmla="*/ 983302 w 6299884"/>
              <a:gd name="connsiteY1753" fmla="*/ 1472090 h 5597613"/>
              <a:gd name="connsiteX1754" fmla="*/ 975843 w 6299884"/>
              <a:gd name="connsiteY1754" fmla="*/ 1486396 h 5597613"/>
              <a:gd name="connsiteX1755" fmla="*/ 986240 w 6299884"/>
              <a:gd name="connsiteY1755" fmla="*/ 1492754 h 5597613"/>
              <a:gd name="connsiteX1756" fmla="*/ 989524 w 6299884"/>
              <a:gd name="connsiteY1756" fmla="*/ 1485684 h 5597613"/>
              <a:gd name="connsiteX1757" fmla="*/ 1007162 w 6299884"/>
              <a:gd name="connsiteY1757" fmla="*/ 1466711 h 5597613"/>
              <a:gd name="connsiteX1758" fmla="*/ 1045430 w 6299884"/>
              <a:gd name="connsiteY1758" fmla="*/ 1459564 h 5597613"/>
              <a:gd name="connsiteX1759" fmla="*/ 1066558 w 6299884"/>
              <a:gd name="connsiteY1759" fmla="*/ 1474063 h 5597613"/>
              <a:gd name="connsiteX1760" fmla="*/ 1067057 w 6299884"/>
              <a:gd name="connsiteY1760" fmla="*/ 1476736 h 5597613"/>
              <a:gd name="connsiteX1761" fmla="*/ 1069445 w 6299884"/>
              <a:gd name="connsiteY1761" fmla="*/ 1484592 h 5597613"/>
              <a:gd name="connsiteX1762" fmla="*/ 1080515 w 6299884"/>
              <a:gd name="connsiteY1762" fmla="*/ 1479757 h 5597613"/>
              <a:gd name="connsiteX1763" fmla="*/ 1083133 w 6299884"/>
              <a:gd name="connsiteY1763" fmla="*/ 1469122 h 5597613"/>
              <a:gd name="connsiteX1764" fmla="*/ 1095093 w 6299884"/>
              <a:gd name="connsiteY1764" fmla="*/ 1464121 h 5597613"/>
              <a:gd name="connsiteX1765" fmla="*/ 1097980 w 6299884"/>
              <a:gd name="connsiteY1765" fmla="*/ 1474650 h 5597613"/>
              <a:gd name="connsiteX1766" fmla="*/ 1096143 w 6299884"/>
              <a:gd name="connsiteY1766" fmla="*/ 1479604 h 5597613"/>
              <a:gd name="connsiteX1767" fmla="*/ 1097308 w 6299884"/>
              <a:gd name="connsiteY1767" fmla="*/ 1485843 h 5597613"/>
              <a:gd name="connsiteX1768" fmla="*/ 1102314 w 6299884"/>
              <a:gd name="connsiteY1768" fmla="*/ 1483063 h 5597613"/>
              <a:gd name="connsiteX1769" fmla="*/ 1108326 w 6299884"/>
              <a:gd name="connsiteY1769" fmla="*/ 1470873 h 5597613"/>
              <a:gd name="connsiteX1770" fmla="*/ 1130133 w 6299884"/>
              <a:gd name="connsiteY1770" fmla="*/ 1459422 h 5597613"/>
              <a:gd name="connsiteX1771" fmla="*/ 1147816 w 6299884"/>
              <a:gd name="connsiteY1771" fmla="*/ 1465341 h 5597613"/>
              <a:gd name="connsiteX1772" fmla="*/ 1159052 w 6299884"/>
              <a:gd name="connsiteY1772" fmla="*/ 1461398 h 5597613"/>
              <a:gd name="connsiteX1773" fmla="*/ 1173072 w 6299884"/>
              <a:gd name="connsiteY1773" fmla="*/ 1447711 h 5597613"/>
              <a:gd name="connsiteX1774" fmla="*/ 1186921 w 6299884"/>
              <a:gd name="connsiteY1774" fmla="*/ 1447892 h 5597613"/>
              <a:gd name="connsiteX1775" fmla="*/ 1265004 w 6299884"/>
              <a:gd name="connsiteY1775" fmla="*/ 1451753 h 5597613"/>
              <a:gd name="connsiteX1776" fmla="*/ 1277073 w 6299884"/>
              <a:gd name="connsiteY1776" fmla="*/ 1452266 h 5597613"/>
              <a:gd name="connsiteX1777" fmla="*/ 1306882 w 6299884"/>
              <a:gd name="connsiteY1777" fmla="*/ 1454076 h 5597613"/>
              <a:gd name="connsiteX1778" fmla="*/ 1345878 w 6299884"/>
              <a:gd name="connsiteY1778" fmla="*/ 1431113 h 5597613"/>
              <a:gd name="connsiteX1779" fmla="*/ 1364291 w 6299884"/>
              <a:gd name="connsiteY1779" fmla="*/ 1421217 h 5597613"/>
              <a:gd name="connsiteX1780" fmla="*/ 1436868 w 6299884"/>
              <a:gd name="connsiteY1780" fmla="*/ 1425185 h 5597613"/>
              <a:gd name="connsiteX1781" fmla="*/ 1448994 w 6299884"/>
              <a:gd name="connsiteY1781" fmla="*/ 1421075 h 5597613"/>
              <a:gd name="connsiteX1782" fmla="*/ 1453502 w 6299884"/>
              <a:gd name="connsiteY1782" fmla="*/ 1415622 h 5597613"/>
              <a:gd name="connsiteX1783" fmla="*/ 1455172 w 6299884"/>
              <a:gd name="connsiteY1783" fmla="*/ 1409776 h 5597613"/>
              <a:gd name="connsiteX1784" fmla="*/ 1442995 w 6299884"/>
              <a:gd name="connsiteY1784" fmla="*/ 1403750 h 5597613"/>
              <a:gd name="connsiteX1785" fmla="*/ 1432989 w 6299884"/>
              <a:gd name="connsiteY1785" fmla="*/ 1394551 h 5597613"/>
              <a:gd name="connsiteX1786" fmla="*/ 1442445 w 6299884"/>
              <a:gd name="connsiteY1786" fmla="*/ 1390940 h 5597613"/>
              <a:gd name="connsiteX1787" fmla="*/ 1460737 w 6299884"/>
              <a:gd name="connsiteY1787" fmla="*/ 1405048 h 5597613"/>
              <a:gd name="connsiteX1788" fmla="*/ 1523300 w 6299884"/>
              <a:gd name="connsiteY1788" fmla="*/ 1414574 h 5597613"/>
              <a:gd name="connsiteX1789" fmla="*/ 1541322 w 6299884"/>
              <a:gd name="connsiteY1789" fmla="*/ 1407519 h 5597613"/>
              <a:gd name="connsiteX1790" fmla="*/ 1548551 w 6299884"/>
              <a:gd name="connsiteY1790" fmla="*/ 1411702 h 5597613"/>
              <a:gd name="connsiteX1791" fmla="*/ 1561618 w 6299884"/>
              <a:gd name="connsiteY1791" fmla="*/ 1417563 h 5597613"/>
              <a:gd name="connsiteX1792" fmla="*/ 1605281 w 6299884"/>
              <a:gd name="connsiteY1792" fmla="*/ 1404796 h 5597613"/>
              <a:gd name="connsiteX1793" fmla="*/ 1666085 w 6299884"/>
              <a:gd name="connsiteY1793" fmla="*/ 1370381 h 5597613"/>
              <a:gd name="connsiteX1794" fmla="*/ 1667307 w 6299884"/>
              <a:gd name="connsiteY1794" fmla="*/ 1371997 h 5597613"/>
              <a:gd name="connsiteX1795" fmla="*/ 1665412 w 6299884"/>
              <a:gd name="connsiteY1795" fmla="*/ 1381574 h 5597613"/>
              <a:gd name="connsiteX1796" fmla="*/ 1675919 w 6299884"/>
              <a:gd name="connsiteY1796" fmla="*/ 1393447 h 5597613"/>
              <a:gd name="connsiteX1797" fmla="*/ 1687436 w 6299884"/>
              <a:gd name="connsiteY1797" fmla="*/ 1381149 h 5597613"/>
              <a:gd name="connsiteX1798" fmla="*/ 1689498 w 6299884"/>
              <a:gd name="connsiteY1798" fmla="*/ 1372463 h 5597613"/>
              <a:gd name="connsiteX1799" fmla="*/ 1701784 w 6299884"/>
              <a:gd name="connsiteY1799" fmla="*/ 1384004 h 5597613"/>
              <a:gd name="connsiteX1800" fmla="*/ 1707008 w 6299884"/>
              <a:gd name="connsiteY1800" fmla="*/ 1392250 h 5597613"/>
              <a:gd name="connsiteX1801" fmla="*/ 1743989 w 6299884"/>
              <a:gd name="connsiteY1801" fmla="*/ 1402867 h 5597613"/>
              <a:gd name="connsiteX1802" fmla="*/ 1772466 w 6299884"/>
              <a:gd name="connsiteY1802" fmla="*/ 1397547 h 5597613"/>
              <a:gd name="connsiteX1803" fmla="*/ 1782479 w 6299884"/>
              <a:gd name="connsiteY1803" fmla="*/ 1391989 h 5597613"/>
              <a:gd name="connsiteX1804" fmla="*/ 1804337 w 6299884"/>
              <a:gd name="connsiteY1804" fmla="*/ 1390673 h 5597613"/>
              <a:gd name="connsiteX1805" fmla="*/ 1817570 w 6299884"/>
              <a:gd name="connsiteY1805" fmla="*/ 1397424 h 5597613"/>
              <a:gd name="connsiteX1806" fmla="*/ 1828359 w 6299884"/>
              <a:gd name="connsiteY1806" fmla="*/ 1400943 h 5597613"/>
              <a:gd name="connsiteX1807" fmla="*/ 1842098 w 6299884"/>
              <a:gd name="connsiteY1807" fmla="*/ 1395609 h 5597613"/>
              <a:gd name="connsiteX1808" fmla="*/ 1857124 w 6299884"/>
              <a:gd name="connsiteY1808" fmla="*/ 1372511 h 5597613"/>
              <a:gd name="connsiteX1809" fmla="*/ 1856906 w 6299884"/>
              <a:gd name="connsiteY1809" fmla="*/ 1361485 h 5597613"/>
              <a:gd name="connsiteX1810" fmla="*/ 1906115 w 6299884"/>
              <a:gd name="connsiteY1810" fmla="*/ 1388263 h 5597613"/>
              <a:gd name="connsiteX1811" fmla="*/ 1920411 w 6299884"/>
              <a:gd name="connsiteY1811" fmla="*/ 1380981 h 5597613"/>
              <a:gd name="connsiteX1812" fmla="*/ 1922364 w 6299884"/>
              <a:gd name="connsiteY1812" fmla="*/ 1366782 h 5597613"/>
              <a:gd name="connsiteX1813" fmla="*/ 1912242 w 6299884"/>
              <a:gd name="connsiteY1813" fmla="*/ 1366828 h 5597613"/>
              <a:gd name="connsiteX1814" fmla="*/ 1903567 w 6299884"/>
              <a:gd name="connsiteY1814" fmla="*/ 1364759 h 5597613"/>
              <a:gd name="connsiteX1815" fmla="*/ 1906184 w 6299884"/>
              <a:gd name="connsiteY1815" fmla="*/ 1354125 h 5597613"/>
              <a:gd name="connsiteX1816" fmla="*/ 1917254 w 6299884"/>
              <a:gd name="connsiteY1816" fmla="*/ 1349291 h 5597613"/>
              <a:gd name="connsiteX1817" fmla="*/ 1928158 w 6299884"/>
              <a:gd name="connsiteY1817" fmla="*/ 1343565 h 5597613"/>
              <a:gd name="connsiteX1818" fmla="*/ 1908695 w 6299884"/>
              <a:gd name="connsiteY1818" fmla="*/ 1337977 h 5597613"/>
              <a:gd name="connsiteX1819" fmla="*/ 1853526 w 6299884"/>
              <a:gd name="connsiteY1819" fmla="*/ 1333524 h 5597613"/>
              <a:gd name="connsiteX1820" fmla="*/ 1819317 w 6299884"/>
              <a:gd name="connsiteY1820" fmla="*/ 1342681 h 5597613"/>
              <a:gd name="connsiteX1821" fmla="*/ 1808305 w 6299884"/>
              <a:gd name="connsiteY1821" fmla="*/ 1342894 h 5597613"/>
              <a:gd name="connsiteX1822" fmla="*/ 1783062 w 6299884"/>
              <a:gd name="connsiteY1822" fmla="*/ 1331007 h 5597613"/>
              <a:gd name="connsiteX1823" fmla="*/ 1769878 w 6299884"/>
              <a:gd name="connsiteY1823" fmla="*/ 1334391 h 5597613"/>
              <a:gd name="connsiteX1824" fmla="*/ 1742233 w 6299884"/>
              <a:gd name="connsiteY1824" fmla="*/ 1344167 h 5597613"/>
              <a:gd name="connsiteX1825" fmla="*/ 1714928 w 6299884"/>
              <a:gd name="connsiteY1825" fmla="*/ 1340967 h 5597613"/>
              <a:gd name="connsiteX1826" fmla="*/ 1705247 w 6299884"/>
              <a:gd name="connsiteY1826" fmla="*/ 1348309 h 5597613"/>
              <a:gd name="connsiteX1827" fmla="*/ 1699460 w 6299884"/>
              <a:gd name="connsiteY1827" fmla="*/ 1356768 h 5597613"/>
              <a:gd name="connsiteX1828" fmla="*/ 1687341 w 6299884"/>
              <a:gd name="connsiteY1828" fmla="*/ 1346119 h 5597613"/>
              <a:gd name="connsiteX1829" fmla="*/ 1672942 w 6299884"/>
              <a:gd name="connsiteY1829" fmla="*/ 1333130 h 5597613"/>
              <a:gd name="connsiteX1830" fmla="*/ 1650136 w 6299884"/>
              <a:gd name="connsiteY1830" fmla="*/ 1339234 h 5597613"/>
              <a:gd name="connsiteX1831" fmla="*/ 1616709 w 6299884"/>
              <a:gd name="connsiteY1831" fmla="*/ 1342710 h 5597613"/>
              <a:gd name="connsiteX1832" fmla="*/ 1605313 w 6299884"/>
              <a:gd name="connsiteY1832" fmla="*/ 1331005 h 5597613"/>
              <a:gd name="connsiteX1833" fmla="*/ 1594251 w 6299884"/>
              <a:gd name="connsiteY1833" fmla="*/ 1321082 h 5597613"/>
              <a:gd name="connsiteX1834" fmla="*/ 1529515 w 6299884"/>
              <a:gd name="connsiteY1834" fmla="*/ 1314726 h 5597613"/>
              <a:gd name="connsiteX1835" fmla="*/ 1497197 w 6299884"/>
              <a:gd name="connsiteY1835" fmla="*/ 1329064 h 5597613"/>
              <a:gd name="connsiteX1836" fmla="*/ 1495418 w 6299884"/>
              <a:gd name="connsiteY1836" fmla="*/ 1329397 h 5597613"/>
              <a:gd name="connsiteX1837" fmla="*/ 1488970 w 6299884"/>
              <a:gd name="connsiteY1837" fmla="*/ 1319533 h 5597613"/>
              <a:gd name="connsiteX1838" fmla="*/ 1480122 w 6299884"/>
              <a:gd name="connsiteY1838" fmla="*/ 1331332 h 5597613"/>
              <a:gd name="connsiteX1839" fmla="*/ 1478119 w 6299884"/>
              <a:gd name="connsiteY1839" fmla="*/ 1335395 h 5597613"/>
              <a:gd name="connsiteX1840" fmla="*/ 1473605 w 6299884"/>
              <a:gd name="connsiteY1840" fmla="*/ 1355607 h 5597613"/>
              <a:gd name="connsiteX1841" fmla="*/ 1464481 w 6299884"/>
              <a:gd name="connsiteY1841" fmla="*/ 1360999 h 5597613"/>
              <a:gd name="connsiteX1842" fmla="*/ 1458534 w 6299884"/>
              <a:gd name="connsiteY1842" fmla="*/ 1353810 h 5597613"/>
              <a:gd name="connsiteX1843" fmla="*/ 1452374 w 6299884"/>
              <a:gd name="connsiteY1843" fmla="*/ 1320834 h 5597613"/>
              <a:gd name="connsiteX1844" fmla="*/ 1442810 w 6299884"/>
              <a:gd name="connsiteY1844" fmla="*/ 1318932 h 5597613"/>
              <a:gd name="connsiteX1845" fmla="*/ 1415273 w 6299884"/>
              <a:gd name="connsiteY1845" fmla="*/ 1334221 h 5597613"/>
              <a:gd name="connsiteX1846" fmla="*/ 1407820 w 6299884"/>
              <a:gd name="connsiteY1846" fmla="*/ 1333768 h 5597613"/>
              <a:gd name="connsiteX1847" fmla="*/ 1380238 w 6299884"/>
              <a:gd name="connsiteY1847" fmla="*/ 1324163 h 5597613"/>
              <a:gd name="connsiteX1848" fmla="*/ 1355661 w 6299884"/>
              <a:gd name="connsiteY1848" fmla="*/ 1315841 h 5597613"/>
              <a:gd name="connsiteX1849" fmla="*/ 1346985 w 6299884"/>
              <a:gd name="connsiteY1849" fmla="*/ 1313773 h 5597613"/>
              <a:gd name="connsiteX1850" fmla="*/ 1301491 w 6299884"/>
              <a:gd name="connsiteY1850" fmla="*/ 1316736 h 5597613"/>
              <a:gd name="connsiteX1851" fmla="*/ 1287085 w 6299884"/>
              <a:gd name="connsiteY1851" fmla="*/ 1318505 h 5597613"/>
              <a:gd name="connsiteX1852" fmla="*/ 1251879 w 6299884"/>
              <a:gd name="connsiteY1852" fmla="*/ 1322314 h 5597613"/>
              <a:gd name="connsiteX1853" fmla="*/ 1242647 w 6299884"/>
              <a:gd name="connsiteY1853" fmla="*/ 1322194 h 5597613"/>
              <a:gd name="connsiteX1854" fmla="*/ 1190539 w 6299884"/>
              <a:gd name="connsiteY1854" fmla="*/ 1314403 h 5597613"/>
              <a:gd name="connsiteX1855" fmla="*/ 1167508 w 6299884"/>
              <a:gd name="connsiteY1855" fmla="*/ 1324239 h 5597613"/>
              <a:gd name="connsiteX1856" fmla="*/ 1129856 w 6299884"/>
              <a:gd name="connsiteY1856" fmla="*/ 1324816 h 5597613"/>
              <a:gd name="connsiteX1857" fmla="*/ 1093881 w 6299884"/>
              <a:gd name="connsiteY1857" fmla="*/ 1304789 h 5597613"/>
              <a:gd name="connsiteX1858" fmla="*/ 1092160 w 6299884"/>
              <a:gd name="connsiteY1858" fmla="*/ 1300498 h 5597613"/>
              <a:gd name="connsiteX1859" fmla="*/ 1081871 w 6299884"/>
              <a:gd name="connsiteY1859" fmla="*/ 1299653 h 5597613"/>
              <a:gd name="connsiteX1860" fmla="*/ 1072299 w 6299884"/>
              <a:gd name="connsiteY1860" fmla="*/ 1312509 h 5597613"/>
              <a:gd name="connsiteX1861" fmla="*/ 1026861 w 6299884"/>
              <a:gd name="connsiteY1861" fmla="*/ 1310851 h 5597613"/>
              <a:gd name="connsiteX1862" fmla="*/ 1006125 w 6299884"/>
              <a:gd name="connsiteY1862" fmla="*/ 1293511 h 5597613"/>
              <a:gd name="connsiteX1863" fmla="*/ 983941 w 6299884"/>
              <a:gd name="connsiteY1863" fmla="*/ 1278285 h 5597613"/>
              <a:gd name="connsiteX1864" fmla="*/ 983928 w 6299884"/>
              <a:gd name="connsiteY1864" fmla="*/ 1307802 h 5597613"/>
              <a:gd name="connsiteX1865" fmla="*/ 962461 w 6299884"/>
              <a:gd name="connsiteY1865" fmla="*/ 1306278 h 5597613"/>
              <a:gd name="connsiteX1866" fmla="*/ 948222 w 6299884"/>
              <a:gd name="connsiteY1866" fmla="*/ 1308938 h 5597613"/>
              <a:gd name="connsiteX1867" fmla="*/ 902676 w 6299884"/>
              <a:gd name="connsiteY1867" fmla="*/ 1301766 h 5597613"/>
              <a:gd name="connsiteX1868" fmla="*/ 764365 w 6299884"/>
              <a:gd name="connsiteY1868" fmla="*/ 1286097 h 5597613"/>
              <a:gd name="connsiteX1869" fmla="*/ 754468 w 6299884"/>
              <a:gd name="connsiteY1869" fmla="*/ 1282411 h 5597613"/>
              <a:gd name="connsiteX1870" fmla="*/ 759033 w 6299884"/>
              <a:gd name="connsiteY1870" fmla="*/ 1272336 h 5597613"/>
              <a:gd name="connsiteX1871" fmla="*/ 762150 w 6299884"/>
              <a:gd name="connsiteY1871" fmla="*/ 1264375 h 5597613"/>
              <a:gd name="connsiteX1872" fmla="*/ 752809 w 6299884"/>
              <a:gd name="connsiteY1872" fmla="*/ 1258741 h 5597613"/>
              <a:gd name="connsiteX1873" fmla="*/ 744800 w 6299884"/>
              <a:gd name="connsiteY1873" fmla="*/ 1260236 h 5597613"/>
              <a:gd name="connsiteX1874" fmla="*/ 721393 w 6299884"/>
              <a:gd name="connsiteY1874" fmla="*/ 1243396 h 5597613"/>
              <a:gd name="connsiteX1875" fmla="*/ 720676 w 6299884"/>
              <a:gd name="connsiteY1875" fmla="*/ 1229695 h 5597613"/>
              <a:gd name="connsiteX1876" fmla="*/ 711503 w 6299884"/>
              <a:gd name="connsiteY1876" fmla="*/ 1224953 h 5597613"/>
              <a:gd name="connsiteX1877" fmla="*/ 702315 w 6299884"/>
              <a:gd name="connsiteY1877" fmla="*/ 1249726 h 5597613"/>
              <a:gd name="connsiteX1878" fmla="*/ 685137 w 6299884"/>
              <a:gd name="connsiteY1878" fmla="*/ 1231722 h 5597613"/>
              <a:gd name="connsiteX1879" fmla="*/ 686040 w 6299884"/>
              <a:gd name="connsiteY1879" fmla="*/ 1202040 h 5597613"/>
              <a:gd name="connsiteX1880" fmla="*/ 708622 w 6299884"/>
              <a:gd name="connsiteY1880" fmla="*/ 1199666 h 5597613"/>
              <a:gd name="connsiteX1881" fmla="*/ 739653 w 6299884"/>
              <a:gd name="connsiteY1881" fmla="*/ 1203093 h 5597613"/>
              <a:gd name="connsiteX1882" fmla="*/ 760121 w 6299884"/>
              <a:gd name="connsiteY1882" fmla="*/ 1199270 h 5597613"/>
              <a:gd name="connsiteX1883" fmla="*/ 845931 w 6299884"/>
              <a:gd name="connsiteY1883" fmla="*/ 1209989 h 5597613"/>
              <a:gd name="connsiteX1884" fmla="*/ 863622 w 6299884"/>
              <a:gd name="connsiteY1884" fmla="*/ 1201151 h 5597613"/>
              <a:gd name="connsiteX1885" fmla="*/ 864402 w 6299884"/>
              <a:gd name="connsiteY1885" fmla="*/ 1195471 h 5597613"/>
              <a:gd name="connsiteX1886" fmla="*/ 870409 w 6299884"/>
              <a:gd name="connsiteY1886" fmla="*/ 1198038 h 5597613"/>
              <a:gd name="connsiteX1887" fmla="*/ 873909 w 6299884"/>
              <a:gd name="connsiteY1887" fmla="*/ 1201995 h 5597613"/>
              <a:gd name="connsiteX1888" fmla="*/ 885254 w 6299884"/>
              <a:gd name="connsiteY1888" fmla="*/ 1203566 h 5597613"/>
              <a:gd name="connsiteX1889" fmla="*/ 880197 w 6299884"/>
              <a:gd name="connsiteY1889" fmla="*/ 1196210 h 5597613"/>
              <a:gd name="connsiteX1890" fmla="*/ 878974 w 6299884"/>
              <a:gd name="connsiteY1890" fmla="*/ 1194594 h 5597613"/>
              <a:gd name="connsiteX1891" fmla="*/ 876918 w 6299884"/>
              <a:gd name="connsiteY1891" fmla="*/ 1188521 h 5597613"/>
              <a:gd name="connsiteX1892" fmla="*/ 882982 w 6299884"/>
              <a:gd name="connsiteY1892" fmla="*/ 1186467 h 5597613"/>
              <a:gd name="connsiteX1893" fmla="*/ 909071 w 6299884"/>
              <a:gd name="connsiteY1893" fmla="*/ 1173293 h 5597613"/>
              <a:gd name="connsiteX1894" fmla="*/ 913246 w 6299884"/>
              <a:gd name="connsiteY1894" fmla="*/ 1166057 h 5597613"/>
              <a:gd name="connsiteX1895" fmla="*/ 891228 w 6299884"/>
              <a:gd name="connsiteY1895" fmla="*/ 1151723 h 5597613"/>
              <a:gd name="connsiteX1896" fmla="*/ 838280 w 6299884"/>
              <a:gd name="connsiteY1896" fmla="*/ 1154235 h 5597613"/>
              <a:gd name="connsiteX1897" fmla="*/ 820648 w 6299884"/>
              <a:gd name="connsiteY1897" fmla="*/ 1158451 h 5597613"/>
              <a:gd name="connsiteX1898" fmla="*/ 812864 w 6299884"/>
              <a:gd name="connsiteY1898" fmla="*/ 1156215 h 5597613"/>
              <a:gd name="connsiteX1899" fmla="*/ 797907 w 6299884"/>
              <a:gd name="connsiteY1899" fmla="*/ 1145175 h 5597613"/>
              <a:gd name="connsiteX1900" fmla="*/ 773270 w 6299884"/>
              <a:gd name="connsiteY1900" fmla="*/ 1141475 h 5597613"/>
              <a:gd name="connsiteX1901" fmla="*/ 761708 w 6299884"/>
              <a:gd name="connsiteY1901" fmla="*/ 1128877 h 5597613"/>
              <a:gd name="connsiteX1902" fmla="*/ 761765 w 6299884"/>
              <a:gd name="connsiteY1902" fmla="*/ 1124255 h 5597613"/>
              <a:gd name="connsiteX1903" fmla="*/ 753148 w 6299884"/>
              <a:gd name="connsiteY1903" fmla="*/ 1117565 h 5597613"/>
              <a:gd name="connsiteX1904" fmla="*/ 750920 w 6299884"/>
              <a:gd name="connsiteY1904" fmla="*/ 1125360 h 5597613"/>
              <a:gd name="connsiteX1905" fmla="*/ 746189 w 6299884"/>
              <a:gd name="connsiteY1905" fmla="*/ 1134544 h 5597613"/>
              <a:gd name="connsiteX1906" fmla="*/ 729677 w 6299884"/>
              <a:gd name="connsiteY1906" fmla="*/ 1120104 h 5597613"/>
              <a:gd name="connsiteX1907" fmla="*/ 728345 w 6299884"/>
              <a:gd name="connsiteY1907" fmla="*/ 1112974 h 5597613"/>
              <a:gd name="connsiteX1908" fmla="*/ 724561 w 6299884"/>
              <a:gd name="connsiteY1908" fmla="*/ 1117370 h 5597613"/>
              <a:gd name="connsiteX1909" fmla="*/ 712825 w 6299884"/>
              <a:gd name="connsiteY1909" fmla="*/ 1118640 h 5597613"/>
              <a:gd name="connsiteX1910" fmla="*/ 689809 w 6299884"/>
              <a:gd name="connsiteY1910" fmla="*/ 1098959 h 5597613"/>
              <a:gd name="connsiteX1911" fmla="*/ 668297 w 6299884"/>
              <a:gd name="connsiteY1911" fmla="*/ 1072541 h 5597613"/>
              <a:gd name="connsiteX1912" fmla="*/ 659013 w 6299884"/>
              <a:gd name="connsiteY1912" fmla="*/ 1062285 h 5597613"/>
              <a:gd name="connsiteX1913" fmla="*/ 611310 w 6299884"/>
              <a:gd name="connsiteY1913" fmla="*/ 1028769 h 5597613"/>
              <a:gd name="connsiteX1914" fmla="*/ 607199 w 6299884"/>
              <a:gd name="connsiteY1914" fmla="*/ 1016625 h 5597613"/>
              <a:gd name="connsiteX1915" fmla="*/ 617155 w 6299884"/>
              <a:gd name="connsiteY1915" fmla="*/ 1015687 h 5597613"/>
              <a:gd name="connsiteX1916" fmla="*/ 633173 w 6299884"/>
              <a:gd name="connsiteY1916" fmla="*/ 1012695 h 5597613"/>
              <a:gd name="connsiteX1917" fmla="*/ 653366 w 6299884"/>
              <a:gd name="connsiteY1917" fmla="*/ 1002467 h 5597613"/>
              <a:gd name="connsiteX1918" fmla="*/ 674603 w 6299884"/>
              <a:gd name="connsiteY1918" fmla="*/ 1022481 h 5597613"/>
              <a:gd name="connsiteX1919" fmla="*/ 674488 w 6299884"/>
              <a:gd name="connsiteY1919" fmla="*/ 1031725 h 5597613"/>
              <a:gd name="connsiteX1920" fmla="*/ 673931 w 6299884"/>
              <a:gd name="connsiteY1920" fmla="*/ 1033674 h 5597613"/>
              <a:gd name="connsiteX1921" fmla="*/ 675545 w 6299884"/>
              <a:gd name="connsiteY1921" fmla="*/ 1032450 h 5597613"/>
              <a:gd name="connsiteX1922" fmla="*/ 685500 w 6299884"/>
              <a:gd name="connsiteY1922" fmla="*/ 1031513 h 5597613"/>
              <a:gd name="connsiteX1923" fmla="*/ 710258 w 6299884"/>
              <a:gd name="connsiteY1923" fmla="*/ 1011209 h 5597613"/>
              <a:gd name="connsiteX1924" fmla="*/ 723889 w 6299884"/>
              <a:gd name="connsiteY1924" fmla="*/ 1000363 h 5597613"/>
              <a:gd name="connsiteX1925" fmla="*/ 739235 w 6299884"/>
              <a:gd name="connsiteY1925" fmla="*/ 1008564 h 5597613"/>
              <a:gd name="connsiteX1926" fmla="*/ 790947 w 6299884"/>
              <a:gd name="connsiteY1926" fmla="*/ 1033953 h 5597613"/>
              <a:gd name="connsiteX1927" fmla="*/ 801965 w 6299884"/>
              <a:gd name="connsiteY1927" fmla="*/ 1018982 h 5597613"/>
              <a:gd name="connsiteX1928" fmla="*/ 806646 w 6299884"/>
              <a:gd name="connsiteY1928" fmla="*/ 999662 h 5597613"/>
              <a:gd name="connsiteX1929" fmla="*/ 828496 w 6299884"/>
              <a:gd name="connsiteY1929" fmla="*/ 1013104 h 5597613"/>
              <a:gd name="connsiteX1930" fmla="*/ 854579 w 6299884"/>
              <a:gd name="connsiteY1930" fmla="*/ 1014688 h 5597613"/>
              <a:gd name="connsiteX1931" fmla="*/ 856526 w 6299884"/>
              <a:gd name="connsiteY1931" fmla="*/ 1015247 h 5597613"/>
              <a:gd name="connsiteX1932" fmla="*/ 869106 w 6299884"/>
              <a:gd name="connsiteY1932" fmla="*/ 988917 h 5597613"/>
              <a:gd name="connsiteX1933" fmla="*/ 873396 w 6299884"/>
              <a:gd name="connsiteY1933" fmla="*/ 972437 h 5597613"/>
              <a:gd name="connsiteX1934" fmla="*/ 876955 w 6299884"/>
              <a:gd name="connsiteY1934" fmla="*/ 971772 h 5597613"/>
              <a:gd name="connsiteX1935" fmla="*/ 891411 w 6299884"/>
              <a:gd name="connsiteY1935" fmla="*/ 980139 h 5597613"/>
              <a:gd name="connsiteX1936" fmla="*/ 902975 w 6299884"/>
              <a:gd name="connsiteY1936" fmla="*/ 992737 h 5597613"/>
              <a:gd name="connsiteX1937" fmla="*/ 916093 w 6299884"/>
              <a:gd name="connsiteY1937" fmla="*/ 1008733 h 5597613"/>
              <a:gd name="connsiteX1938" fmla="*/ 934282 w 6299884"/>
              <a:gd name="connsiteY1938" fmla="*/ 1002568 h 5597613"/>
              <a:gd name="connsiteX1939" fmla="*/ 942068 w 6299884"/>
              <a:gd name="connsiteY1939" fmla="*/ 1004803 h 5597613"/>
              <a:gd name="connsiteX1940" fmla="*/ 955301 w 6299884"/>
              <a:gd name="connsiteY1940" fmla="*/ 1011555 h 5597613"/>
              <a:gd name="connsiteX1941" fmla="*/ 960474 w 6299884"/>
              <a:gd name="connsiteY1941" fmla="*/ 1009665 h 5597613"/>
              <a:gd name="connsiteX1942" fmla="*/ 979771 w 6299884"/>
              <a:gd name="connsiteY1942" fmla="*/ 1014362 h 5597613"/>
              <a:gd name="connsiteX1943" fmla="*/ 1002737 w 6299884"/>
              <a:gd name="connsiteY1943" fmla="*/ 1023907 h 5597613"/>
              <a:gd name="connsiteX1944" fmla="*/ 1012807 w 6299884"/>
              <a:gd name="connsiteY1944" fmla="*/ 1013725 h 5597613"/>
              <a:gd name="connsiteX1945" fmla="*/ 1012922 w 6299884"/>
              <a:gd name="connsiteY1945" fmla="*/ 1004481 h 5597613"/>
              <a:gd name="connsiteX1946" fmla="*/ 1008703 w 6299884"/>
              <a:gd name="connsiteY1946" fmla="*/ 986823 h 5597613"/>
              <a:gd name="connsiteX1947" fmla="*/ 992978 w 6299884"/>
              <a:gd name="connsiteY1947" fmla="*/ 951946 h 5597613"/>
              <a:gd name="connsiteX1948" fmla="*/ 1013888 w 6299884"/>
              <a:gd name="connsiteY1948" fmla="*/ 955418 h 5597613"/>
              <a:gd name="connsiteX1949" fmla="*/ 1039249 w 6299884"/>
              <a:gd name="connsiteY1949" fmla="*/ 958060 h 5597613"/>
              <a:gd name="connsiteX1950" fmla="*/ 1061881 w 6299884"/>
              <a:gd name="connsiteY1950" fmla="*/ 965822 h 5597613"/>
              <a:gd name="connsiteX1951" fmla="*/ 1130277 w 6299884"/>
              <a:gd name="connsiteY1951" fmla="*/ 991784 h 5597613"/>
              <a:gd name="connsiteX1952" fmla="*/ 1138677 w 6299884"/>
              <a:gd name="connsiteY1952" fmla="*/ 987447 h 5597613"/>
              <a:gd name="connsiteX1953" fmla="*/ 1143184 w 6299884"/>
              <a:gd name="connsiteY1953" fmla="*/ 981995 h 5597613"/>
              <a:gd name="connsiteX1954" fmla="*/ 1147018 w 6299884"/>
              <a:gd name="connsiteY1954" fmla="*/ 987734 h 5597613"/>
              <a:gd name="connsiteX1955" fmla="*/ 1154023 w 6299884"/>
              <a:gd name="connsiteY1955" fmla="*/ 995648 h 5597613"/>
              <a:gd name="connsiteX1956" fmla="*/ 1167481 w 6299884"/>
              <a:gd name="connsiteY1956" fmla="*/ 998669 h 5597613"/>
              <a:gd name="connsiteX1957" fmla="*/ 1173929 w 6299884"/>
              <a:gd name="connsiteY1957" fmla="*/ 1008533 h 5597613"/>
              <a:gd name="connsiteX1958" fmla="*/ 1182655 w 6299884"/>
              <a:gd name="connsiteY1958" fmla="*/ 1020737 h 5597613"/>
              <a:gd name="connsiteX1959" fmla="*/ 1190389 w 6299884"/>
              <a:gd name="connsiteY1959" fmla="*/ 1012837 h 5597613"/>
              <a:gd name="connsiteX1960" fmla="*/ 1193282 w 6299884"/>
              <a:gd name="connsiteY1960" fmla="*/ 1008607 h 5597613"/>
              <a:gd name="connsiteX1961" fmla="*/ 1201285 w 6299884"/>
              <a:gd name="connsiteY1961" fmla="*/ 1021869 h 5597613"/>
              <a:gd name="connsiteX1962" fmla="*/ 1210460 w 6299884"/>
              <a:gd name="connsiteY1962" fmla="*/ 1026611 h 5597613"/>
              <a:gd name="connsiteX1963" fmla="*/ 1214468 w 6299884"/>
              <a:gd name="connsiteY1963" fmla="*/ 1018484 h 5597613"/>
              <a:gd name="connsiteX1964" fmla="*/ 1247235 w 6299884"/>
              <a:gd name="connsiteY1964" fmla="*/ 996684 h 5597613"/>
              <a:gd name="connsiteX1965" fmla="*/ 1258023 w 6299884"/>
              <a:gd name="connsiteY1965" fmla="*/ 1000203 h 5597613"/>
              <a:gd name="connsiteX1966" fmla="*/ 1298128 w 6299884"/>
              <a:gd name="connsiteY1966" fmla="*/ 988101 h 5597613"/>
              <a:gd name="connsiteX1967" fmla="*/ 1298850 w 6299884"/>
              <a:gd name="connsiteY1967" fmla="*/ 987044 h 5597613"/>
              <a:gd name="connsiteX1968" fmla="*/ 1311309 w 6299884"/>
              <a:gd name="connsiteY1968" fmla="*/ 984716 h 5597613"/>
              <a:gd name="connsiteX1969" fmla="*/ 1314978 w 6299884"/>
              <a:gd name="connsiteY1969" fmla="*/ 989565 h 5597613"/>
              <a:gd name="connsiteX1970" fmla="*/ 1307245 w 6299884"/>
              <a:gd name="connsiteY1970" fmla="*/ 997465 h 5597613"/>
              <a:gd name="connsiteX1971" fmla="*/ 1301680 w 6299884"/>
              <a:gd name="connsiteY1971" fmla="*/ 1002194 h 5597613"/>
              <a:gd name="connsiteX1972" fmla="*/ 1307852 w 6299884"/>
              <a:gd name="connsiteY1972" fmla="*/ 1005653 h 5597613"/>
              <a:gd name="connsiteX1973" fmla="*/ 1322033 w 6299884"/>
              <a:gd name="connsiteY1973" fmla="*/ 1007615 h 5597613"/>
              <a:gd name="connsiteX1974" fmla="*/ 1338993 w 6299884"/>
              <a:gd name="connsiteY1974" fmla="*/ 1014593 h 5597613"/>
              <a:gd name="connsiteX1975" fmla="*/ 1349115 w 6299884"/>
              <a:gd name="connsiteY1975" fmla="*/ 1014547 h 5597613"/>
              <a:gd name="connsiteX1976" fmla="*/ 1379257 w 6299884"/>
              <a:gd name="connsiteY1976" fmla="*/ 1018140 h 5597613"/>
              <a:gd name="connsiteX1977" fmla="*/ 1393266 w 6299884"/>
              <a:gd name="connsiteY1977" fmla="*/ 1033969 h 5597613"/>
              <a:gd name="connsiteX1978" fmla="*/ 1414618 w 6299884"/>
              <a:gd name="connsiteY1978" fmla="*/ 1044738 h 5597613"/>
              <a:gd name="connsiteX1979" fmla="*/ 1430752 w 6299884"/>
              <a:gd name="connsiteY1979" fmla="*/ 1032502 h 5597613"/>
              <a:gd name="connsiteX1980" fmla="*/ 1450221 w 6299884"/>
              <a:gd name="connsiteY1980" fmla="*/ 1023331 h 5597613"/>
              <a:gd name="connsiteX1981" fmla="*/ 1460509 w 6299884"/>
              <a:gd name="connsiteY1981" fmla="*/ 1024176 h 5597613"/>
              <a:gd name="connsiteX1982" fmla="*/ 1472687 w 6299884"/>
              <a:gd name="connsiteY1982" fmla="*/ 1030202 h 5597613"/>
              <a:gd name="connsiteX1983" fmla="*/ 1473519 w 6299884"/>
              <a:gd name="connsiteY1983" fmla="*/ 1034658 h 5597613"/>
              <a:gd name="connsiteX1984" fmla="*/ 1485531 w 6299884"/>
              <a:gd name="connsiteY1984" fmla="*/ 1039794 h 5597613"/>
              <a:gd name="connsiteX1985" fmla="*/ 1500384 w 6299884"/>
              <a:gd name="connsiteY1985" fmla="*/ 1030563 h 5597613"/>
              <a:gd name="connsiteX1986" fmla="*/ 1558049 w 6299884"/>
              <a:gd name="connsiteY1986" fmla="*/ 1048384 h 5597613"/>
              <a:gd name="connsiteX1987" fmla="*/ 1560598 w 6299884"/>
              <a:gd name="connsiteY1987" fmla="*/ 1071887 h 5597613"/>
              <a:gd name="connsiteX1988" fmla="*/ 1578666 w 6299884"/>
              <a:gd name="connsiteY1988" fmla="*/ 1089726 h 5597613"/>
              <a:gd name="connsiteX1989" fmla="*/ 1595516 w 6299884"/>
              <a:gd name="connsiteY1989" fmla="*/ 1091190 h 5597613"/>
              <a:gd name="connsiteX1990" fmla="*/ 1615210 w 6299884"/>
              <a:gd name="connsiteY1990" fmla="*/ 1078288 h 5597613"/>
              <a:gd name="connsiteX1991" fmla="*/ 1625722 w 6299884"/>
              <a:gd name="connsiteY1991" fmla="*/ 1075402 h 5597613"/>
              <a:gd name="connsiteX1992" fmla="*/ 1646972 w 6299884"/>
              <a:gd name="connsiteY1992" fmla="*/ 1065900 h 5597613"/>
              <a:gd name="connsiteX1993" fmla="*/ 1642637 w 6299884"/>
              <a:gd name="connsiteY1993" fmla="*/ 1057486 h 5597613"/>
              <a:gd name="connsiteX1994" fmla="*/ 1637407 w 6299884"/>
              <a:gd name="connsiteY1994" fmla="*/ 1063997 h 5597613"/>
              <a:gd name="connsiteX1995" fmla="*/ 1632899 w 6299884"/>
              <a:gd name="connsiteY1995" fmla="*/ 1069450 h 5597613"/>
              <a:gd name="connsiteX1996" fmla="*/ 1626395 w 6299884"/>
              <a:gd name="connsiteY1996" fmla="*/ 1064209 h 5597613"/>
              <a:gd name="connsiteX1997" fmla="*/ 1621624 w 6299884"/>
              <a:gd name="connsiteY1997" fmla="*/ 1033741 h 5597613"/>
              <a:gd name="connsiteX1998" fmla="*/ 1627073 w 6299884"/>
              <a:gd name="connsiteY1998" fmla="*/ 1038257 h 5597613"/>
              <a:gd name="connsiteX1999" fmla="*/ 1647093 w 6299884"/>
              <a:gd name="connsiteY1999" fmla="*/ 1041897 h 5597613"/>
              <a:gd name="connsiteX2000" fmla="*/ 1653047 w 6299884"/>
              <a:gd name="connsiteY2000" fmla="*/ 1034328 h 5597613"/>
              <a:gd name="connsiteX2001" fmla="*/ 1667677 w 6299884"/>
              <a:gd name="connsiteY2001" fmla="*/ 1028829 h 5597613"/>
              <a:gd name="connsiteX2002" fmla="*/ 1685974 w 6299884"/>
              <a:gd name="connsiteY2002" fmla="*/ 1028178 h 5597613"/>
              <a:gd name="connsiteX2003" fmla="*/ 1677805 w 6299884"/>
              <a:gd name="connsiteY2003" fmla="*/ 1014025 h 5597613"/>
              <a:gd name="connsiteX2004" fmla="*/ 1692992 w 6299884"/>
              <a:gd name="connsiteY2004" fmla="*/ 1006577 h 5597613"/>
              <a:gd name="connsiteX2005" fmla="*/ 1694438 w 6299884"/>
              <a:gd name="connsiteY2005" fmla="*/ 1004461 h 5597613"/>
              <a:gd name="connsiteX2006" fmla="*/ 1689047 w 6299884"/>
              <a:gd name="connsiteY2006" fmla="*/ 995324 h 5597613"/>
              <a:gd name="connsiteX2007" fmla="*/ 1668860 w 6299884"/>
              <a:gd name="connsiteY2007" fmla="*/ 990793 h 5597613"/>
              <a:gd name="connsiteX2008" fmla="*/ 1652618 w 6299884"/>
              <a:gd name="connsiteY2008" fmla="*/ 997516 h 5597613"/>
              <a:gd name="connsiteX2009" fmla="*/ 1642105 w 6299884"/>
              <a:gd name="connsiteY2009" fmla="*/ 1000402 h 5597613"/>
              <a:gd name="connsiteX2010" fmla="*/ 1617642 w 6299884"/>
              <a:gd name="connsiteY2010" fmla="*/ 982836 h 5597613"/>
              <a:gd name="connsiteX2011" fmla="*/ 1603961 w 6299884"/>
              <a:gd name="connsiteY2011" fmla="*/ 983547 h 5597613"/>
              <a:gd name="connsiteX2012" fmla="*/ 1591443 w 6299884"/>
              <a:gd name="connsiteY2012" fmla="*/ 990497 h 5597613"/>
              <a:gd name="connsiteX2013" fmla="*/ 1580714 w 6299884"/>
              <a:gd name="connsiteY2013" fmla="*/ 982356 h 5597613"/>
              <a:gd name="connsiteX2014" fmla="*/ 1562524 w 6299884"/>
              <a:gd name="connsiteY2014" fmla="*/ 988520 h 5597613"/>
              <a:gd name="connsiteX2015" fmla="*/ 1546896 w 6299884"/>
              <a:gd name="connsiteY2015" fmla="*/ 988672 h 5597613"/>
              <a:gd name="connsiteX2016" fmla="*/ 1522260 w 6299884"/>
              <a:gd name="connsiteY2016" fmla="*/ 984973 h 5597613"/>
              <a:gd name="connsiteX2017" fmla="*/ 1507694 w 6299884"/>
              <a:gd name="connsiteY2017" fmla="*/ 971092 h 5597613"/>
              <a:gd name="connsiteX2018" fmla="*/ 1482610 w 6299884"/>
              <a:gd name="connsiteY2018" fmla="*/ 974856 h 5597613"/>
              <a:gd name="connsiteX2019" fmla="*/ 1476433 w 6299884"/>
              <a:gd name="connsiteY2019" fmla="*/ 986154 h 5597613"/>
              <a:gd name="connsiteX2020" fmla="*/ 1467430 w 6299884"/>
              <a:gd name="connsiteY2020" fmla="*/ 967545 h 5597613"/>
              <a:gd name="connsiteX2021" fmla="*/ 1465427 w 6299884"/>
              <a:gd name="connsiteY2021" fmla="*/ 971609 h 5597613"/>
              <a:gd name="connsiteX2022" fmla="*/ 1439061 w 6299884"/>
              <a:gd name="connsiteY2022" fmla="*/ 978378 h 5597613"/>
              <a:gd name="connsiteX2023" fmla="*/ 1432058 w 6299884"/>
              <a:gd name="connsiteY2023" fmla="*/ 970463 h 5597613"/>
              <a:gd name="connsiteX2024" fmla="*/ 1430892 w 6299884"/>
              <a:gd name="connsiteY2024" fmla="*/ 964224 h 5597613"/>
              <a:gd name="connsiteX2025" fmla="*/ 1425392 w 6299884"/>
              <a:gd name="connsiteY2025" fmla="*/ 949572 h 5597613"/>
              <a:gd name="connsiteX2026" fmla="*/ 1376344 w 6299884"/>
              <a:gd name="connsiteY2026" fmla="*/ 938443 h 5597613"/>
              <a:gd name="connsiteX2027" fmla="*/ 1296430 w 6299884"/>
              <a:gd name="connsiteY2027" fmla="*/ 924778 h 5597613"/>
              <a:gd name="connsiteX2028" fmla="*/ 1271237 w 6299884"/>
              <a:gd name="connsiteY2028" fmla="*/ 923028 h 5597613"/>
              <a:gd name="connsiteX2029" fmla="*/ 1252273 w 6299884"/>
              <a:gd name="connsiteY2029" fmla="*/ 920114 h 5597613"/>
              <a:gd name="connsiteX2030" fmla="*/ 1219353 w 6299884"/>
              <a:gd name="connsiteY2030" fmla="*/ 911507 h 5597613"/>
              <a:gd name="connsiteX2031" fmla="*/ 1185483 w 6299884"/>
              <a:gd name="connsiteY2031" fmla="*/ 907687 h 5597613"/>
              <a:gd name="connsiteX2032" fmla="*/ 1158062 w 6299884"/>
              <a:gd name="connsiteY2032" fmla="*/ 913731 h 5597613"/>
              <a:gd name="connsiteX2033" fmla="*/ 1133541 w 6299884"/>
              <a:gd name="connsiteY2033" fmla="*/ 900788 h 5597613"/>
              <a:gd name="connsiteX2034" fmla="*/ 1109961 w 6299884"/>
              <a:gd name="connsiteY2034" fmla="*/ 897813 h 5597613"/>
              <a:gd name="connsiteX2035" fmla="*/ 1075319 w 6299884"/>
              <a:gd name="connsiteY2035" fmla="*/ 884916 h 5597613"/>
              <a:gd name="connsiteX2036" fmla="*/ 1010310 w 6299884"/>
              <a:gd name="connsiteY2036" fmla="*/ 872157 h 5597613"/>
              <a:gd name="connsiteX2037" fmla="*/ 958201 w 6299884"/>
              <a:gd name="connsiteY2037" fmla="*/ 864366 h 5597613"/>
              <a:gd name="connsiteX2038" fmla="*/ 946023 w 6299884"/>
              <a:gd name="connsiteY2038" fmla="*/ 858339 h 5597613"/>
              <a:gd name="connsiteX2039" fmla="*/ 916330 w 6299884"/>
              <a:gd name="connsiteY2039" fmla="*/ 847284 h 5597613"/>
              <a:gd name="connsiteX2040" fmla="*/ 910099 w 6299884"/>
              <a:gd name="connsiteY2040" fmla="*/ 848447 h 5597613"/>
              <a:gd name="connsiteX2041" fmla="*/ 915280 w 6299884"/>
              <a:gd name="connsiteY2041" fmla="*/ 831801 h 5597613"/>
              <a:gd name="connsiteX2042" fmla="*/ 932695 w 6299884"/>
              <a:gd name="connsiteY2042" fmla="*/ 816558 h 5597613"/>
              <a:gd name="connsiteX2043" fmla="*/ 947988 w 6299884"/>
              <a:gd name="connsiteY2043" fmla="*/ 814624 h 5597613"/>
              <a:gd name="connsiteX2044" fmla="*/ 963001 w 6299884"/>
              <a:gd name="connsiteY2044" fmla="*/ 821042 h 5597613"/>
              <a:gd name="connsiteX2045" fmla="*/ 965000 w 6299884"/>
              <a:gd name="connsiteY2045" fmla="*/ 831737 h 5597613"/>
              <a:gd name="connsiteX2046" fmla="*/ 972394 w 6299884"/>
              <a:gd name="connsiteY2046" fmla="*/ 836811 h 5597613"/>
              <a:gd name="connsiteX2047" fmla="*/ 993702 w 6299884"/>
              <a:gd name="connsiteY2047" fmla="*/ 822687 h 5597613"/>
              <a:gd name="connsiteX2048" fmla="*/ 998542 w 6299884"/>
              <a:gd name="connsiteY2048" fmla="*/ 819016 h 5597613"/>
              <a:gd name="connsiteX2049" fmla="*/ 1002210 w 6299884"/>
              <a:gd name="connsiteY2049" fmla="*/ 823864 h 5597613"/>
              <a:gd name="connsiteX2050" fmla="*/ 1003043 w 6299884"/>
              <a:gd name="connsiteY2050" fmla="*/ 828320 h 5597613"/>
              <a:gd name="connsiteX2051" fmla="*/ 1012217 w 6299884"/>
              <a:gd name="connsiteY2051" fmla="*/ 833063 h 5597613"/>
              <a:gd name="connsiteX2052" fmla="*/ 1023729 w 6299884"/>
              <a:gd name="connsiteY2052" fmla="*/ 835525 h 5597613"/>
              <a:gd name="connsiteX2053" fmla="*/ 1024669 w 6299884"/>
              <a:gd name="connsiteY2053" fmla="*/ 845494 h 5597613"/>
              <a:gd name="connsiteX2054" fmla="*/ 1013824 w 6299884"/>
              <a:gd name="connsiteY2054" fmla="*/ 846598 h 5597613"/>
              <a:gd name="connsiteX2055" fmla="*/ 1006871 w 6299884"/>
              <a:gd name="connsiteY2055" fmla="*/ 848818 h 5597613"/>
              <a:gd name="connsiteX2056" fmla="*/ 1009259 w 6299884"/>
              <a:gd name="connsiteY2056" fmla="*/ 856673 h 5597613"/>
              <a:gd name="connsiteX2057" fmla="*/ 1030341 w 6299884"/>
              <a:gd name="connsiteY2057" fmla="*/ 846279 h 5597613"/>
              <a:gd name="connsiteX2058" fmla="*/ 1048422 w 6299884"/>
              <a:gd name="connsiteY2058" fmla="*/ 834601 h 5597613"/>
              <a:gd name="connsiteX2059" fmla="*/ 1100197 w 6299884"/>
              <a:gd name="connsiteY2059" fmla="*/ 840609 h 5597613"/>
              <a:gd name="connsiteX2060" fmla="*/ 1104533 w 6299884"/>
              <a:gd name="connsiteY2060" fmla="*/ 849023 h 5597613"/>
              <a:gd name="connsiteX2061" fmla="*/ 1102746 w 6299884"/>
              <a:gd name="connsiteY2061" fmla="*/ 864113 h 5597613"/>
              <a:gd name="connsiteX2062" fmla="*/ 1111530 w 6299884"/>
              <a:gd name="connsiteY2062" fmla="*/ 871696 h 5597613"/>
              <a:gd name="connsiteX2063" fmla="*/ 1116204 w 6299884"/>
              <a:gd name="connsiteY2063" fmla="*/ 867134 h 5597613"/>
              <a:gd name="connsiteX2064" fmla="*/ 1126947 w 6299884"/>
              <a:gd name="connsiteY2064" fmla="*/ 845759 h 5597613"/>
              <a:gd name="connsiteX2065" fmla="*/ 1128503 w 6299884"/>
              <a:gd name="connsiteY2065" fmla="*/ 849157 h 5597613"/>
              <a:gd name="connsiteX2066" fmla="*/ 1140180 w 6299884"/>
              <a:gd name="connsiteY2066" fmla="*/ 852510 h 5597613"/>
              <a:gd name="connsiteX2067" fmla="*/ 1145853 w 6299884"/>
              <a:gd name="connsiteY2067" fmla="*/ 853295 h 5597613"/>
              <a:gd name="connsiteX2068" fmla="*/ 1161590 w 6299884"/>
              <a:gd name="connsiteY2068" fmla="*/ 858657 h 5597613"/>
              <a:gd name="connsiteX2069" fmla="*/ 1190293 w 6299884"/>
              <a:gd name="connsiteY2069" fmla="*/ 849606 h 5597613"/>
              <a:gd name="connsiteX2070" fmla="*/ 1193576 w 6299884"/>
              <a:gd name="connsiteY2070" fmla="*/ 842536 h 5597613"/>
              <a:gd name="connsiteX2071" fmla="*/ 1195695 w 6299884"/>
              <a:gd name="connsiteY2071" fmla="*/ 829228 h 5597613"/>
              <a:gd name="connsiteX2072" fmla="*/ 1171060 w 6299884"/>
              <a:gd name="connsiteY2072" fmla="*/ 825529 h 5597613"/>
              <a:gd name="connsiteX2073" fmla="*/ 1149150 w 6299884"/>
              <a:gd name="connsiteY2073" fmla="*/ 816709 h 5597613"/>
              <a:gd name="connsiteX2074" fmla="*/ 1178626 w 6299884"/>
              <a:gd name="connsiteY2074" fmla="*/ 816737 h 5597613"/>
              <a:gd name="connsiteX2075" fmla="*/ 1200209 w 6299884"/>
              <a:gd name="connsiteY2075" fmla="*/ 809016 h 5597613"/>
              <a:gd name="connsiteX2076" fmla="*/ 1211944 w 6299884"/>
              <a:gd name="connsiteY2076" fmla="*/ 807747 h 5597613"/>
              <a:gd name="connsiteX2077" fmla="*/ 1213333 w 6299884"/>
              <a:gd name="connsiteY2077" fmla="*/ 810254 h 5597613"/>
              <a:gd name="connsiteX2078" fmla="*/ 1255993 w 6299884"/>
              <a:gd name="connsiteY2078" fmla="*/ 806897 h 5597613"/>
              <a:gd name="connsiteX2079" fmla="*/ 1278080 w 6299884"/>
              <a:gd name="connsiteY2079" fmla="*/ 787093 h 5597613"/>
              <a:gd name="connsiteX2080" fmla="*/ 1308613 w 6299884"/>
              <a:gd name="connsiteY2080" fmla="*/ 787846 h 5597613"/>
              <a:gd name="connsiteX2081" fmla="*/ 1347430 w 6299884"/>
              <a:gd name="connsiteY2081" fmla="*/ 793508 h 5597613"/>
              <a:gd name="connsiteX2082" fmla="*/ 1376517 w 6299884"/>
              <a:gd name="connsiteY2082" fmla="*/ 796375 h 5597613"/>
              <a:gd name="connsiteX2083" fmla="*/ 1398707 w 6299884"/>
              <a:gd name="connsiteY2083" fmla="*/ 796843 h 5597613"/>
              <a:gd name="connsiteX2084" fmla="*/ 1417836 w 6299884"/>
              <a:gd name="connsiteY2084" fmla="*/ 800647 h 5597613"/>
              <a:gd name="connsiteX2085" fmla="*/ 1437787 w 6299884"/>
              <a:gd name="connsiteY2085" fmla="*/ 838425 h 5597613"/>
              <a:gd name="connsiteX2086" fmla="*/ 1444791 w 6299884"/>
              <a:gd name="connsiteY2086" fmla="*/ 846340 h 5597613"/>
              <a:gd name="connsiteX2087" fmla="*/ 1453748 w 6299884"/>
              <a:gd name="connsiteY2087" fmla="*/ 840055 h 5597613"/>
              <a:gd name="connsiteX2088" fmla="*/ 1457755 w 6299884"/>
              <a:gd name="connsiteY2088" fmla="*/ 831928 h 5597613"/>
              <a:gd name="connsiteX2089" fmla="*/ 1482456 w 6299884"/>
              <a:gd name="connsiteY2089" fmla="*/ 816247 h 5597613"/>
              <a:gd name="connsiteX2090" fmla="*/ 1496188 w 6299884"/>
              <a:gd name="connsiteY2090" fmla="*/ 825671 h 5597613"/>
              <a:gd name="connsiteX2091" fmla="*/ 1513936 w 6299884"/>
              <a:gd name="connsiteY2091" fmla="*/ 812212 h 5597613"/>
              <a:gd name="connsiteX2092" fmla="*/ 1543470 w 6299884"/>
              <a:gd name="connsiteY2092" fmla="*/ 807617 h 5597613"/>
              <a:gd name="connsiteX2093" fmla="*/ 1602307 w 6299884"/>
              <a:gd name="connsiteY2093" fmla="*/ 816918 h 5597613"/>
              <a:gd name="connsiteX2094" fmla="*/ 1611872 w 6299884"/>
              <a:gd name="connsiteY2094" fmla="*/ 818820 h 5597613"/>
              <a:gd name="connsiteX2095" fmla="*/ 1632732 w 6299884"/>
              <a:gd name="connsiteY2095" fmla="*/ 812158 h 5597613"/>
              <a:gd name="connsiteX2096" fmla="*/ 1638295 w 6299884"/>
              <a:gd name="connsiteY2096" fmla="*/ 807429 h 5597613"/>
              <a:gd name="connsiteX2097" fmla="*/ 1646861 w 6299884"/>
              <a:gd name="connsiteY2097" fmla="*/ 803984 h 5597613"/>
              <a:gd name="connsiteX2098" fmla="*/ 1659928 w 6299884"/>
              <a:gd name="connsiteY2098" fmla="*/ 809844 h 5597613"/>
              <a:gd name="connsiteX2099" fmla="*/ 1671882 w 6299884"/>
              <a:gd name="connsiteY2099" fmla="*/ 819602 h 5597613"/>
              <a:gd name="connsiteX2100" fmla="*/ 1684449 w 6299884"/>
              <a:gd name="connsiteY2100" fmla="*/ 822788 h 5597613"/>
              <a:gd name="connsiteX2101" fmla="*/ 1702523 w 6299884"/>
              <a:gd name="connsiteY2101" fmla="*/ 825868 h 5597613"/>
              <a:gd name="connsiteX2102" fmla="*/ 1710532 w 6299884"/>
              <a:gd name="connsiteY2102" fmla="*/ 824372 h 5597613"/>
              <a:gd name="connsiteX2103" fmla="*/ 1748409 w 6299884"/>
              <a:gd name="connsiteY2103" fmla="*/ 820064 h 5597613"/>
              <a:gd name="connsiteX2104" fmla="*/ 1761815 w 6299884"/>
              <a:gd name="connsiteY2104" fmla="*/ 812949 h 5597613"/>
              <a:gd name="connsiteX2105" fmla="*/ 1750028 w 6299884"/>
              <a:gd name="connsiteY2105" fmla="*/ 804083 h 5597613"/>
              <a:gd name="connsiteX2106" fmla="*/ 1747026 w 6299884"/>
              <a:gd name="connsiteY2106" fmla="*/ 802799 h 5597613"/>
              <a:gd name="connsiteX2107" fmla="*/ 1736417 w 6299884"/>
              <a:gd name="connsiteY2107" fmla="*/ 770654 h 5597613"/>
              <a:gd name="connsiteX2108" fmla="*/ 1752929 w 6299884"/>
              <a:gd name="connsiteY2108" fmla="*/ 785095 h 5597613"/>
              <a:gd name="connsiteX2109" fmla="*/ 1773455 w 6299884"/>
              <a:gd name="connsiteY2109" fmla="*/ 776649 h 5597613"/>
              <a:gd name="connsiteX2110" fmla="*/ 1778569 w 6299884"/>
              <a:gd name="connsiteY2110" fmla="*/ 779383 h 5597613"/>
              <a:gd name="connsiteX2111" fmla="*/ 1777789 w 6299884"/>
              <a:gd name="connsiteY2111" fmla="*/ 785062 h 5597613"/>
              <a:gd name="connsiteX2112" fmla="*/ 1779287 w 6299884"/>
              <a:gd name="connsiteY2112" fmla="*/ 793084 h 5597613"/>
              <a:gd name="connsiteX2113" fmla="*/ 1784461 w 6299884"/>
              <a:gd name="connsiteY2113" fmla="*/ 791195 h 5597613"/>
              <a:gd name="connsiteX2114" fmla="*/ 1792578 w 6299884"/>
              <a:gd name="connsiteY2114" fmla="*/ 795213 h 5597613"/>
              <a:gd name="connsiteX2115" fmla="*/ 1794467 w 6299884"/>
              <a:gd name="connsiteY2115" fmla="*/ 800394 h 5597613"/>
              <a:gd name="connsiteX2116" fmla="*/ 1838746 w 6299884"/>
              <a:gd name="connsiteY2116" fmla="*/ 781055 h 5597613"/>
              <a:gd name="connsiteX2117" fmla="*/ 1840692 w 6299884"/>
              <a:gd name="connsiteY2117" fmla="*/ 781614 h 5597613"/>
              <a:gd name="connsiteX2118" fmla="*/ 1901591 w 6299884"/>
              <a:gd name="connsiteY2118" fmla="*/ 782229 h 5597613"/>
              <a:gd name="connsiteX2119" fmla="*/ 1917161 w 6299884"/>
              <a:gd name="connsiteY2119" fmla="*/ 786699 h 5597613"/>
              <a:gd name="connsiteX2120" fmla="*/ 1935178 w 6299884"/>
              <a:gd name="connsiteY2120" fmla="*/ 794402 h 5597613"/>
              <a:gd name="connsiteX2121" fmla="*/ 1969828 w 6299884"/>
              <a:gd name="connsiteY2121" fmla="*/ 792541 h 5597613"/>
              <a:gd name="connsiteX2122" fmla="*/ 1975506 w 6299884"/>
              <a:gd name="connsiteY2122" fmla="*/ 778568 h 5597613"/>
              <a:gd name="connsiteX2123" fmla="*/ 1973284 w 6299884"/>
              <a:gd name="connsiteY2123" fmla="*/ 771605 h 5597613"/>
              <a:gd name="connsiteX2124" fmla="*/ 1974180 w 6299884"/>
              <a:gd name="connsiteY2124" fmla="*/ 756680 h 5597613"/>
              <a:gd name="connsiteX2125" fmla="*/ 1975519 w 6299884"/>
              <a:gd name="connsiteY2125" fmla="*/ 749052 h 5597613"/>
              <a:gd name="connsiteX2126" fmla="*/ 1982747 w 6299884"/>
              <a:gd name="connsiteY2126" fmla="*/ 753236 h 5597613"/>
              <a:gd name="connsiteX2127" fmla="*/ 1994418 w 6299884"/>
              <a:gd name="connsiteY2127" fmla="*/ 771346 h 5597613"/>
              <a:gd name="connsiteX2128" fmla="*/ 2032064 w 6299884"/>
              <a:gd name="connsiteY2128" fmla="*/ 785528 h 5597613"/>
              <a:gd name="connsiteX2129" fmla="*/ 2055926 w 6299884"/>
              <a:gd name="connsiteY2129" fmla="*/ 780148 h 5597613"/>
              <a:gd name="connsiteX2130" fmla="*/ 2076055 w 6299884"/>
              <a:gd name="connsiteY2130" fmla="*/ 789301 h 5597613"/>
              <a:gd name="connsiteX2131" fmla="*/ 2079723 w 6299884"/>
              <a:gd name="connsiteY2131" fmla="*/ 794149 h 5597613"/>
              <a:gd name="connsiteX2132" fmla="*/ 2087464 w 6299884"/>
              <a:gd name="connsiteY2132" fmla="*/ 771491 h 5597613"/>
              <a:gd name="connsiteX2133" fmla="*/ 2097253 w 6299884"/>
              <a:gd name="connsiteY2133" fmla="*/ 769662 h 5597613"/>
              <a:gd name="connsiteX2134" fmla="*/ 2113048 w 6299884"/>
              <a:gd name="connsiteY2134" fmla="*/ 770402 h 5597613"/>
              <a:gd name="connsiteX2135" fmla="*/ 2133740 w 6299884"/>
              <a:gd name="connsiteY2135" fmla="*/ 762847 h 5597613"/>
              <a:gd name="connsiteX2136" fmla="*/ 2168997 w 6299884"/>
              <a:gd name="connsiteY2136" fmla="*/ 769174 h 5597613"/>
              <a:gd name="connsiteX2137" fmla="*/ 2191470 w 6299884"/>
              <a:gd name="connsiteY2137" fmla="*/ 761287 h 5597613"/>
              <a:gd name="connsiteX2138" fmla="*/ 2216887 w 6299884"/>
              <a:gd name="connsiteY2138" fmla="*/ 759306 h 5597613"/>
              <a:gd name="connsiteX2139" fmla="*/ 2231292 w 6299884"/>
              <a:gd name="connsiteY2139" fmla="*/ 757537 h 5597613"/>
              <a:gd name="connsiteX2140" fmla="*/ 2232905 w 6299884"/>
              <a:gd name="connsiteY2140" fmla="*/ 756314 h 5597613"/>
              <a:gd name="connsiteX2141" fmla="*/ 2243028 w 6299884"/>
              <a:gd name="connsiteY2141" fmla="*/ 756268 h 5597613"/>
              <a:gd name="connsiteX2142" fmla="*/ 2247195 w 6299884"/>
              <a:gd name="connsiteY2142" fmla="*/ 763790 h 5597613"/>
              <a:gd name="connsiteX2143" fmla="*/ 2267881 w 6299884"/>
              <a:gd name="connsiteY2143" fmla="*/ 770994 h 5597613"/>
              <a:gd name="connsiteX2144" fmla="*/ 2309880 w 6299884"/>
              <a:gd name="connsiteY2144" fmla="*/ 749315 h 5597613"/>
              <a:gd name="connsiteX2145" fmla="*/ 2321225 w 6299884"/>
              <a:gd name="connsiteY2145" fmla="*/ 750885 h 5597613"/>
              <a:gd name="connsiteX2146" fmla="*/ 2330791 w 6299884"/>
              <a:gd name="connsiteY2146" fmla="*/ 752788 h 5597613"/>
              <a:gd name="connsiteX2147" fmla="*/ 2352539 w 6299884"/>
              <a:gd name="connsiteY2147" fmla="*/ 745958 h 5597613"/>
              <a:gd name="connsiteX2148" fmla="*/ 2368564 w 6299884"/>
              <a:gd name="connsiteY2148" fmla="*/ 728208 h 5597613"/>
              <a:gd name="connsiteX2149" fmla="*/ 2376298 w 6299884"/>
              <a:gd name="connsiteY2149" fmla="*/ 720307 h 5597613"/>
              <a:gd name="connsiteX2150" fmla="*/ 2394987 w 6299884"/>
              <a:gd name="connsiteY2150" fmla="*/ 716816 h 5597613"/>
              <a:gd name="connsiteX2151" fmla="*/ 2396664 w 6299884"/>
              <a:gd name="connsiteY2151" fmla="*/ 696213 h 5597613"/>
              <a:gd name="connsiteX2152" fmla="*/ 2405333 w 6299884"/>
              <a:gd name="connsiteY2152" fmla="*/ 713040 h 5597613"/>
              <a:gd name="connsiteX2153" fmla="*/ 2386914 w 6299884"/>
              <a:gd name="connsiteY2153" fmla="*/ 737694 h 5597613"/>
              <a:gd name="connsiteX2154" fmla="*/ 2419009 w 6299884"/>
              <a:gd name="connsiteY2154" fmla="*/ 727086 h 5597613"/>
              <a:gd name="connsiteX2155" fmla="*/ 2423573 w 6299884"/>
              <a:gd name="connsiteY2155" fmla="*/ 717011 h 5597613"/>
              <a:gd name="connsiteX2156" fmla="*/ 2438542 w 6299884"/>
              <a:gd name="connsiteY2156" fmla="*/ 698536 h 5597613"/>
              <a:gd name="connsiteX2157" fmla="*/ 2441660 w 6299884"/>
              <a:gd name="connsiteY2157" fmla="*/ 690575 h 5597613"/>
              <a:gd name="connsiteX2158" fmla="*/ 2444560 w 6299884"/>
              <a:gd name="connsiteY2158" fmla="*/ 671587 h 5597613"/>
              <a:gd name="connsiteX2159" fmla="*/ 2448561 w 6299884"/>
              <a:gd name="connsiteY2159" fmla="*/ 678219 h 5597613"/>
              <a:gd name="connsiteX2160" fmla="*/ 2469139 w 6299884"/>
              <a:gd name="connsiteY2160" fmla="*/ 679908 h 5597613"/>
              <a:gd name="connsiteX2161" fmla="*/ 2494114 w 6299884"/>
              <a:gd name="connsiteY2161" fmla="*/ 670631 h 5597613"/>
              <a:gd name="connsiteX2162" fmla="*/ 2514524 w 6299884"/>
              <a:gd name="connsiteY2162" fmla="*/ 671431 h 5597613"/>
              <a:gd name="connsiteX2163" fmla="*/ 2575142 w 6299884"/>
              <a:gd name="connsiteY2163" fmla="*/ 680399 h 5597613"/>
              <a:gd name="connsiteX2164" fmla="*/ 2582255 w 6299884"/>
              <a:gd name="connsiteY2164" fmla="*/ 693827 h 5597613"/>
              <a:gd name="connsiteX2165" fmla="*/ 2571237 w 6299884"/>
              <a:gd name="connsiteY2165" fmla="*/ 708798 h 5597613"/>
              <a:gd name="connsiteX2166" fmla="*/ 2555936 w 6299884"/>
              <a:gd name="connsiteY2166" fmla="*/ 725491 h 5597613"/>
              <a:gd name="connsiteX2167" fmla="*/ 2632424 w 6299884"/>
              <a:gd name="connsiteY2167" fmla="*/ 686302 h 5597613"/>
              <a:gd name="connsiteX2168" fmla="*/ 2641880 w 6299884"/>
              <a:gd name="connsiteY2168" fmla="*/ 682690 h 5597613"/>
              <a:gd name="connsiteX2169" fmla="*/ 2650107 w 6299884"/>
              <a:gd name="connsiteY2169" fmla="*/ 692222 h 5597613"/>
              <a:gd name="connsiteX2170" fmla="*/ 2648045 w 6299884"/>
              <a:gd name="connsiteY2170" fmla="*/ 700907 h 5597613"/>
              <a:gd name="connsiteX2171" fmla="*/ 2636746 w 6299884"/>
              <a:gd name="connsiteY2171" fmla="*/ 724231 h 5597613"/>
              <a:gd name="connsiteX2172" fmla="*/ 2646413 w 6299884"/>
              <a:gd name="connsiteY2172" fmla="*/ 746405 h 5597613"/>
              <a:gd name="connsiteX2173" fmla="*/ 2663046 w 6299884"/>
              <a:gd name="connsiteY2173" fmla="*/ 736843 h 5597613"/>
              <a:gd name="connsiteX2174" fmla="*/ 2665665 w 6299884"/>
              <a:gd name="connsiteY2174" fmla="*/ 726208 h 5597613"/>
              <a:gd name="connsiteX2175" fmla="*/ 2690538 w 6299884"/>
              <a:gd name="connsiteY2175" fmla="*/ 696660 h 5597613"/>
              <a:gd name="connsiteX2176" fmla="*/ 2714957 w 6299884"/>
              <a:gd name="connsiteY2176" fmla="*/ 689331 h 5597613"/>
              <a:gd name="connsiteX2177" fmla="*/ 2778692 w 6299884"/>
              <a:gd name="connsiteY2177" fmla="*/ 690339 h 5597613"/>
              <a:gd name="connsiteX2178" fmla="*/ 2794211 w 6299884"/>
              <a:gd name="connsiteY2178" fmla="*/ 684673 h 5597613"/>
              <a:gd name="connsiteX2179" fmla="*/ 2818687 w 6299884"/>
              <a:gd name="connsiteY2179" fmla="*/ 672723 h 5597613"/>
              <a:gd name="connsiteX2180" fmla="*/ 2824861 w 6299884"/>
              <a:gd name="connsiteY2180" fmla="*/ 676218 h 559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</a:cxnLst>
            <a:rect l="l" t="t" r="r" b="b"/>
            <a:pathLst>
              <a:path w="6299884" h="5597613">
                <a:moveTo>
                  <a:pt x="2911660" y="5008195"/>
                </a:moveTo>
                <a:lnTo>
                  <a:pt x="2911631" y="5008211"/>
                </a:lnTo>
                <a:cubicBezTo>
                  <a:pt x="2864414" y="5025667"/>
                  <a:pt x="2816962" y="5040138"/>
                  <a:pt x="2772738" y="5065167"/>
                </a:cubicBezTo>
                <a:lnTo>
                  <a:pt x="2766573" y="5067451"/>
                </a:lnTo>
                <a:lnTo>
                  <a:pt x="2774805" y="5069072"/>
                </a:lnTo>
                <a:cubicBezTo>
                  <a:pt x="2786108" y="5073510"/>
                  <a:pt x="2795720" y="5080935"/>
                  <a:pt x="2803007" y="5091776"/>
                </a:cubicBezTo>
                <a:cubicBezTo>
                  <a:pt x="2804722" y="5094326"/>
                  <a:pt x="2806437" y="5096877"/>
                  <a:pt x="2811114" y="5095583"/>
                </a:cubicBezTo>
                <a:cubicBezTo>
                  <a:pt x="2816221" y="5094929"/>
                  <a:pt x="2815350" y="5090886"/>
                  <a:pt x="2815976" y="5087687"/>
                </a:cubicBezTo>
                <a:cubicBezTo>
                  <a:pt x="2815963" y="5084918"/>
                  <a:pt x="2815951" y="5082149"/>
                  <a:pt x="2816367" y="5080019"/>
                </a:cubicBezTo>
                <a:cubicBezTo>
                  <a:pt x="2817603" y="5070856"/>
                  <a:pt x="2823751" y="5064872"/>
                  <a:pt x="2830326" y="5059527"/>
                </a:cubicBezTo>
                <a:cubicBezTo>
                  <a:pt x="2836057" y="5055674"/>
                  <a:pt x="2839485" y="5060776"/>
                  <a:pt x="2844176" y="5062253"/>
                </a:cubicBezTo>
                <a:cubicBezTo>
                  <a:pt x="2843502" y="5054374"/>
                  <a:pt x="2846881" y="5048399"/>
                  <a:pt x="2853470" y="5045823"/>
                </a:cubicBezTo>
                <a:cubicBezTo>
                  <a:pt x="2861760" y="5043028"/>
                  <a:pt x="2868335" y="5037682"/>
                  <a:pt x="2874910" y="5032337"/>
                </a:cubicBezTo>
                <a:cubicBezTo>
                  <a:pt x="2882019" y="5027096"/>
                  <a:pt x="2889612" y="5022919"/>
                  <a:pt x="2897744" y="5020578"/>
                </a:cubicBezTo>
                <a:lnTo>
                  <a:pt x="2923310" y="5019845"/>
                </a:lnTo>
                <a:close/>
                <a:moveTo>
                  <a:pt x="1631204" y="4611320"/>
                </a:moveTo>
                <a:lnTo>
                  <a:pt x="1618641" y="4619460"/>
                </a:lnTo>
                <a:lnTo>
                  <a:pt x="1599124" y="4635750"/>
                </a:lnTo>
                <a:lnTo>
                  <a:pt x="1625120" y="4635189"/>
                </a:lnTo>
                <a:cubicBezTo>
                  <a:pt x="1630627" y="4636564"/>
                  <a:pt x="1635677" y="4639775"/>
                  <a:pt x="1639336" y="4632890"/>
                </a:cubicBezTo>
                <a:cubicBezTo>
                  <a:pt x="1642995" y="4626004"/>
                  <a:pt x="1640236" y="4621414"/>
                  <a:pt x="1635641" y="4616367"/>
                </a:cubicBezTo>
                <a:close/>
                <a:moveTo>
                  <a:pt x="3380095" y="4479398"/>
                </a:moveTo>
                <a:lnTo>
                  <a:pt x="3278519" y="4531434"/>
                </a:lnTo>
                <a:cubicBezTo>
                  <a:pt x="3186166" y="4577591"/>
                  <a:pt x="3091744" y="4620305"/>
                  <a:pt x="2996632" y="4661872"/>
                </a:cubicBezTo>
                <a:lnTo>
                  <a:pt x="2857161" y="4716858"/>
                </a:lnTo>
                <a:lnTo>
                  <a:pt x="2901647" y="4761344"/>
                </a:lnTo>
                <a:lnTo>
                  <a:pt x="2905967" y="4760124"/>
                </a:lnTo>
                <a:cubicBezTo>
                  <a:pt x="2938746" y="4749787"/>
                  <a:pt x="2969001" y="4737844"/>
                  <a:pt x="2991433" y="4710299"/>
                </a:cubicBezTo>
                <a:cubicBezTo>
                  <a:pt x="3000130" y="4698820"/>
                  <a:pt x="3011821" y="4694915"/>
                  <a:pt x="3026726" y="4693764"/>
                </a:cubicBezTo>
                <a:lnTo>
                  <a:pt x="3039425" y="4690851"/>
                </a:lnTo>
                <a:lnTo>
                  <a:pt x="3039074" y="4689378"/>
                </a:lnTo>
                <a:lnTo>
                  <a:pt x="3043544" y="4689906"/>
                </a:lnTo>
                <a:lnTo>
                  <a:pt x="3067678" y="4684372"/>
                </a:lnTo>
                <a:cubicBezTo>
                  <a:pt x="3080943" y="4679519"/>
                  <a:pt x="3093776" y="4672975"/>
                  <a:pt x="3106033" y="4664824"/>
                </a:cubicBezTo>
                <a:cubicBezTo>
                  <a:pt x="3126421" y="4649442"/>
                  <a:pt x="3150023" y="4636813"/>
                  <a:pt x="3175240" y="4629461"/>
                </a:cubicBezTo>
                <a:cubicBezTo>
                  <a:pt x="3212602" y="4616369"/>
                  <a:pt x="3247895" y="4599835"/>
                  <a:pt x="3282264" y="4579169"/>
                </a:cubicBezTo>
                <a:lnTo>
                  <a:pt x="3338848" y="4550523"/>
                </a:lnTo>
                <a:lnTo>
                  <a:pt x="3337945" y="4541263"/>
                </a:lnTo>
                <a:cubicBezTo>
                  <a:pt x="3335582" y="4536372"/>
                  <a:pt x="3337491" y="4535088"/>
                  <a:pt x="3341313" y="4532519"/>
                </a:cubicBezTo>
                <a:cubicBezTo>
                  <a:pt x="3345770" y="4529524"/>
                  <a:pt x="3352798" y="4530354"/>
                  <a:pt x="3354685" y="4523531"/>
                </a:cubicBezTo>
                <a:cubicBezTo>
                  <a:pt x="3356362" y="4517776"/>
                  <a:pt x="3350593" y="4513320"/>
                  <a:pt x="3349075" y="4506934"/>
                </a:cubicBezTo>
                <a:cubicBezTo>
                  <a:pt x="3355260" y="4509259"/>
                  <a:pt x="3359103" y="4512229"/>
                  <a:pt x="3361468" y="4517121"/>
                </a:cubicBezTo>
                <a:cubicBezTo>
                  <a:pt x="3363831" y="4522012"/>
                  <a:pt x="3362999" y="4526275"/>
                  <a:pt x="3361234" y="4530355"/>
                </a:cubicBezTo>
                <a:lnTo>
                  <a:pt x="3355560" y="4542168"/>
                </a:lnTo>
                <a:lnTo>
                  <a:pt x="3373976" y="4533105"/>
                </a:lnTo>
                <a:lnTo>
                  <a:pt x="3376824" y="4523463"/>
                </a:lnTo>
                <a:cubicBezTo>
                  <a:pt x="3376812" y="4520694"/>
                  <a:pt x="3377436" y="4517497"/>
                  <a:pt x="3376995" y="4514091"/>
                </a:cubicBezTo>
                <a:cubicBezTo>
                  <a:pt x="3376751" y="4506849"/>
                  <a:pt x="3376933" y="4500245"/>
                  <a:pt x="3382443" y="4494690"/>
                </a:cubicBezTo>
                <a:cubicBezTo>
                  <a:pt x="3384562" y="4492340"/>
                  <a:pt x="3383275" y="4490427"/>
                  <a:pt x="3382198" y="4487449"/>
                </a:cubicBezTo>
                <a:close/>
                <a:moveTo>
                  <a:pt x="3401642" y="4468361"/>
                </a:moveTo>
                <a:lnTo>
                  <a:pt x="3386620" y="4476056"/>
                </a:lnTo>
                <a:lnTo>
                  <a:pt x="3393329" y="4477190"/>
                </a:lnTo>
                <a:cubicBezTo>
                  <a:pt x="3395987" y="4476329"/>
                  <a:pt x="3398106" y="4473980"/>
                  <a:pt x="3400003" y="4469926"/>
                </a:cubicBezTo>
                <a:close/>
                <a:moveTo>
                  <a:pt x="642218" y="4435193"/>
                </a:moveTo>
                <a:cubicBezTo>
                  <a:pt x="639716" y="4436936"/>
                  <a:pt x="637415" y="4439881"/>
                  <a:pt x="634683" y="4441918"/>
                </a:cubicBezTo>
                <a:cubicBezTo>
                  <a:pt x="624329" y="4451279"/>
                  <a:pt x="612767" y="4461213"/>
                  <a:pt x="599661" y="4458542"/>
                </a:cubicBezTo>
                <a:cubicBezTo>
                  <a:pt x="591614" y="4457176"/>
                  <a:pt x="586511" y="4458116"/>
                  <a:pt x="582938" y="4461109"/>
                </a:cubicBezTo>
                <a:lnTo>
                  <a:pt x="581165" y="4464605"/>
                </a:lnTo>
                <a:lnTo>
                  <a:pt x="587933" y="4463110"/>
                </a:lnTo>
                <a:cubicBezTo>
                  <a:pt x="593669" y="4457157"/>
                  <a:pt x="598743" y="4459086"/>
                  <a:pt x="604447" y="4462414"/>
                </a:cubicBezTo>
                <a:cubicBezTo>
                  <a:pt x="614844" y="4468689"/>
                  <a:pt x="623074" y="4477622"/>
                  <a:pt x="628435" y="4489532"/>
                </a:cubicBezTo>
                <a:cubicBezTo>
                  <a:pt x="629698" y="4492334"/>
                  <a:pt x="630960" y="4495136"/>
                  <a:pt x="635789" y="4494648"/>
                </a:cubicBezTo>
                <a:cubicBezTo>
                  <a:pt x="640933" y="4494860"/>
                  <a:pt x="640754" y="4490727"/>
                  <a:pt x="641906" y="4487680"/>
                </a:cubicBezTo>
                <a:cubicBezTo>
                  <a:pt x="642360" y="4484949"/>
                  <a:pt x="642812" y="4482217"/>
                  <a:pt x="643580" y="4480186"/>
                </a:cubicBezTo>
                <a:lnTo>
                  <a:pt x="652508" y="4470918"/>
                </a:lnTo>
                <a:lnTo>
                  <a:pt x="652126" y="4470870"/>
                </a:lnTo>
                <a:cubicBezTo>
                  <a:pt x="651034" y="4469351"/>
                  <a:pt x="650935" y="4466804"/>
                  <a:pt x="650995" y="4463812"/>
                </a:cubicBezTo>
                <a:cubicBezTo>
                  <a:pt x="651055" y="4460820"/>
                  <a:pt x="652321" y="4457256"/>
                  <a:pt x="653588" y="4453690"/>
                </a:cubicBezTo>
                <a:cubicBezTo>
                  <a:pt x="656122" y="4446560"/>
                  <a:pt x="659231" y="4440638"/>
                  <a:pt x="650956" y="4435676"/>
                </a:cubicBezTo>
                <a:cubicBezTo>
                  <a:pt x="647423" y="4432907"/>
                  <a:pt x="644720" y="4433449"/>
                  <a:pt x="642218" y="4435193"/>
                </a:cubicBezTo>
                <a:close/>
                <a:moveTo>
                  <a:pt x="871204" y="4105209"/>
                </a:moveTo>
                <a:lnTo>
                  <a:pt x="870353" y="4105303"/>
                </a:lnTo>
                <a:lnTo>
                  <a:pt x="870440" y="4106412"/>
                </a:lnTo>
                <a:close/>
                <a:moveTo>
                  <a:pt x="2394397" y="4102588"/>
                </a:moveTo>
                <a:lnTo>
                  <a:pt x="2282036" y="4141733"/>
                </a:lnTo>
                <a:lnTo>
                  <a:pt x="2309239" y="4168936"/>
                </a:lnTo>
                <a:lnTo>
                  <a:pt x="2322233" y="4157657"/>
                </a:lnTo>
                <a:cubicBezTo>
                  <a:pt x="2331253" y="4151257"/>
                  <a:pt x="2340704" y="4145574"/>
                  <a:pt x="2350442" y="4139719"/>
                </a:cubicBezTo>
                <a:cubicBezTo>
                  <a:pt x="2366253" y="4130994"/>
                  <a:pt x="2380284" y="4120605"/>
                  <a:pt x="2391646" y="4107721"/>
                </a:cubicBezTo>
                <a:close/>
                <a:moveTo>
                  <a:pt x="2447480" y="4084095"/>
                </a:moveTo>
                <a:lnTo>
                  <a:pt x="2437026" y="4087735"/>
                </a:lnTo>
                <a:lnTo>
                  <a:pt x="2442327" y="4087597"/>
                </a:lnTo>
                <a:close/>
                <a:moveTo>
                  <a:pt x="785949" y="4019324"/>
                </a:moveTo>
                <a:lnTo>
                  <a:pt x="785637" y="4020997"/>
                </a:lnTo>
                <a:lnTo>
                  <a:pt x="787559" y="4021144"/>
                </a:lnTo>
                <a:close/>
                <a:moveTo>
                  <a:pt x="806374" y="4009785"/>
                </a:moveTo>
                <a:cubicBezTo>
                  <a:pt x="803493" y="4011099"/>
                  <a:pt x="801758" y="4014952"/>
                  <a:pt x="800008" y="4021813"/>
                </a:cubicBezTo>
                <a:lnTo>
                  <a:pt x="799943" y="4022095"/>
                </a:lnTo>
                <a:lnTo>
                  <a:pt x="800927" y="4022170"/>
                </a:lnTo>
                <a:cubicBezTo>
                  <a:pt x="806272" y="4024078"/>
                  <a:pt x="810983" y="4027769"/>
                  <a:pt x="815299" y="4021275"/>
                </a:cubicBezTo>
                <a:lnTo>
                  <a:pt x="814123" y="4011665"/>
                </a:lnTo>
                <a:close/>
                <a:moveTo>
                  <a:pt x="2680693" y="3992632"/>
                </a:moveTo>
                <a:lnTo>
                  <a:pt x="2484561" y="4069899"/>
                </a:lnTo>
                <a:lnTo>
                  <a:pt x="2484728" y="4069913"/>
                </a:lnTo>
                <a:cubicBezTo>
                  <a:pt x="2503070" y="4066694"/>
                  <a:pt x="2522102" y="4064623"/>
                  <a:pt x="2541369" y="4065536"/>
                </a:cubicBezTo>
                <a:cubicBezTo>
                  <a:pt x="2556964" y="4065532"/>
                  <a:pt x="2570255" y="4059102"/>
                  <a:pt x="2578029" y="4043494"/>
                </a:cubicBezTo>
                <a:cubicBezTo>
                  <a:pt x="2579396" y="4037984"/>
                  <a:pt x="2583289" y="4034082"/>
                  <a:pt x="2589016" y="4030638"/>
                </a:cubicBezTo>
                <a:cubicBezTo>
                  <a:pt x="2598872" y="4026275"/>
                  <a:pt x="2608727" y="4021911"/>
                  <a:pt x="2618581" y="4017548"/>
                </a:cubicBezTo>
                <a:cubicBezTo>
                  <a:pt x="2625455" y="4013416"/>
                  <a:pt x="2633254" y="4013413"/>
                  <a:pt x="2640373" y="4020066"/>
                </a:cubicBezTo>
                <a:cubicBezTo>
                  <a:pt x="2646348" y="4027409"/>
                  <a:pt x="2651620" y="4025801"/>
                  <a:pt x="2657114" y="4019372"/>
                </a:cubicBezTo>
                <a:cubicBezTo>
                  <a:pt x="2662153" y="4014781"/>
                  <a:pt x="2668336" y="4009501"/>
                  <a:pt x="2673375" y="4004910"/>
                </a:cubicBezTo>
                <a:close/>
                <a:moveTo>
                  <a:pt x="4883241" y="3978611"/>
                </a:moveTo>
                <a:lnTo>
                  <a:pt x="3182929" y="5042626"/>
                </a:lnTo>
                <a:lnTo>
                  <a:pt x="3501077" y="5360774"/>
                </a:lnTo>
                <a:close/>
                <a:moveTo>
                  <a:pt x="4609045" y="3749153"/>
                </a:moveTo>
                <a:lnTo>
                  <a:pt x="4604042" y="3750065"/>
                </a:lnTo>
                <a:cubicBezTo>
                  <a:pt x="4596022" y="3754888"/>
                  <a:pt x="4588693" y="3760857"/>
                  <a:pt x="4580673" y="3765679"/>
                </a:cubicBezTo>
                <a:cubicBezTo>
                  <a:pt x="4411588" y="3873592"/>
                  <a:pt x="4242736" y="3984489"/>
                  <a:pt x="4072270" y="4090108"/>
                </a:cubicBezTo>
                <a:cubicBezTo>
                  <a:pt x="3914863" y="4186313"/>
                  <a:pt x="3756765" y="4281372"/>
                  <a:pt x="3594529" y="4369546"/>
                </a:cubicBezTo>
                <a:lnTo>
                  <a:pt x="3450626" y="4443266"/>
                </a:lnTo>
                <a:lnTo>
                  <a:pt x="3482659" y="4434736"/>
                </a:lnTo>
                <a:cubicBezTo>
                  <a:pt x="3489467" y="4433863"/>
                  <a:pt x="3492246" y="4436624"/>
                  <a:pt x="3492700" y="4442800"/>
                </a:cubicBezTo>
                <a:cubicBezTo>
                  <a:pt x="3492725" y="4448338"/>
                  <a:pt x="3491255" y="4453028"/>
                  <a:pt x="3489150" y="4458147"/>
                </a:cubicBezTo>
                <a:cubicBezTo>
                  <a:pt x="3487472" y="4463903"/>
                  <a:pt x="3483663" y="4469241"/>
                  <a:pt x="3482843" y="4476272"/>
                </a:cubicBezTo>
                <a:cubicBezTo>
                  <a:pt x="3504064" y="4461082"/>
                  <a:pt x="3524440" y="4447387"/>
                  <a:pt x="3529216" y="4420108"/>
                </a:cubicBezTo>
                <a:cubicBezTo>
                  <a:pt x="3530269" y="4417548"/>
                  <a:pt x="3531958" y="4414562"/>
                  <a:pt x="3535363" y="4414125"/>
                </a:cubicBezTo>
                <a:cubicBezTo>
                  <a:pt x="3539195" y="4414326"/>
                  <a:pt x="3542391" y="4414955"/>
                  <a:pt x="3544963" y="4418782"/>
                </a:cubicBezTo>
                <a:cubicBezTo>
                  <a:pt x="3546248" y="4420693"/>
                  <a:pt x="3546262" y="4423462"/>
                  <a:pt x="3546273" y="4426232"/>
                </a:cubicBezTo>
                <a:lnTo>
                  <a:pt x="3545504" y="4443681"/>
                </a:lnTo>
                <a:lnTo>
                  <a:pt x="3560374" y="4434993"/>
                </a:lnTo>
                <a:lnTo>
                  <a:pt x="3566767" y="4431473"/>
                </a:lnTo>
                <a:lnTo>
                  <a:pt x="3564800" y="4421647"/>
                </a:lnTo>
                <a:cubicBezTo>
                  <a:pt x="3566242" y="4416745"/>
                  <a:pt x="3570482" y="4412737"/>
                  <a:pt x="3577915" y="4408667"/>
                </a:cubicBezTo>
                <a:cubicBezTo>
                  <a:pt x="3584711" y="4405024"/>
                  <a:pt x="3590014" y="4400535"/>
                  <a:pt x="3594458" y="4394771"/>
                </a:cubicBezTo>
                <a:cubicBezTo>
                  <a:pt x="3606519" y="4378332"/>
                  <a:pt x="3622658" y="4369335"/>
                  <a:pt x="3644394" y="4374166"/>
                </a:cubicBezTo>
                <a:cubicBezTo>
                  <a:pt x="3655048" y="4376264"/>
                  <a:pt x="3655048" y="4376264"/>
                  <a:pt x="3654570" y="4364549"/>
                </a:cubicBezTo>
                <a:cubicBezTo>
                  <a:pt x="3654104" y="4355606"/>
                  <a:pt x="3663423" y="4344713"/>
                  <a:pt x="3669607" y="4347036"/>
                </a:cubicBezTo>
                <a:cubicBezTo>
                  <a:pt x="3680273" y="4351902"/>
                  <a:pt x="3687706" y="4347832"/>
                  <a:pt x="3695983" y="4342268"/>
                </a:cubicBezTo>
                <a:cubicBezTo>
                  <a:pt x="3700012" y="4338635"/>
                  <a:pt x="3704249" y="4333936"/>
                  <a:pt x="3710849" y="4334129"/>
                </a:cubicBezTo>
                <a:cubicBezTo>
                  <a:pt x="3718515" y="4334531"/>
                  <a:pt x="3719775" y="4330905"/>
                  <a:pt x="3718894" y="4324091"/>
                </a:cubicBezTo>
                <a:cubicBezTo>
                  <a:pt x="3718452" y="4320686"/>
                  <a:pt x="3718012" y="4317279"/>
                  <a:pt x="3722482" y="4317051"/>
                </a:cubicBezTo>
                <a:cubicBezTo>
                  <a:pt x="3726315" y="4317252"/>
                  <a:pt x="3729510" y="4317881"/>
                  <a:pt x="3730172" y="4322992"/>
                </a:cubicBezTo>
                <a:cubicBezTo>
                  <a:pt x="3730613" y="4326398"/>
                  <a:pt x="3730417" y="4330233"/>
                  <a:pt x="3731287" y="4334278"/>
                </a:cubicBezTo>
                <a:lnTo>
                  <a:pt x="3735737" y="4340230"/>
                </a:lnTo>
                <a:lnTo>
                  <a:pt x="3770579" y="4316985"/>
                </a:lnTo>
                <a:lnTo>
                  <a:pt x="3769901" y="4316772"/>
                </a:lnTo>
                <a:cubicBezTo>
                  <a:pt x="3766804" y="4314571"/>
                  <a:pt x="3764502" y="4311489"/>
                  <a:pt x="3763528" y="4307978"/>
                </a:cubicBezTo>
                <a:cubicBezTo>
                  <a:pt x="3762022" y="4304362"/>
                  <a:pt x="3763504" y="4302439"/>
                  <a:pt x="3767765" y="4303279"/>
                </a:cubicBezTo>
                <a:cubicBezTo>
                  <a:pt x="3774794" y="4304109"/>
                  <a:pt x="3776483" y="4301121"/>
                  <a:pt x="3777941" y="4293661"/>
                </a:cubicBezTo>
                <a:cubicBezTo>
                  <a:pt x="3778957" y="4282795"/>
                  <a:pt x="3791043" y="4271894"/>
                  <a:pt x="3799137" y="4272935"/>
                </a:cubicBezTo>
                <a:cubicBezTo>
                  <a:pt x="3805529" y="4274192"/>
                  <a:pt x="3808712" y="4272053"/>
                  <a:pt x="3811676" y="4268209"/>
                </a:cubicBezTo>
                <a:cubicBezTo>
                  <a:pt x="3815912" y="4263510"/>
                  <a:pt x="3821007" y="4260087"/>
                  <a:pt x="3828048" y="4263685"/>
                </a:cubicBezTo>
                <a:cubicBezTo>
                  <a:pt x="3832530" y="4266227"/>
                  <a:pt x="3835493" y="4262384"/>
                  <a:pt x="3837820" y="4258969"/>
                </a:cubicBezTo>
                <a:cubicBezTo>
                  <a:pt x="3840146" y="4255554"/>
                  <a:pt x="3842044" y="4251501"/>
                  <a:pt x="3846085" y="4250636"/>
                </a:cubicBezTo>
                <a:cubicBezTo>
                  <a:pt x="3850971" y="4248277"/>
                  <a:pt x="3852061" y="4254026"/>
                  <a:pt x="3858037" y="4257415"/>
                </a:cubicBezTo>
                <a:cubicBezTo>
                  <a:pt x="3852221" y="4241883"/>
                  <a:pt x="3866889" y="4237578"/>
                  <a:pt x="3871311" y="4226275"/>
                </a:cubicBezTo>
                <a:cubicBezTo>
                  <a:pt x="3871751" y="4229681"/>
                  <a:pt x="3871972" y="4231384"/>
                  <a:pt x="3872192" y="4233089"/>
                </a:cubicBezTo>
                <a:cubicBezTo>
                  <a:pt x="3874800" y="4245221"/>
                  <a:pt x="3879920" y="4247335"/>
                  <a:pt x="3890107" y="4240488"/>
                </a:cubicBezTo>
                <a:cubicBezTo>
                  <a:pt x="3896683" y="4235142"/>
                  <a:pt x="3903051" y="4230862"/>
                  <a:pt x="3910484" y="4226792"/>
                </a:cubicBezTo>
                <a:cubicBezTo>
                  <a:pt x="3922594" y="4221430"/>
                  <a:pt x="3935354" y="4218408"/>
                  <a:pt x="3948554" y="4218793"/>
                </a:cubicBezTo>
                <a:lnTo>
                  <a:pt x="3949707" y="4218433"/>
                </a:lnTo>
                <a:lnTo>
                  <a:pt x="3958349" y="4213080"/>
                </a:lnTo>
                <a:lnTo>
                  <a:pt x="3958718" y="4206407"/>
                </a:lnTo>
                <a:cubicBezTo>
                  <a:pt x="3955056" y="4196833"/>
                  <a:pt x="3957798" y="4191286"/>
                  <a:pt x="3967362" y="4187635"/>
                </a:cubicBezTo>
                <a:cubicBezTo>
                  <a:pt x="3972885" y="4184849"/>
                  <a:pt x="3978836" y="4182701"/>
                  <a:pt x="3984138" y="4178211"/>
                </a:cubicBezTo>
                <a:cubicBezTo>
                  <a:pt x="3987321" y="4176071"/>
                  <a:pt x="3991363" y="4175207"/>
                  <a:pt x="3995416" y="4177110"/>
                </a:cubicBezTo>
                <a:cubicBezTo>
                  <a:pt x="3996910" y="4177958"/>
                  <a:pt x="3997767" y="4179235"/>
                  <a:pt x="3998821" y="4176674"/>
                </a:cubicBezTo>
                <a:cubicBezTo>
                  <a:pt x="4002604" y="4165799"/>
                  <a:pt x="4012376" y="4161083"/>
                  <a:pt x="4021084" y="4156157"/>
                </a:cubicBezTo>
                <a:cubicBezTo>
                  <a:pt x="4029789" y="4151230"/>
                  <a:pt x="4037000" y="4145456"/>
                  <a:pt x="4039082" y="4134800"/>
                </a:cubicBezTo>
                <a:cubicBezTo>
                  <a:pt x="4039915" y="4130538"/>
                  <a:pt x="4042254" y="4129891"/>
                  <a:pt x="4046307" y="4131797"/>
                </a:cubicBezTo>
                <a:cubicBezTo>
                  <a:pt x="4054414" y="4135604"/>
                  <a:pt x="4055050" y="4135176"/>
                  <a:pt x="4057144" y="4127289"/>
                </a:cubicBezTo>
                <a:cubicBezTo>
                  <a:pt x="4060915" y="4113645"/>
                  <a:pt x="4067038" y="4102124"/>
                  <a:pt x="4081279" y="4097181"/>
                </a:cubicBezTo>
                <a:cubicBezTo>
                  <a:pt x="4085527" y="4095250"/>
                  <a:pt x="4090844" y="4093530"/>
                  <a:pt x="4095728" y="4091171"/>
                </a:cubicBezTo>
                <a:cubicBezTo>
                  <a:pt x="4099770" y="4090308"/>
                  <a:pt x="4103797" y="4086673"/>
                  <a:pt x="4106382" y="4093269"/>
                </a:cubicBezTo>
                <a:cubicBezTo>
                  <a:pt x="4107460" y="4096247"/>
                  <a:pt x="4112357" y="4096658"/>
                  <a:pt x="4115125" y="4096649"/>
                </a:cubicBezTo>
                <a:cubicBezTo>
                  <a:pt x="4125767" y="4095978"/>
                  <a:pt x="4135331" y="4092326"/>
                  <a:pt x="4143388" y="4085059"/>
                </a:cubicBezTo>
                <a:cubicBezTo>
                  <a:pt x="4150172" y="4078648"/>
                  <a:pt x="4149742" y="4078011"/>
                  <a:pt x="4143326" y="4071214"/>
                </a:cubicBezTo>
                <a:cubicBezTo>
                  <a:pt x="4139052" y="4067607"/>
                  <a:pt x="4137545" y="4063990"/>
                  <a:pt x="4139223" y="4058233"/>
                </a:cubicBezTo>
                <a:cubicBezTo>
                  <a:pt x="4142235" y="4065467"/>
                  <a:pt x="4147783" y="4068218"/>
                  <a:pt x="4154371" y="4065642"/>
                </a:cubicBezTo>
                <a:cubicBezTo>
                  <a:pt x="4158938" y="4063497"/>
                  <a:pt x="4163402" y="4061886"/>
                  <a:pt x="4167529" y="4062352"/>
                </a:cubicBezTo>
                <a:lnTo>
                  <a:pt x="4178417" y="4071325"/>
                </a:lnTo>
                <a:lnTo>
                  <a:pt x="4178759" y="4071055"/>
                </a:lnTo>
                <a:lnTo>
                  <a:pt x="4181424" y="4057410"/>
                </a:lnTo>
                <a:cubicBezTo>
                  <a:pt x="4184017" y="4054048"/>
                  <a:pt x="4188052" y="4051798"/>
                  <a:pt x="4192834" y="4049973"/>
                </a:cubicBezTo>
                <a:cubicBezTo>
                  <a:pt x="4197511" y="4048680"/>
                  <a:pt x="4199409" y="4044627"/>
                  <a:pt x="4201308" y="4040574"/>
                </a:cubicBezTo>
                <a:cubicBezTo>
                  <a:pt x="4206793" y="4029481"/>
                  <a:pt x="4213173" y="4027970"/>
                  <a:pt x="4221512" y="4036252"/>
                </a:cubicBezTo>
                <a:lnTo>
                  <a:pt x="4223475" y="4037108"/>
                </a:lnTo>
                <a:lnTo>
                  <a:pt x="4227974" y="4034029"/>
                </a:lnTo>
                <a:lnTo>
                  <a:pt x="4228101" y="4033674"/>
                </a:lnTo>
                <a:cubicBezTo>
                  <a:pt x="4229349" y="4027281"/>
                  <a:pt x="4231883" y="4022800"/>
                  <a:pt x="4240185" y="4022775"/>
                </a:cubicBezTo>
                <a:lnTo>
                  <a:pt x="4239245" y="4026315"/>
                </a:lnTo>
                <a:lnTo>
                  <a:pt x="4257323" y="4013942"/>
                </a:lnTo>
                <a:lnTo>
                  <a:pt x="4260537" y="4003541"/>
                </a:lnTo>
                <a:cubicBezTo>
                  <a:pt x="4263917" y="3997566"/>
                  <a:pt x="4268153" y="3992867"/>
                  <a:pt x="4275170" y="3990928"/>
                </a:cubicBezTo>
                <a:cubicBezTo>
                  <a:pt x="4282186" y="3988988"/>
                  <a:pt x="4287918" y="3985137"/>
                  <a:pt x="4293221" y="3980648"/>
                </a:cubicBezTo>
                <a:cubicBezTo>
                  <a:pt x="4298730" y="3975092"/>
                  <a:pt x="4305306" y="3969746"/>
                  <a:pt x="4313829" y="3971424"/>
                </a:cubicBezTo>
                <a:lnTo>
                  <a:pt x="4320774" y="3970007"/>
                </a:lnTo>
                <a:lnTo>
                  <a:pt x="4323605" y="3967985"/>
                </a:lnTo>
                <a:lnTo>
                  <a:pt x="4326342" y="3961161"/>
                </a:lnTo>
                <a:cubicBezTo>
                  <a:pt x="4329282" y="3951780"/>
                  <a:pt x="4333102" y="3949211"/>
                  <a:pt x="4342690" y="3951099"/>
                </a:cubicBezTo>
                <a:lnTo>
                  <a:pt x="4346262" y="3951802"/>
                </a:lnTo>
                <a:lnTo>
                  <a:pt x="4374737" y="3931462"/>
                </a:lnTo>
                <a:lnTo>
                  <a:pt x="4374957" y="3930337"/>
                </a:lnTo>
                <a:cubicBezTo>
                  <a:pt x="4373646" y="3922886"/>
                  <a:pt x="4377858" y="3912649"/>
                  <a:pt x="4384031" y="3912203"/>
                </a:cubicBezTo>
                <a:cubicBezTo>
                  <a:pt x="4397646" y="3910456"/>
                  <a:pt x="4401014" y="3901714"/>
                  <a:pt x="4405655" y="3892114"/>
                </a:cubicBezTo>
                <a:cubicBezTo>
                  <a:pt x="4407136" y="3890192"/>
                  <a:pt x="4409683" y="3888480"/>
                  <a:pt x="4411164" y="3886559"/>
                </a:cubicBezTo>
                <a:cubicBezTo>
                  <a:pt x="4421769" y="3877580"/>
                  <a:pt x="4436231" y="3874340"/>
                  <a:pt x="4448109" y="3864504"/>
                </a:cubicBezTo>
                <a:lnTo>
                  <a:pt x="4448342" y="3879018"/>
                </a:lnTo>
                <a:lnTo>
                  <a:pt x="4501439" y="3841435"/>
                </a:lnTo>
                <a:lnTo>
                  <a:pt x="4525049" y="3823604"/>
                </a:lnTo>
                <a:lnTo>
                  <a:pt x="4522854" y="3821671"/>
                </a:lnTo>
                <a:lnTo>
                  <a:pt x="4527133" y="3822029"/>
                </a:lnTo>
                <a:lnTo>
                  <a:pt x="4553467" y="3802140"/>
                </a:lnTo>
                <a:lnTo>
                  <a:pt x="4555373" y="3797847"/>
                </a:lnTo>
                <a:lnTo>
                  <a:pt x="4564623" y="3795507"/>
                </a:lnTo>
                <a:lnTo>
                  <a:pt x="4590557" y="3782202"/>
                </a:lnTo>
                <a:lnTo>
                  <a:pt x="4595003" y="3769473"/>
                </a:lnTo>
                <a:cubicBezTo>
                  <a:pt x="4593704" y="3764792"/>
                  <a:pt x="4595406" y="3764573"/>
                  <a:pt x="4599018" y="3763071"/>
                </a:cubicBezTo>
                <a:cubicBezTo>
                  <a:pt x="4603800" y="3761246"/>
                  <a:pt x="4606402" y="3759960"/>
                  <a:pt x="4607803" y="3757746"/>
                </a:cubicBezTo>
                <a:close/>
                <a:moveTo>
                  <a:pt x="1817602" y="3431452"/>
                </a:moveTo>
                <a:lnTo>
                  <a:pt x="1826676" y="3442424"/>
                </a:lnTo>
                <a:cubicBezTo>
                  <a:pt x="1829435" y="3447012"/>
                  <a:pt x="1832195" y="3451602"/>
                  <a:pt x="1840447" y="3449764"/>
                </a:cubicBezTo>
                <a:cubicBezTo>
                  <a:pt x="1849391" y="3449072"/>
                  <a:pt x="1848233" y="3441958"/>
                  <a:pt x="1849601" y="3436450"/>
                </a:cubicBezTo>
                <a:lnTo>
                  <a:pt x="1850090" y="3431636"/>
                </a:lnTo>
                <a:lnTo>
                  <a:pt x="1837761" y="3435152"/>
                </a:lnTo>
                <a:close/>
                <a:moveTo>
                  <a:pt x="1245291" y="3011942"/>
                </a:moveTo>
                <a:cubicBezTo>
                  <a:pt x="1240238" y="3014155"/>
                  <a:pt x="1237115" y="3020825"/>
                  <a:pt x="1233887" y="3032730"/>
                </a:cubicBezTo>
                <a:cubicBezTo>
                  <a:pt x="1231986" y="3038078"/>
                  <a:pt x="1231868" y="3044062"/>
                  <a:pt x="1229334" y="3051192"/>
                </a:cubicBezTo>
                <a:cubicBezTo>
                  <a:pt x="1222325" y="3042664"/>
                  <a:pt x="1216466" y="3036554"/>
                  <a:pt x="1209459" y="3028025"/>
                </a:cubicBezTo>
                <a:cubicBezTo>
                  <a:pt x="1208192" y="3031590"/>
                  <a:pt x="1208765" y="3032800"/>
                  <a:pt x="1208132" y="3034582"/>
                </a:cubicBezTo>
                <a:cubicBezTo>
                  <a:pt x="1207998" y="3041315"/>
                  <a:pt x="1207143" y="3046722"/>
                  <a:pt x="1205585" y="3050842"/>
                </a:cubicBezTo>
                <a:lnTo>
                  <a:pt x="1199200" y="3058897"/>
                </a:lnTo>
                <a:lnTo>
                  <a:pt x="1263571" y="3123268"/>
                </a:lnTo>
                <a:lnTo>
                  <a:pt x="1280289" y="3105544"/>
                </a:lnTo>
                <a:cubicBezTo>
                  <a:pt x="1307095" y="3080964"/>
                  <a:pt x="1348312" y="3083627"/>
                  <a:pt x="1369336" y="3109212"/>
                </a:cubicBezTo>
                <a:cubicBezTo>
                  <a:pt x="1376917" y="3118950"/>
                  <a:pt x="1376680" y="3130918"/>
                  <a:pt x="1381846" y="3141802"/>
                </a:cubicBezTo>
                <a:cubicBezTo>
                  <a:pt x="1388102" y="3158098"/>
                  <a:pt x="1397584" y="3162488"/>
                  <a:pt x="1414372" y="3160447"/>
                </a:cubicBezTo>
                <a:cubicBezTo>
                  <a:pt x="1422767" y="3159425"/>
                  <a:pt x="1430585" y="3157196"/>
                  <a:pt x="1438980" y="3156175"/>
                </a:cubicBezTo>
                <a:cubicBezTo>
                  <a:pt x="1455768" y="3154133"/>
                  <a:pt x="1463073" y="3147701"/>
                  <a:pt x="1462222" y="3130323"/>
                </a:cubicBezTo>
                <a:cubicBezTo>
                  <a:pt x="1463033" y="3119564"/>
                  <a:pt x="1467231" y="3119054"/>
                  <a:pt x="1476140" y="3122235"/>
                </a:cubicBezTo>
                <a:cubicBezTo>
                  <a:pt x="1495164" y="3128022"/>
                  <a:pt x="1503677" y="3121018"/>
                  <a:pt x="1502885" y="3100647"/>
                </a:cubicBezTo>
                <a:cubicBezTo>
                  <a:pt x="1501797" y="3095236"/>
                  <a:pt x="1499500" y="3090399"/>
                  <a:pt x="1493522" y="3090273"/>
                </a:cubicBezTo>
                <a:cubicBezTo>
                  <a:pt x="1486335" y="3090721"/>
                  <a:pt x="1487424" y="3096132"/>
                  <a:pt x="1488513" y="3101542"/>
                </a:cubicBezTo>
                <a:cubicBezTo>
                  <a:pt x="1490235" y="3105170"/>
                  <a:pt x="1489542" y="3109945"/>
                  <a:pt x="1484137" y="3111029"/>
                </a:cubicBezTo>
                <a:cubicBezTo>
                  <a:pt x="1479306" y="3113322"/>
                  <a:pt x="1473962" y="3111413"/>
                  <a:pt x="1472873" y="3106002"/>
                </a:cubicBezTo>
                <a:lnTo>
                  <a:pt x="1459594" y="3075767"/>
                </a:lnTo>
                <a:lnTo>
                  <a:pt x="1456995" y="3075979"/>
                </a:lnTo>
                <a:cubicBezTo>
                  <a:pt x="1446959" y="3077303"/>
                  <a:pt x="1437757" y="3081215"/>
                  <a:pt x="1427167" y="3080812"/>
                </a:cubicBezTo>
                <a:cubicBezTo>
                  <a:pt x="1420300" y="3080164"/>
                  <a:pt x="1416021" y="3078684"/>
                  <a:pt x="1415245" y="3070362"/>
                </a:cubicBezTo>
                <a:cubicBezTo>
                  <a:pt x="1413053" y="3060590"/>
                  <a:pt x="1404493" y="3057630"/>
                  <a:pt x="1397262" y="3064717"/>
                </a:cubicBezTo>
                <a:cubicBezTo>
                  <a:pt x="1391479" y="3070388"/>
                  <a:pt x="1386031" y="3071188"/>
                  <a:pt x="1378887" y="3069676"/>
                </a:cubicBezTo>
                <a:cubicBezTo>
                  <a:pt x="1374329" y="3067332"/>
                  <a:pt x="1370881" y="3068441"/>
                  <a:pt x="1367683" y="3073280"/>
                </a:cubicBezTo>
                <a:cubicBezTo>
                  <a:pt x="1364763" y="3078981"/>
                  <a:pt x="1359869" y="3081508"/>
                  <a:pt x="1353865" y="3080582"/>
                </a:cubicBezTo>
                <a:cubicBezTo>
                  <a:pt x="1350141" y="3080828"/>
                  <a:pt x="1344999" y="3079624"/>
                  <a:pt x="1341551" y="3080733"/>
                </a:cubicBezTo>
                <a:cubicBezTo>
                  <a:pt x="1336380" y="3082397"/>
                  <a:pt x="1333823" y="3080362"/>
                  <a:pt x="1331574" y="3076324"/>
                </a:cubicBezTo>
                <a:cubicBezTo>
                  <a:pt x="1326212" y="3068525"/>
                  <a:pt x="1324211" y="3068216"/>
                  <a:pt x="1317258" y="3076167"/>
                </a:cubicBezTo>
                <a:cubicBezTo>
                  <a:pt x="1313197" y="3081283"/>
                  <a:pt x="1309416" y="3087261"/>
                  <a:pt x="1303937" y="3090928"/>
                </a:cubicBezTo>
                <a:cubicBezTo>
                  <a:pt x="1303660" y="3090065"/>
                  <a:pt x="1302797" y="3090343"/>
                  <a:pt x="1302519" y="3089479"/>
                </a:cubicBezTo>
                <a:cubicBezTo>
                  <a:pt x="1306668" y="3075764"/>
                  <a:pt x="1306668" y="3075764"/>
                  <a:pt x="1295885" y="3065899"/>
                </a:cubicBezTo>
                <a:cubicBezTo>
                  <a:pt x="1294469" y="3064450"/>
                  <a:pt x="1293052" y="3063001"/>
                  <a:pt x="1291912" y="3062415"/>
                </a:cubicBezTo>
                <a:cubicBezTo>
                  <a:pt x="1280298" y="3049961"/>
                  <a:pt x="1269123" y="3050698"/>
                  <a:pt x="1256693" y="3062316"/>
                </a:cubicBezTo>
                <a:cubicBezTo>
                  <a:pt x="1250325" y="3069126"/>
                  <a:pt x="1244321" y="3068200"/>
                  <a:pt x="1240684" y="3059847"/>
                </a:cubicBezTo>
                <a:cubicBezTo>
                  <a:pt x="1238433" y="3055808"/>
                  <a:pt x="1237045" y="3051493"/>
                  <a:pt x="1236519" y="3046900"/>
                </a:cubicBezTo>
                <a:cubicBezTo>
                  <a:pt x="1235217" y="3033985"/>
                  <a:pt x="1245312" y="3026930"/>
                  <a:pt x="1256427" y="3031925"/>
                </a:cubicBezTo>
                <a:cubicBezTo>
                  <a:pt x="1265265" y="3035748"/>
                  <a:pt x="1272992" y="3036120"/>
                  <a:pt x="1281305" y="3035351"/>
                </a:cubicBezTo>
                <a:cubicBezTo>
                  <a:pt x="1289338" y="3033719"/>
                  <a:pt x="1297067" y="3034091"/>
                  <a:pt x="1304180" y="3038469"/>
                </a:cubicBezTo>
                <a:cubicBezTo>
                  <a:pt x="1315268" y="3046331"/>
                  <a:pt x="1319855" y="3045808"/>
                  <a:pt x="1326559" y="3034127"/>
                </a:cubicBezTo>
                <a:cubicBezTo>
                  <a:pt x="1331788" y="3026731"/>
                  <a:pt x="1337265" y="3023065"/>
                  <a:pt x="1346439" y="3022019"/>
                </a:cubicBezTo>
                <a:lnTo>
                  <a:pt x="1349867" y="3021915"/>
                </a:lnTo>
                <a:lnTo>
                  <a:pt x="1341397" y="3021522"/>
                </a:lnTo>
                <a:cubicBezTo>
                  <a:pt x="1337574" y="3022040"/>
                  <a:pt x="1333951" y="3023760"/>
                  <a:pt x="1330874" y="3028185"/>
                </a:cubicBezTo>
                <a:cubicBezTo>
                  <a:pt x="1316202" y="3044039"/>
                  <a:pt x="1312006" y="3044550"/>
                  <a:pt x="1294307" y="3032204"/>
                </a:cubicBezTo>
                <a:cubicBezTo>
                  <a:pt x="1286032" y="3027241"/>
                  <a:pt x="1277757" y="3022278"/>
                  <a:pt x="1268275" y="3017888"/>
                </a:cubicBezTo>
                <a:cubicBezTo>
                  <a:pt x="1257327" y="3011971"/>
                  <a:pt x="1250344" y="3009729"/>
                  <a:pt x="1245291" y="3011942"/>
                </a:cubicBezTo>
                <a:close/>
                <a:moveTo>
                  <a:pt x="1536306" y="2984014"/>
                </a:moveTo>
                <a:cubicBezTo>
                  <a:pt x="1526070" y="2987392"/>
                  <a:pt x="1515320" y="2986567"/>
                  <a:pt x="1505778" y="2985169"/>
                </a:cubicBezTo>
                <a:cubicBezTo>
                  <a:pt x="1493821" y="2984917"/>
                  <a:pt x="1485941" y="2990139"/>
                  <a:pt x="1485130" y="3000899"/>
                </a:cubicBezTo>
                <a:cubicBezTo>
                  <a:pt x="1483110" y="3012230"/>
                  <a:pt x="1478339" y="3011531"/>
                  <a:pt x="1471212" y="3008986"/>
                </a:cubicBezTo>
                <a:cubicBezTo>
                  <a:pt x="1456959" y="3003897"/>
                  <a:pt x="1444547" y="2996452"/>
                  <a:pt x="1429659" y="2993146"/>
                </a:cubicBezTo>
                <a:cubicBezTo>
                  <a:pt x="1421325" y="2991175"/>
                  <a:pt x="1415920" y="2992259"/>
                  <a:pt x="1410397" y="2999326"/>
                </a:cubicBezTo>
                <a:cubicBezTo>
                  <a:pt x="1406081" y="3005820"/>
                  <a:pt x="1403547" y="3012951"/>
                  <a:pt x="1395153" y="3013972"/>
                </a:cubicBezTo>
                <a:cubicBezTo>
                  <a:pt x="1387333" y="3016202"/>
                  <a:pt x="1382681" y="3009519"/>
                  <a:pt x="1376762" y="3006401"/>
                </a:cubicBezTo>
                <a:lnTo>
                  <a:pt x="1371479" y="3021267"/>
                </a:lnTo>
                <a:lnTo>
                  <a:pt x="1395419" y="3020549"/>
                </a:lnTo>
                <a:cubicBezTo>
                  <a:pt x="1409457" y="3019842"/>
                  <a:pt x="1422383" y="3015685"/>
                  <a:pt x="1431089" y="3004313"/>
                </a:cubicBezTo>
                <a:cubicBezTo>
                  <a:pt x="1435455" y="2997194"/>
                  <a:pt x="1439459" y="2997811"/>
                  <a:pt x="1446295" y="3001326"/>
                </a:cubicBezTo>
                <a:cubicBezTo>
                  <a:pt x="1478199" y="3017730"/>
                  <a:pt x="1509665" y="3020942"/>
                  <a:pt x="1538557" y="2995458"/>
                </a:cubicBezTo>
                <a:lnTo>
                  <a:pt x="1546925" y="2993333"/>
                </a:lnTo>
                <a:lnTo>
                  <a:pt x="1544640" y="2985987"/>
                </a:lnTo>
                <a:cubicBezTo>
                  <a:pt x="1543189" y="2983711"/>
                  <a:pt x="1540819" y="2982613"/>
                  <a:pt x="1536306" y="2984014"/>
                </a:cubicBezTo>
                <a:close/>
                <a:moveTo>
                  <a:pt x="1141538" y="2852036"/>
                </a:moveTo>
                <a:lnTo>
                  <a:pt x="1141308" y="2852170"/>
                </a:lnTo>
                <a:cubicBezTo>
                  <a:pt x="1137102" y="2853880"/>
                  <a:pt x="1132802" y="2854549"/>
                  <a:pt x="1128521" y="2853069"/>
                </a:cubicBezTo>
                <a:lnTo>
                  <a:pt x="1117318" y="2853296"/>
                </a:lnTo>
                <a:lnTo>
                  <a:pt x="1118397" y="2854897"/>
                </a:lnTo>
                <a:cubicBezTo>
                  <a:pt x="1120693" y="2859734"/>
                  <a:pt x="1122989" y="2864572"/>
                  <a:pt x="1131384" y="2863551"/>
                </a:cubicBezTo>
                <a:cubicBezTo>
                  <a:pt x="1135867" y="2863645"/>
                  <a:pt x="1137995" y="2861894"/>
                  <a:pt x="1139240" y="2859450"/>
                </a:cubicBezTo>
                <a:close/>
                <a:moveTo>
                  <a:pt x="1181888" y="2616148"/>
                </a:moveTo>
                <a:lnTo>
                  <a:pt x="1163814" y="2619255"/>
                </a:lnTo>
                <a:lnTo>
                  <a:pt x="1160914" y="2622650"/>
                </a:lnTo>
                <a:cubicBezTo>
                  <a:pt x="1160578" y="2627519"/>
                  <a:pt x="1162244" y="2632698"/>
                  <a:pt x="1158739" y="2639539"/>
                </a:cubicBezTo>
                <a:cubicBezTo>
                  <a:pt x="1157993" y="2628351"/>
                  <a:pt x="1151989" y="2627425"/>
                  <a:pt x="1144540" y="2627916"/>
                </a:cubicBezTo>
                <a:cubicBezTo>
                  <a:pt x="1141384" y="2628455"/>
                  <a:pt x="1137736" y="2628201"/>
                  <a:pt x="1134776" y="2627129"/>
                </a:cubicBezTo>
                <a:lnTo>
                  <a:pt x="1132339" y="2624668"/>
                </a:lnTo>
                <a:lnTo>
                  <a:pt x="1109282" y="2628634"/>
                </a:lnTo>
                <a:lnTo>
                  <a:pt x="939227" y="2798688"/>
                </a:lnTo>
                <a:lnTo>
                  <a:pt x="947278" y="2795179"/>
                </a:lnTo>
                <a:cubicBezTo>
                  <a:pt x="949864" y="2794348"/>
                  <a:pt x="951865" y="2794656"/>
                  <a:pt x="953866" y="2794964"/>
                </a:cubicBezTo>
                <a:cubicBezTo>
                  <a:pt x="959593" y="2795027"/>
                  <a:pt x="961900" y="2793333"/>
                  <a:pt x="960819" y="2787014"/>
                </a:cubicBezTo>
                <a:cubicBezTo>
                  <a:pt x="960570" y="2783284"/>
                  <a:pt x="961490" y="2777274"/>
                  <a:pt x="966632" y="2778478"/>
                </a:cubicBezTo>
                <a:cubicBezTo>
                  <a:pt x="973499" y="2779126"/>
                  <a:pt x="979530" y="2777185"/>
                  <a:pt x="985840" y="2776108"/>
                </a:cubicBezTo>
                <a:cubicBezTo>
                  <a:pt x="991289" y="2775308"/>
                  <a:pt x="997877" y="2775094"/>
                  <a:pt x="1003355" y="2771427"/>
                </a:cubicBezTo>
                <a:cubicBezTo>
                  <a:pt x="1007971" y="2768037"/>
                  <a:pt x="1013449" y="2764371"/>
                  <a:pt x="1006364" y="2757126"/>
                </a:cubicBezTo>
                <a:cubicBezTo>
                  <a:pt x="1003806" y="2755091"/>
                  <a:pt x="1004975" y="2752810"/>
                  <a:pt x="1008144" y="2750839"/>
                </a:cubicBezTo>
                <a:cubicBezTo>
                  <a:pt x="1021072" y="2746680"/>
                  <a:pt x="1026492" y="2748746"/>
                  <a:pt x="1031518" y="2761415"/>
                </a:cubicBezTo>
                <a:cubicBezTo>
                  <a:pt x="1032906" y="2765731"/>
                  <a:pt x="1034879" y="2768906"/>
                  <a:pt x="1038880" y="2769523"/>
                </a:cubicBezTo>
                <a:cubicBezTo>
                  <a:pt x="1045746" y="2770171"/>
                  <a:pt x="1052335" y="2769957"/>
                  <a:pt x="1058674" y="2766013"/>
                </a:cubicBezTo>
                <a:cubicBezTo>
                  <a:pt x="1060397" y="2765459"/>
                  <a:pt x="1060148" y="2761729"/>
                  <a:pt x="1058732" y="2760281"/>
                </a:cubicBezTo>
                <a:cubicBezTo>
                  <a:pt x="1057899" y="2757691"/>
                  <a:pt x="1056788" y="2754239"/>
                  <a:pt x="1057957" y="2751958"/>
                </a:cubicBezTo>
                <a:cubicBezTo>
                  <a:pt x="1059709" y="2748537"/>
                  <a:pt x="1061214" y="2741387"/>
                  <a:pt x="1065464" y="2745734"/>
                </a:cubicBezTo>
                <a:cubicBezTo>
                  <a:pt x="1075413" y="2753010"/>
                  <a:pt x="1084030" y="2750237"/>
                  <a:pt x="1093512" y="2747188"/>
                </a:cubicBezTo>
                <a:cubicBezTo>
                  <a:pt x="1098961" y="2746387"/>
                  <a:pt x="1104408" y="2745587"/>
                  <a:pt x="1110105" y="2748517"/>
                </a:cubicBezTo>
                <a:cubicBezTo>
                  <a:pt x="1131479" y="2758785"/>
                  <a:pt x="1144127" y="2753764"/>
                  <a:pt x="1150085" y="2730895"/>
                </a:cubicBezTo>
                <a:cubicBezTo>
                  <a:pt x="1151867" y="2724607"/>
                  <a:pt x="1155620" y="2721495"/>
                  <a:pt x="1161596" y="2725287"/>
                </a:cubicBezTo>
                <a:cubicBezTo>
                  <a:pt x="1175269" y="2732317"/>
                  <a:pt x="1189307" y="2731611"/>
                  <a:pt x="1203373" y="2728039"/>
                </a:cubicBezTo>
                <a:cubicBezTo>
                  <a:pt x="1210546" y="2726684"/>
                  <a:pt x="1217164" y="2723603"/>
                  <a:pt x="1225196" y="2721972"/>
                </a:cubicBezTo>
                <a:cubicBezTo>
                  <a:pt x="1238680" y="2719539"/>
                  <a:pt x="1249883" y="2715935"/>
                  <a:pt x="1250057" y="2698737"/>
                </a:cubicBezTo>
                <a:cubicBezTo>
                  <a:pt x="1252002" y="2704778"/>
                  <a:pt x="1252526" y="2709371"/>
                  <a:pt x="1256777" y="2713718"/>
                </a:cubicBezTo>
                <a:cubicBezTo>
                  <a:pt x="1261584" y="2719791"/>
                  <a:pt x="1268450" y="2720439"/>
                  <a:pt x="1274483" y="2718498"/>
                </a:cubicBezTo>
                <a:cubicBezTo>
                  <a:pt x="1281099" y="2715417"/>
                  <a:pt x="1274847" y="2710762"/>
                  <a:pt x="1274598" y="2707033"/>
                </a:cubicBezTo>
                <a:cubicBezTo>
                  <a:pt x="1273795" y="2701577"/>
                  <a:pt x="1276131" y="2697016"/>
                  <a:pt x="1282135" y="2697942"/>
                </a:cubicBezTo>
                <a:cubicBezTo>
                  <a:pt x="1290140" y="2699176"/>
                  <a:pt x="1296173" y="2697235"/>
                  <a:pt x="1303652" y="2693877"/>
                </a:cubicBezTo>
                <a:cubicBezTo>
                  <a:pt x="1312299" y="2688239"/>
                  <a:pt x="1321779" y="2685190"/>
                  <a:pt x="1332619" y="2689322"/>
                </a:cubicBezTo>
                <a:cubicBezTo>
                  <a:pt x="1339178" y="2691974"/>
                  <a:pt x="1344071" y="2689447"/>
                  <a:pt x="1346991" y="2683746"/>
                </a:cubicBezTo>
                <a:cubicBezTo>
                  <a:pt x="1348745" y="2680325"/>
                  <a:pt x="1350497" y="2676904"/>
                  <a:pt x="1351665" y="2674623"/>
                </a:cubicBezTo>
                <a:cubicBezTo>
                  <a:pt x="1354864" y="2669785"/>
                  <a:pt x="1355506" y="2662912"/>
                  <a:pt x="1361232" y="2662975"/>
                </a:cubicBezTo>
                <a:cubicBezTo>
                  <a:pt x="1366958" y="2663037"/>
                  <a:pt x="1368040" y="2669357"/>
                  <a:pt x="1369428" y="2673672"/>
                </a:cubicBezTo>
                <a:cubicBezTo>
                  <a:pt x="1370816" y="2677987"/>
                  <a:pt x="1373708" y="2675152"/>
                  <a:pt x="1376572" y="2675183"/>
                </a:cubicBezTo>
                <a:cubicBezTo>
                  <a:pt x="1379157" y="2674352"/>
                  <a:pt x="1381742" y="2673520"/>
                  <a:pt x="1379770" y="2670345"/>
                </a:cubicBezTo>
                <a:cubicBezTo>
                  <a:pt x="1374993" y="2661406"/>
                  <a:pt x="1379330" y="2657153"/>
                  <a:pt x="1386810" y="2653795"/>
                </a:cubicBezTo>
                <a:cubicBezTo>
                  <a:pt x="1394288" y="2650436"/>
                  <a:pt x="1394039" y="2646708"/>
                  <a:pt x="1386926" y="2642330"/>
                </a:cubicBezTo>
                <a:cubicBezTo>
                  <a:pt x="1385508" y="2640881"/>
                  <a:pt x="1382645" y="2640849"/>
                  <a:pt x="1379782" y="2640818"/>
                </a:cubicBezTo>
                <a:cubicBezTo>
                  <a:pt x="1354043" y="2637668"/>
                  <a:pt x="1328246" y="2640252"/>
                  <a:pt x="1302421" y="2645702"/>
                </a:cubicBezTo>
                <a:cubicBezTo>
                  <a:pt x="1281765" y="2649489"/>
                  <a:pt x="1262278" y="2650996"/>
                  <a:pt x="1241741" y="2643317"/>
                </a:cubicBezTo>
                <a:cubicBezTo>
                  <a:pt x="1229761" y="2638599"/>
                  <a:pt x="1219534" y="2630459"/>
                  <a:pt x="1209895" y="2621180"/>
                </a:cubicBezTo>
                <a:cubicBezTo>
                  <a:pt x="1207192" y="2633477"/>
                  <a:pt x="1203160" y="2635727"/>
                  <a:pt x="1191765" y="2629868"/>
                </a:cubicBezTo>
                <a:cubicBezTo>
                  <a:pt x="1188348" y="2628111"/>
                  <a:pt x="1185237" y="2624350"/>
                  <a:pt x="1184709" y="2619757"/>
                </a:cubicBezTo>
                <a:close/>
                <a:moveTo>
                  <a:pt x="2149891" y="2258811"/>
                </a:moveTo>
                <a:cubicBezTo>
                  <a:pt x="2131237" y="2262906"/>
                  <a:pt x="2112919" y="2262133"/>
                  <a:pt x="2094601" y="2261358"/>
                </a:cubicBezTo>
                <a:cubicBezTo>
                  <a:pt x="2082008" y="2260646"/>
                  <a:pt x="2070805" y="2264250"/>
                  <a:pt x="2061822" y="2274759"/>
                </a:cubicBezTo>
                <a:cubicBezTo>
                  <a:pt x="2059208" y="2278457"/>
                  <a:pt x="2055483" y="2278703"/>
                  <a:pt x="2050925" y="2276360"/>
                </a:cubicBezTo>
                <a:cubicBezTo>
                  <a:pt x="2042672" y="2271395"/>
                  <a:pt x="2033528" y="2269575"/>
                  <a:pt x="2024382" y="2267755"/>
                </a:cubicBezTo>
                <a:cubicBezTo>
                  <a:pt x="2019518" y="2267414"/>
                  <a:pt x="2015209" y="2268801"/>
                  <a:pt x="2011733" y="2272776"/>
                </a:cubicBezTo>
                <a:cubicBezTo>
                  <a:pt x="2004780" y="2280727"/>
                  <a:pt x="1995855" y="2285502"/>
                  <a:pt x="1985542" y="2285963"/>
                </a:cubicBezTo>
                <a:cubicBezTo>
                  <a:pt x="1976091" y="2286146"/>
                  <a:pt x="1966640" y="2286329"/>
                  <a:pt x="1958051" y="2286234"/>
                </a:cubicBezTo>
                <a:cubicBezTo>
                  <a:pt x="1951185" y="2285586"/>
                  <a:pt x="1948016" y="2287558"/>
                  <a:pt x="1949375" y="2294739"/>
                </a:cubicBezTo>
                <a:cubicBezTo>
                  <a:pt x="1949901" y="2299332"/>
                  <a:pt x="1949010" y="2302476"/>
                  <a:pt x="1944701" y="2303862"/>
                </a:cubicBezTo>
                <a:cubicBezTo>
                  <a:pt x="1935498" y="2307774"/>
                  <a:pt x="1931526" y="2304291"/>
                  <a:pt x="1931334" y="2294828"/>
                </a:cubicBezTo>
                <a:cubicBezTo>
                  <a:pt x="1930894" y="2281636"/>
                  <a:pt x="1927476" y="2279878"/>
                  <a:pt x="1915411" y="2283760"/>
                </a:cubicBezTo>
                <a:cubicBezTo>
                  <a:pt x="1907654" y="2286255"/>
                  <a:pt x="1900176" y="2289613"/>
                  <a:pt x="1893558" y="2292694"/>
                </a:cubicBezTo>
                <a:cubicBezTo>
                  <a:pt x="1882355" y="2296298"/>
                  <a:pt x="1872568" y="2301350"/>
                  <a:pt x="1860838" y="2300362"/>
                </a:cubicBezTo>
                <a:cubicBezTo>
                  <a:pt x="1854250" y="2300577"/>
                  <a:pt x="1849108" y="2299374"/>
                  <a:pt x="1848055" y="2290188"/>
                </a:cubicBezTo>
                <a:cubicBezTo>
                  <a:pt x="1847836" y="2283592"/>
                  <a:pt x="1842723" y="2279523"/>
                  <a:pt x="1835828" y="2281740"/>
                </a:cubicBezTo>
                <a:cubicBezTo>
                  <a:pt x="1814005" y="2287808"/>
                  <a:pt x="1792546" y="2286139"/>
                  <a:pt x="1770810" y="2283607"/>
                </a:cubicBezTo>
                <a:cubicBezTo>
                  <a:pt x="1754215" y="2282279"/>
                  <a:pt x="1745320" y="2284188"/>
                  <a:pt x="1740560" y="2301909"/>
                </a:cubicBezTo>
                <a:cubicBezTo>
                  <a:pt x="1739697" y="2302186"/>
                  <a:pt x="1738835" y="2302464"/>
                  <a:pt x="1738835" y="2302464"/>
                </a:cubicBezTo>
                <a:cubicBezTo>
                  <a:pt x="1734555" y="2300983"/>
                  <a:pt x="1736365" y="2291830"/>
                  <a:pt x="1731195" y="2293493"/>
                </a:cubicBezTo>
                <a:cubicBezTo>
                  <a:pt x="1726885" y="2294880"/>
                  <a:pt x="1725104" y="2301167"/>
                  <a:pt x="1723907" y="2306314"/>
                </a:cubicBezTo>
                <a:cubicBezTo>
                  <a:pt x="1723323" y="2307454"/>
                  <a:pt x="1723016" y="2309457"/>
                  <a:pt x="1722432" y="2310597"/>
                </a:cubicBezTo>
                <a:cubicBezTo>
                  <a:pt x="1720928" y="2317748"/>
                  <a:pt x="1720286" y="2324621"/>
                  <a:pt x="1720505" y="2331217"/>
                </a:cubicBezTo>
                <a:cubicBezTo>
                  <a:pt x="1720170" y="2336087"/>
                  <a:pt x="1717001" y="2338059"/>
                  <a:pt x="1712135" y="2337719"/>
                </a:cubicBezTo>
                <a:cubicBezTo>
                  <a:pt x="1708996" y="2336825"/>
                  <a:pt x="1704715" y="2335344"/>
                  <a:pt x="1705328" y="2331338"/>
                </a:cubicBezTo>
                <a:cubicBezTo>
                  <a:pt x="1709475" y="2317622"/>
                  <a:pt x="1701835" y="2308651"/>
                  <a:pt x="1695057" y="2299404"/>
                </a:cubicBezTo>
                <a:cubicBezTo>
                  <a:pt x="1691389" y="2293917"/>
                  <a:pt x="1688832" y="2291881"/>
                  <a:pt x="1685328" y="2298723"/>
                </a:cubicBezTo>
                <a:cubicBezTo>
                  <a:pt x="1678930" y="2308400"/>
                  <a:pt x="1668866" y="2312590"/>
                  <a:pt x="1659941" y="2317365"/>
                </a:cubicBezTo>
                <a:cubicBezTo>
                  <a:pt x="1656772" y="2319337"/>
                  <a:pt x="1654186" y="2320170"/>
                  <a:pt x="1652492" y="2317858"/>
                </a:cubicBezTo>
                <a:cubicBezTo>
                  <a:pt x="1643989" y="2309163"/>
                  <a:pt x="1633954" y="2310487"/>
                  <a:pt x="1623918" y="2311811"/>
                </a:cubicBezTo>
                <a:cubicBezTo>
                  <a:pt x="1614467" y="2311993"/>
                  <a:pt x="1605293" y="2313039"/>
                  <a:pt x="1598486" y="2306658"/>
                </a:cubicBezTo>
                <a:cubicBezTo>
                  <a:pt x="1595374" y="2302897"/>
                  <a:pt x="1593650" y="2303451"/>
                  <a:pt x="1589619" y="2305700"/>
                </a:cubicBezTo>
                <a:cubicBezTo>
                  <a:pt x="1575494" y="2315006"/>
                  <a:pt x="1560842" y="2319719"/>
                  <a:pt x="1544862" y="2314383"/>
                </a:cubicBezTo>
                <a:cubicBezTo>
                  <a:pt x="1538581" y="2312595"/>
                  <a:pt x="1535132" y="2313704"/>
                  <a:pt x="1530795" y="2317956"/>
                </a:cubicBezTo>
                <a:cubicBezTo>
                  <a:pt x="1521257" y="2326738"/>
                  <a:pt x="1510054" y="2330343"/>
                  <a:pt x="1496351" y="2326178"/>
                </a:cubicBezTo>
                <a:cubicBezTo>
                  <a:pt x="1492932" y="2324421"/>
                  <a:pt x="1490069" y="2324390"/>
                  <a:pt x="1487177" y="2327225"/>
                </a:cubicBezTo>
                <a:cubicBezTo>
                  <a:pt x="1474192" y="2337116"/>
                  <a:pt x="1446422" y="2336524"/>
                  <a:pt x="1434502" y="2326074"/>
                </a:cubicBezTo>
                <a:cubicBezTo>
                  <a:pt x="1429829" y="2335195"/>
                  <a:pt x="1421488" y="2338831"/>
                  <a:pt x="1412898" y="2338737"/>
                </a:cubicBezTo>
                <a:lnTo>
                  <a:pt x="1396893" y="2341023"/>
                </a:lnTo>
                <a:lnTo>
                  <a:pt x="1271066" y="2466850"/>
                </a:lnTo>
                <a:lnTo>
                  <a:pt x="1279630" y="2471329"/>
                </a:lnTo>
                <a:cubicBezTo>
                  <a:pt x="1286594" y="2478525"/>
                  <a:pt x="1286594" y="2478525"/>
                  <a:pt x="1291809" y="2469608"/>
                </a:cubicBezTo>
                <a:cubicBezTo>
                  <a:pt x="1292560" y="2469453"/>
                  <a:pt x="1292405" y="2468700"/>
                  <a:pt x="1293157" y="2468545"/>
                </a:cubicBezTo>
                <a:cubicBezTo>
                  <a:pt x="1295388" y="2464164"/>
                  <a:pt x="1298549" y="2464298"/>
                  <a:pt x="1301733" y="2468349"/>
                </a:cubicBezTo>
                <a:cubicBezTo>
                  <a:pt x="1302949" y="2470452"/>
                  <a:pt x="1304165" y="2472556"/>
                  <a:pt x="1305381" y="2474658"/>
                </a:cubicBezTo>
                <a:cubicBezTo>
                  <a:pt x="1309935" y="2481566"/>
                  <a:pt x="1315970" y="2484246"/>
                  <a:pt x="1323020" y="2480442"/>
                </a:cubicBezTo>
                <a:cubicBezTo>
                  <a:pt x="1335022" y="2474050"/>
                  <a:pt x="1347641" y="2470669"/>
                  <a:pt x="1358270" y="2461422"/>
                </a:cubicBezTo>
                <a:cubicBezTo>
                  <a:pt x="1361564" y="2458391"/>
                  <a:pt x="1365919" y="2456711"/>
                  <a:pt x="1367908" y="2462577"/>
                </a:cubicBezTo>
                <a:cubicBezTo>
                  <a:pt x="1370340" y="2466783"/>
                  <a:pt x="1373346" y="2466165"/>
                  <a:pt x="1376041" y="2464041"/>
                </a:cubicBezTo>
                <a:cubicBezTo>
                  <a:pt x="1381589" y="2460546"/>
                  <a:pt x="1388353" y="2459154"/>
                  <a:pt x="1394365" y="2457917"/>
                </a:cubicBezTo>
                <a:cubicBezTo>
                  <a:pt x="1404134" y="2455907"/>
                  <a:pt x="1407272" y="2452124"/>
                  <a:pt x="1407667" y="2442629"/>
                </a:cubicBezTo>
                <a:cubicBezTo>
                  <a:pt x="1407336" y="2437207"/>
                  <a:pt x="1409589" y="2436743"/>
                  <a:pt x="1414099" y="2435815"/>
                </a:cubicBezTo>
                <a:cubicBezTo>
                  <a:pt x="1419360" y="2434732"/>
                  <a:pt x="1425548" y="2438165"/>
                  <a:pt x="1429880" y="2432567"/>
                </a:cubicBezTo>
                <a:cubicBezTo>
                  <a:pt x="1433614" y="2427877"/>
                  <a:pt x="1429966" y="2421567"/>
                  <a:pt x="1430981" y="2415082"/>
                </a:cubicBezTo>
                <a:cubicBezTo>
                  <a:pt x="1435823" y="2419578"/>
                  <a:pt x="1438255" y="2423784"/>
                  <a:pt x="1438587" y="2429207"/>
                </a:cubicBezTo>
                <a:cubicBezTo>
                  <a:pt x="1439253" y="2440051"/>
                  <a:pt x="1429041" y="2443722"/>
                  <a:pt x="1423363" y="2450381"/>
                </a:cubicBezTo>
                <a:cubicBezTo>
                  <a:pt x="1437399" y="2457691"/>
                  <a:pt x="1444758" y="2455392"/>
                  <a:pt x="1450393" y="2440897"/>
                </a:cubicBezTo>
                <a:cubicBezTo>
                  <a:pt x="1451431" y="2438329"/>
                  <a:pt x="1453221" y="2435608"/>
                  <a:pt x="1454104" y="2432290"/>
                </a:cubicBezTo>
                <a:cubicBezTo>
                  <a:pt x="1456623" y="2425495"/>
                  <a:pt x="1459296" y="2419455"/>
                  <a:pt x="1466501" y="2416403"/>
                </a:cubicBezTo>
                <a:cubicBezTo>
                  <a:pt x="1469353" y="2415032"/>
                  <a:pt x="1468887" y="2412774"/>
                  <a:pt x="1469019" y="2409609"/>
                </a:cubicBezTo>
                <a:cubicBezTo>
                  <a:pt x="1469594" y="2404784"/>
                  <a:pt x="1467604" y="2398918"/>
                  <a:pt x="1471182" y="2393475"/>
                </a:cubicBezTo>
                <a:cubicBezTo>
                  <a:pt x="1472400" y="2395578"/>
                  <a:pt x="1473461" y="2396928"/>
                  <a:pt x="1474676" y="2399032"/>
                </a:cubicBezTo>
                <a:cubicBezTo>
                  <a:pt x="1480734" y="2405630"/>
                  <a:pt x="1485553" y="2406207"/>
                  <a:pt x="1492138" y="2400146"/>
                </a:cubicBezTo>
                <a:cubicBezTo>
                  <a:pt x="1497972" y="2394238"/>
                  <a:pt x="1505332" y="2391940"/>
                  <a:pt x="1513158" y="2391898"/>
                </a:cubicBezTo>
                <a:cubicBezTo>
                  <a:pt x="1518726" y="2392321"/>
                  <a:pt x="1524142" y="2391991"/>
                  <a:pt x="1530463" y="2392259"/>
                </a:cubicBezTo>
                <a:cubicBezTo>
                  <a:pt x="1547770" y="2392620"/>
                  <a:pt x="1565232" y="2393733"/>
                  <a:pt x="1581964" y="2398919"/>
                </a:cubicBezTo>
                <a:cubicBezTo>
                  <a:pt x="1588596" y="2400692"/>
                  <a:pt x="1590121" y="2404300"/>
                  <a:pt x="1588200" y="2410186"/>
                </a:cubicBezTo>
                <a:cubicBezTo>
                  <a:pt x="1586123" y="2415321"/>
                  <a:pt x="1582985" y="2419104"/>
                  <a:pt x="1579095" y="2423043"/>
                </a:cubicBezTo>
                <a:cubicBezTo>
                  <a:pt x="1575360" y="2427733"/>
                  <a:pt x="1569813" y="2431228"/>
                  <a:pt x="1566389" y="2437424"/>
                </a:cubicBezTo>
                <a:lnTo>
                  <a:pt x="1594417" y="2429143"/>
                </a:lnTo>
                <a:lnTo>
                  <a:pt x="1603331" y="2422242"/>
                </a:lnTo>
                <a:cubicBezTo>
                  <a:pt x="1608254" y="2416849"/>
                  <a:pt x="1613176" y="2411456"/>
                  <a:pt x="1620348" y="2410102"/>
                </a:cubicBezTo>
                <a:lnTo>
                  <a:pt x="1622590" y="2409786"/>
                </a:lnTo>
                <a:lnTo>
                  <a:pt x="1630593" y="2403033"/>
                </a:lnTo>
                <a:cubicBezTo>
                  <a:pt x="1632537" y="2401063"/>
                  <a:pt x="1635232" y="2398940"/>
                  <a:pt x="1638549" y="2399826"/>
                </a:cubicBezTo>
                <a:lnTo>
                  <a:pt x="1644686" y="2406679"/>
                </a:lnTo>
                <a:lnTo>
                  <a:pt x="1656514" y="2405015"/>
                </a:lnTo>
                <a:cubicBezTo>
                  <a:pt x="1668594" y="2403392"/>
                  <a:pt x="1680699" y="2402594"/>
                  <a:pt x="1692845" y="2404876"/>
                </a:cubicBezTo>
                <a:cubicBezTo>
                  <a:pt x="1697987" y="2406079"/>
                  <a:pt x="1701157" y="2404107"/>
                  <a:pt x="1704356" y="2399269"/>
                </a:cubicBezTo>
                <a:cubicBezTo>
                  <a:pt x="1705524" y="2396989"/>
                  <a:pt x="1706693" y="2394708"/>
                  <a:pt x="1708138" y="2393290"/>
                </a:cubicBezTo>
                <a:cubicBezTo>
                  <a:pt x="1712171" y="2391041"/>
                  <a:pt x="1710753" y="2389592"/>
                  <a:pt x="1709058" y="2387280"/>
                </a:cubicBezTo>
                <a:cubicBezTo>
                  <a:pt x="1705668" y="2382656"/>
                  <a:pt x="1701388" y="2381176"/>
                  <a:pt x="1696218" y="2382840"/>
                </a:cubicBezTo>
                <a:cubicBezTo>
                  <a:pt x="1690185" y="2384780"/>
                  <a:pt x="1685934" y="2380433"/>
                  <a:pt x="1685130" y="2374977"/>
                </a:cubicBezTo>
                <a:cubicBezTo>
                  <a:pt x="1684603" y="2370385"/>
                  <a:pt x="1690330" y="2370448"/>
                  <a:pt x="1694055" y="2370202"/>
                </a:cubicBezTo>
                <a:cubicBezTo>
                  <a:pt x="1704090" y="2368878"/>
                  <a:pt x="1709174" y="2375814"/>
                  <a:pt x="1713981" y="2381888"/>
                </a:cubicBezTo>
                <a:cubicBezTo>
                  <a:pt x="1733820" y="2402173"/>
                  <a:pt x="1757002" y="2403286"/>
                  <a:pt x="1777246" y="2383441"/>
                </a:cubicBezTo>
                <a:cubicBezTo>
                  <a:pt x="1782446" y="2378911"/>
                  <a:pt x="1787923" y="2375245"/>
                  <a:pt x="1794234" y="2374167"/>
                </a:cubicBezTo>
                <a:cubicBezTo>
                  <a:pt x="1798544" y="2372781"/>
                  <a:pt x="1800545" y="2373090"/>
                  <a:pt x="1801933" y="2377405"/>
                </a:cubicBezTo>
                <a:cubicBezTo>
                  <a:pt x="1805294" y="2384895"/>
                  <a:pt x="1808711" y="2386653"/>
                  <a:pt x="1815635" y="2381569"/>
                </a:cubicBezTo>
                <a:cubicBezTo>
                  <a:pt x="1828899" y="2372541"/>
                  <a:pt x="1842687" y="2368105"/>
                  <a:pt x="1857339" y="2363392"/>
                </a:cubicBezTo>
                <a:cubicBezTo>
                  <a:pt x="1880885" y="2356771"/>
                  <a:pt x="1900765" y="2344662"/>
                  <a:pt x="1913311" y="2321578"/>
                </a:cubicBezTo>
                <a:cubicBezTo>
                  <a:pt x="1913311" y="2321578"/>
                  <a:pt x="1914450" y="2322165"/>
                  <a:pt x="1914728" y="2323027"/>
                </a:cubicBezTo>
                <a:cubicBezTo>
                  <a:pt x="1914699" y="2325894"/>
                  <a:pt x="1913808" y="2329037"/>
                  <a:pt x="1914057" y="2332767"/>
                </a:cubicBezTo>
                <a:cubicBezTo>
                  <a:pt x="1914832" y="2341089"/>
                  <a:pt x="1917666" y="2343987"/>
                  <a:pt x="1925978" y="2343218"/>
                </a:cubicBezTo>
                <a:cubicBezTo>
                  <a:pt x="1936014" y="2341895"/>
                  <a:pt x="1938043" y="2339336"/>
                  <a:pt x="1935852" y="2329565"/>
                </a:cubicBezTo>
                <a:cubicBezTo>
                  <a:pt x="1935019" y="2326977"/>
                  <a:pt x="1931629" y="2322353"/>
                  <a:pt x="1936800" y="2320689"/>
                </a:cubicBezTo>
                <a:cubicBezTo>
                  <a:pt x="1944279" y="2317331"/>
                  <a:pt x="1951671" y="2322572"/>
                  <a:pt x="1950444" y="2330586"/>
                </a:cubicBezTo>
                <a:cubicBezTo>
                  <a:pt x="1949247" y="2335733"/>
                  <a:pt x="1950941" y="2338045"/>
                  <a:pt x="1956668" y="2338108"/>
                </a:cubicBezTo>
                <a:cubicBezTo>
                  <a:pt x="1969260" y="2338819"/>
                  <a:pt x="1982129" y="2340394"/>
                  <a:pt x="1994693" y="2343972"/>
                </a:cubicBezTo>
                <a:cubicBezTo>
                  <a:pt x="2004976" y="2346378"/>
                  <a:pt x="2014734" y="2344192"/>
                  <a:pt x="2022271" y="2335101"/>
                </a:cubicBezTo>
                <a:cubicBezTo>
                  <a:pt x="2024023" y="2331680"/>
                  <a:pt x="2027192" y="2329708"/>
                  <a:pt x="2031502" y="2328322"/>
                </a:cubicBezTo>
                <a:cubicBezTo>
                  <a:pt x="2038674" y="2326967"/>
                  <a:pt x="2045846" y="2325612"/>
                  <a:pt x="2053018" y="2324257"/>
                </a:cubicBezTo>
                <a:cubicBezTo>
                  <a:pt x="2058190" y="2322594"/>
                  <a:pt x="2063332" y="2323797"/>
                  <a:pt x="2066999" y="2329284"/>
                </a:cubicBezTo>
                <a:cubicBezTo>
                  <a:pt x="2069804" y="2335049"/>
                  <a:pt x="2073529" y="2334803"/>
                  <a:pt x="2078144" y="2331413"/>
                </a:cubicBezTo>
                <a:cubicBezTo>
                  <a:pt x="2082176" y="2329165"/>
                  <a:pt x="2087069" y="2326638"/>
                  <a:pt x="2091101" y="2324388"/>
                </a:cubicBezTo>
                <a:cubicBezTo>
                  <a:pt x="2100610" y="2318473"/>
                  <a:pt x="2104699" y="2310490"/>
                  <a:pt x="2103091" y="2299579"/>
                </a:cubicBezTo>
                <a:cubicBezTo>
                  <a:pt x="2102843" y="2295849"/>
                  <a:pt x="2101733" y="2292397"/>
                  <a:pt x="2101484" y="2288668"/>
                </a:cubicBezTo>
                <a:cubicBezTo>
                  <a:pt x="2112398" y="2313728"/>
                  <a:pt x="2132746" y="2311945"/>
                  <a:pt x="2153678" y="2309021"/>
                </a:cubicBezTo>
                <a:cubicBezTo>
                  <a:pt x="2160266" y="2308807"/>
                  <a:pt x="2163743" y="2304831"/>
                  <a:pt x="2166941" y="2299993"/>
                </a:cubicBezTo>
                <a:cubicBezTo>
                  <a:pt x="2170140" y="2295155"/>
                  <a:pt x="2170476" y="2290284"/>
                  <a:pt x="2167086" y="2285660"/>
                </a:cubicBezTo>
                <a:cubicBezTo>
                  <a:pt x="2163975" y="2281900"/>
                  <a:pt x="2160498" y="2285875"/>
                  <a:pt x="2157051" y="2286984"/>
                </a:cubicBezTo>
                <a:cubicBezTo>
                  <a:pt x="2154465" y="2287815"/>
                  <a:pt x="2150434" y="2290065"/>
                  <a:pt x="2148184" y="2286027"/>
                </a:cubicBezTo>
                <a:cubicBezTo>
                  <a:pt x="2146211" y="2282851"/>
                  <a:pt x="2146547" y="2277982"/>
                  <a:pt x="2149439" y="2275147"/>
                </a:cubicBezTo>
                <a:cubicBezTo>
                  <a:pt x="2152054" y="2271449"/>
                  <a:pt x="2156363" y="2270062"/>
                  <a:pt x="2159810" y="2268954"/>
                </a:cubicBezTo>
                <a:cubicBezTo>
                  <a:pt x="2164119" y="2267568"/>
                  <a:pt x="2168428" y="2266181"/>
                  <a:pt x="2169903" y="2261897"/>
                </a:cubicBezTo>
                <a:cubicBezTo>
                  <a:pt x="2163651" y="2257242"/>
                  <a:pt x="2155924" y="2256870"/>
                  <a:pt x="2149891" y="2258811"/>
                </a:cubicBezTo>
                <a:close/>
                <a:moveTo>
                  <a:pt x="1125799" y="2202776"/>
                </a:moveTo>
                <a:lnTo>
                  <a:pt x="1130402" y="2210794"/>
                </a:lnTo>
                <a:cubicBezTo>
                  <a:pt x="1131073" y="2213793"/>
                  <a:pt x="1131744" y="2216791"/>
                  <a:pt x="1136573" y="2217287"/>
                </a:cubicBezTo>
                <a:lnTo>
                  <a:pt x="1139627" y="2216482"/>
                </a:lnTo>
                <a:lnTo>
                  <a:pt x="1140703" y="2213913"/>
                </a:lnTo>
                <a:cubicBezTo>
                  <a:pt x="1139176" y="2209166"/>
                  <a:pt x="1135279" y="2205183"/>
                  <a:pt x="1130756" y="2202947"/>
                </a:cubicBezTo>
                <a:close/>
                <a:moveTo>
                  <a:pt x="975765" y="2186017"/>
                </a:moveTo>
                <a:lnTo>
                  <a:pt x="975181" y="2189831"/>
                </a:lnTo>
                <a:lnTo>
                  <a:pt x="975492" y="2189530"/>
                </a:lnTo>
                <a:lnTo>
                  <a:pt x="977858" y="2187254"/>
                </a:lnTo>
                <a:close/>
                <a:moveTo>
                  <a:pt x="950581" y="2184593"/>
                </a:moveTo>
                <a:cubicBezTo>
                  <a:pt x="947996" y="2185425"/>
                  <a:pt x="948829" y="2188015"/>
                  <a:pt x="947383" y="2189432"/>
                </a:cubicBezTo>
                <a:cubicBezTo>
                  <a:pt x="946061" y="2192714"/>
                  <a:pt x="944538" y="2194633"/>
                  <a:pt x="942672" y="2195115"/>
                </a:cubicBezTo>
                <a:lnTo>
                  <a:pt x="939897" y="2193909"/>
                </a:lnTo>
                <a:lnTo>
                  <a:pt x="959092" y="2205401"/>
                </a:lnTo>
                <a:lnTo>
                  <a:pt x="962379" y="2202220"/>
                </a:lnTo>
                <a:lnTo>
                  <a:pt x="959286" y="2201675"/>
                </a:lnTo>
                <a:cubicBezTo>
                  <a:pt x="955801" y="2199343"/>
                  <a:pt x="953190" y="2195660"/>
                  <a:pt x="952802" y="2191498"/>
                </a:cubicBezTo>
                <a:cubicBezTo>
                  <a:pt x="951969" y="2188910"/>
                  <a:pt x="953138" y="2186629"/>
                  <a:pt x="950581" y="2184593"/>
                </a:cubicBezTo>
                <a:close/>
                <a:moveTo>
                  <a:pt x="1303221" y="1894431"/>
                </a:moveTo>
                <a:lnTo>
                  <a:pt x="1298284" y="1895578"/>
                </a:lnTo>
                <a:lnTo>
                  <a:pt x="1300246" y="1896879"/>
                </a:lnTo>
                <a:cubicBezTo>
                  <a:pt x="1301818" y="1897326"/>
                  <a:pt x="1302471" y="1896401"/>
                  <a:pt x="1302913" y="1895189"/>
                </a:cubicBezTo>
                <a:close/>
                <a:moveTo>
                  <a:pt x="3501077" y="236838"/>
                </a:moveTo>
                <a:lnTo>
                  <a:pt x="3091689" y="646226"/>
                </a:lnTo>
                <a:lnTo>
                  <a:pt x="3093011" y="658491"/>
                </a:lnTo>
                <a:cubicBezTo>
                  <a:pt x="3095575" y="661125"/>
                  <a:pt x="3100275" y="661630"/>
                  <a:pt x="3107394" y="660301"/>
                </a:cubicBezTo>
                <a:cubicBezTo>
                  <a:pt x="3117016" y="657581"/>
                  <a:pt x="3125916" y="655919"/>
                  <a:pt x="3135871" y="654982"/>
                </a:cubicBezTo>
                <a:cubicBezTo>
                  <a:pt x="3151500" y="654829"/>
                  <a:pt x="3166737" y="657517"/>
                  <a:pt x="3180860" y="664102"/>
                </a:cubicBezTo>
                <a:cubicBezTo>
                  <a:pt x="3191816" y="668512"/>
                  <a:pt x="3195932" y="665899"/>
                  <a:pt x="3197660" y="655430"/>
                </a:cubicBezTo>
                <a:cubicBezTo>
                  <a:pt x="3198166" y="643346"/>
                  <a:pt x="3203730" y="638617"/>
                  <a:pt x="3215797" y="639130"/>
                </a:cubicBezTo>
                <a:cubicBezTo>
                  <a:pt x="3223083" y="638692"/>
                  <a:pt x="3230537" y="639144"/>
                  <a:pt x="3238380" y="636757"/>
                </a:cubicBezTo>
                <a:cubicBezTo>
                  <a:pt x="3242829" y="635926"/>
                  <a:pt x="3247611" y="636877"/>
                  <a:pt x="3251113" y="640835"/>
                </a:cubicBezTo>
                <a:cubicBezTo>
                  <a:pt x="3252336" y="642451"/>
                  <a:pt x="3252669" y="644233"/>
                  <a:pt x="3255006" y="641952"/>
                </a:cubicBezTo>
                <a:cubicBezTo>
                  <a:pt x="3264187" y="631937"/>
                  <a:pt x="3276979" y="631391"/>
                  <a:pt x="3288714" y="630122"/>
                </a:cubicBezTo>
                <a:cubicBezTo>
                  <a:pt x="3300449" y="628852"/>
                  <a:pt x="3310962" y="625967"/>
                  <a:pt x="3318197" y="615392"/>
                </a:cubicBezTo>
                <a:cubicBezTo>
                  <a:pt x="3321091" y="611162"/>
                  <a:pt x="3323927" y="611555"/>
                  <a:pt x="3327429" y="615512"/>
                </a:cubicBezTo>
                <a:cubicBezTo>
                  <a:pt x="3334433" y="623426"/>
                  <a:pt x="3335323" y="623261"/>
                  <a:pt x="3341277" y="615693"/>
                </a:cubicBezTo>
                <a:cubicBezTo>
                  <a:pt x="3351739" y="602670"/>
                  <a:pt x="3363755" y="593047"/>
                  <a:pt x="3381497" y="594345"/>
                </a:cubicBezTo>
                <a:cubicBezTo>
                  <a:pt x="3387003" y="594239"/>
                  <a:pt x="3393566" y="594858"/>
                  <a:pt x="3399961" y="594586"/>
                </a:cubicBezTo>
                <a:cubicBezTo>
                  <a:pt x="3404743" y="595537"/>
                  <a:pt x="3410807" y="593483"/>
                  <a:pt x="3410525" y="601835"/>
                </a:cubicBezTo>
                <a:cubicBezTo>
                  <a:pt x="3410300" y="605566"/>
                  <a:pt x="3415416" y="608301"/>
                  <a:pt x="3418419" y="609585"/>
                </a:cubicBezTo>
                <a:cubicBezTo>
                  <a:pt x="3430263" y="613828"/>
                  <a:pt x="3442332" y="614341"/>
                  <a:pt x="3454458" y="610231"/>
                </a:cubicBezTo>
                <a:cubicBezTo>
                  <a:pt x="3464804" y="606454"/>
                  <a:pt x="3464638" y="605563"/>
                  <a:pt x="3460860" y="595201"/>
                </a:cubicBezTo>
                <a:cubicBezTo>
                  <a:pt x="3457914" y="589295"/>
                  <a:pt x="3457973" y="584672"/>
                  <a:pt x="3462480" y="579219"/>
                </a:cubicBezTo>
                <a:cubicBezTo>
                  <a:pt x="3462365" y="588464"/>
                  <a:pt x="3467090" y="594037"/>
                  <a:pt x="3475432" y="594323"/>
                </a:cubicBezTo>
                <a:cubicBezTo>
                  <a:pt x="3487334" y="593945"/>
                  <a:pt x="3497789" y="595682"/>
                  <a:pt x="3499006" y="612056"/>
                </a:cubicBezTo>
                <a:cubicBezTo>
                  <a:pt x="3502738" y="597524"/>
                  <a:pt x="3512360" y="594804"/>
                  <a:pt x="3524429" y="595317"/>
                </a:cubicBezTo>
                <a:cubicBezTo>
                  <a:pt x="3530102" y="596102"/>
                  <a:pt x="3534051" y="592597"/>
                  <a:pt x="3538002" y="589093"/>
                </a:cubicBezTo>
                <a:cubicBezTo>
                  <a:pt x="3549130" y="579636"/>
                  <a:pt x="3556747" y="580980"/>
                  <a:pt x="3561915" y="593849"/>
                </a:cubicBezTo>
                <a:cubicBezTo>
                  <a:pt x="3565026" y="600647"/>
                  <a:pt x="3567530" y="599257"/>
                  <a:pt x="3570256" y="594135"/>
                </a:cubicBezTo>
                <a:cubicBezTo>
                  <a:pt x="3574598" y="587790"/>
                  <a:pt x="3579437" y="584120"/>
                  <a:pt x="3588446" y="587971"/>
                </a:cubicBezTo>
                <a:cubicBezTo>
                  <a:pt x="3586275" y="591143"/>
                  <a:pt x="3583939" y="593425"/>
                  <a:pt x="3582492" y="595540"/>
                </a:cubicBezTo>
                <a:cubicBezTo>
                  <a:pt x="3578874" y="600826"/>
                  <a:pt x="3579706" y="605283"/>
                  <a:pt x="3585712" y="607850"/>
                </a:cubicBezTo>
                <a:cubicBezTo>
                  <a:pt x="3590828" y="610584"/>
                  <a:pt x="3594388" y="609918"/>
                  <a:pt x="3596058" y="604073"/>
                </a:cubicBezTo>
                <a:cubicBezTo>
                  <a:pt x="3601180" y="592049"/>
                  <a:pt x="3610860" y="584707"/>
                  <a:pt x="3619484" y="576640"/>
                </a:cubicBezTo>
                <a:cubicBezTo>
                  <a:pt x="3625937" y="571745"/>
                  <a:pt x="3632724" y="568633"/>
                  <a:pt x="3641233" y="569811"/>
                </a:cubicBezTo>
                <a:cubicBezTo>
                  <a:pt x="3649742" y="570987"/>
                  <a:pt x="3657751" y="569492"/>
                  <a:pt x="3665594" y="567105"/>
                </a:cubicBezTo>
                <a:cubicBezTo>
                  <a:pt x="3674160" y="563660"/>
                  <a:pt x="3683783" y="560941"/>
                  <a:pt x="3692234" y="566741"/>
                </a:cubicBezTo>
                <a:cubicBezTo>
                  <a:pt x="3701575" y="572374"/>
                  <a:pt x="3705525" y="568869"/>
                  <a:pt x="3710589" y="561467"/>
                </a:cubicBezTo>
                <a:cubicBezTo>
                  <a:pt x="3718157" y="552675"/>
                  <a:pt x="3723496" y="551677"/>
                  <a:pt x="3733004" y="558203"/>
                </a:cubicBezTo>
                <a:cubicBezTo>
                  <a:pt x="3736007" y="559487"/>
                  <a:pt x="3738286" y="561828"/>
                  <a:pt x="3740399" y="563278"/>
                </a:cubicBezTo>
                <a:cubicBezTo>
                  <a:pt x="3748850" y="569077"/>
                  <a:pt x="3757192" y="569364"/>
                  <a:pt x="3766815" y="566644"/>
                </a:cubicBezTo>
                <a:cubicBezTo>
                  <a:pt x="3774657" y="564257"/>
                  <a:pt x="3776162" y="557520"/>
                  <a:pt x="3777666" y="550782"/>
                </a:cubicBezTo>
                <a:cubicBezTo>
                  <a:pt x="3779728" y="542097"/>
                  <a:pt x="3789075" y="532973"/>
                  <a:pt x="3795971" y="535374"/>
                </a:cubicBezTo>
                <a:lnTo>
                  <a:pt x="3799416" y="535177"/>
                </a:lnTo>
                <a:close/>
                <a:moveTo>
                  <a:pt x="3501078" y="0"/>
                </a:moveTo>
                <a:lnTo>
                  <a:pt x="4010260" y="509182"/>
                </a:lnTo>
                <a:lnTo>
                  <a:pt x="4013404" y="508595"/>
                </a:lnTo>
                <a:lnTo>
                  <a:pt x="6289883" y="2785074"/>
                </a:lnTo>
                <a:lnTo>
                  <a:pt x="6288672" y="2787595"/>
                </a:lnTo>
                <a:lnTo>
                  <a:pt x="6299884" y="2798807"/>
                </a:lnTo>
                <a:lnTo>
                  <a:pt x="6267963" y="2830728"/>
                </a:lnTo>
                <a:lnTo>
                  <a:pt x="6266572" y="2833624"/>
                </a:lnTo>
                <a:cubicBezTo>
                  <a:pt x="6256189" y="2848459"/>
                  <a:pt x="6243597" y="2861888"/>
                  <a:pt x="6229855" y="2874055"/>
                </a:cubicBezTo>
                <a:cubicBezTo>
                  <a:pt x="6225962" y="2877958"/>
                  <a:pt x="6222011" y="2881115"/>
                  <a:pt x="6217856" y="2882636"/>
                </a:cubicBezTo>
                <a:lnTo>
                  <a:pt x="6216208" y="2882483"/>
                </a:lnTo>
                <a:lnTo>
                  <a:pt x="3501078" y="5597613"/>
                </a:lnTo>
                <a:lnTo>
                  <a:pt x="3035903" y="5132438"/>
                </a:lnTo>
                <a:lnTo>
                  <a:pt x="3033958" y="5132805"/>
                </a:lnTo>
                <a:lnTo>
                  <a:pt x="3026409" y="5140571"/>
                </a:lnTo>
                <a:lnTo>
                  <a:pt x="3013517" y="5148639"/>
                </a:lnTo>
                <a:lnTo>
                  <a:pt x="2991430" y="5143800"/>
                </a:lnTo>
                <a:cubicBezTo>
                  <a:pt x="2986531" y="5143389"/>
                  <a:pt x="2983556" y="5144463"/>
                  <a:pt x="2981020" y="5148946"/>
                </a:cubicBezTo>
                <a:cubicBezTo>
                  <a:pt x="2979123" y="5152998"/>
                  <a:pt x="2978291" y="5157259"/>
                  <a:pt x="2973612" y="5158553"/>
                </a:cubicBezTo>
                <a:cubicBezTo>
                  <a:pt x="2969363" y="5160483"/>
                  <a:pt x="2966156" y="5157085"/>
                  <a:pt x="2962531" y="5155819"/>
                </a:cubicBezTo>
                <a:cubicBezTo>
                  <a:pt x="2961944" y="5167323"/>
                  <a:pt x="2961944" y="5167323"/>
                  <a:pt x="2950445" y="5166719"/>
                </a:cubicBezTo>
                <a:cubicBezTo>
                  <a:pt x="2945976" y="5166946"/>
                  <a:pt x="2941077" y="5166536"/>
                  <a:pt x="2938335" y="5172082"/>
                </a:cubicBezTo>
                <a:cubicBezTo>
                  <a:pt x="2931355" y="5182328"/>
                  <a:pt x="2929016" y="5182974"/>
                  <a:pt x="2917922" y="5177470"/>
                </a:cubicBezTo>
                <a:cubicBezTo>
                  <a:pt x="2912803" y="5175357"/>
                  <a:pt x="2907684" y="5173243"/>
                  <a:pt x="2901928" y="5171556"/>
                </a:cubicBezTo>
                <a:cubicBezTo>
                  <a:pt x="2888495" y="5166700"/>
                  <a:pt x="2885312" y="5168839"/>
                  <a:pt x="2883671" y="5182903"/>
                </a:cubicBezTo>
                <a:cubicBezTo>
                  <a:pt x="2883047" y="5186099"/>
                  <a:pt x="2883488" y="5189506"/>
                  <a:pt x="2882654" y="5193768"/>
                </a:cubicBezTo>
                <a:cubicBezTo>
                  <a:pt x="2877952" y="5189523"/>
                  <a:pt x="2874108" y="5186553"/>
                  <a:pt x="2869406" y="5182308"/>
                </a:cubicBezTo>
                <a:cubicBezTo>
                  <a:pt x="2868989" y="5184439"/>
                  <a:pt x="2869418" y="5185077"/>
                  <a:pt x="2869210" y="5186142"/>
                </a:cubicBezTo>
                <a:lnTo>
                  <a:pt x="2866613" y="5198279"/>
                </a:lnTo>
                <a:lnTo>
                  <a:pt x="2854675" y="5200442"/>
                </a:lnTo>
                <a:lnTo>
                  <a:pt x="2850964" y="5200257"/>
                </a:lnTo>
                <a:cubicBezTo>
                  <a:pt x="2848405" y="5199200"/>
                  <a:pt x="2845845" y="5198143"/>
                  <a:pt x="2842856" y="5196449"/>
                </a:cubicBezTo>
                <a:cubicBezTo>
                  <a:pt x="2841363" y="5195601"/>
                  <a:pt x="2839869" y="5194755"/>
                  <a:pt x="2839858" y="5191984"/>
                </a:cubicBezTo>
                <a:cubicBezTo>
                  <a:pt x="2841951" y="5184098"/>
                  <a:pt x="2835988" y="5183477"/>
                  <a:pt x="2830661" y="5182429"/>
                </a:cubicBezTo>
                <a:cubicBezTo>
                  <a:pt x="2815967" y="5181196"/>
                  <a:pt x="2802361" y="5185711"/>
                  <a:pt x="2788757" y="5190227"/>
                </a:cubicBezTo>
                <a:cubicBezTo>
                  <a:pt x="2767291" y="5198175"/>
                  <a:pt x="2746044" y="5207827"/>
                  <a:pt x="2721984" y="5206410"/>
                </a:cubicBezTo>
                <a:cubicBezTo>
                  <a:pt x="2714318" y="5206007"/>
                  <a:pt x="2707729" y="5208585"/>
                  <a:pt x="2701789" y="5213503"/>
                </a:cubicBezTo>
                <a:cubicBezTo>
                  <a:pt x="2697125" y="5217564"/>
                  <a:pt x="2691382" y="5218646"/>
                  <a:pt x="2686055" y="5217598"/>
                </a:cubicBezTo>
                <a:cubicBezTo>
                  <a:pt x="2676259" y="5216777"/>
                  <a:pt x="2667111" y="5218296"/>
                  <a:pt x="2657548" y="5221947"/>
                </a:cubicBezTo>
                <a:cubicBezTo>
                  <a:pt x="2648621" y="5225170"/>
                  <a:pt x="2640343" y="5230734"/>
                  <a:pt x="2629910" y="5230340"/>
                </a:cubicBezTo>
                <a:cubicBezTo>
                  <a:pt x="2620971" y="5230793"/>
                  <a:pt x="2613318" y="5233161"/>
                  <a:pt x="2610599" y="5244245"/>
                </a:cubicBezTo>
                <a:cubicBezTo>
                  <a:pt x="2602676" y="5233833"/>
                  <a:pt x="2595243" y="5237903"/>
                  <a:pt x="2587173" y="5242400"/>
                </a:cubicBezTo>
                <a:cubicBezTo>
                  <a:pt x="2581443" y="5246253"/>
                  <a:pt x="2575284" y="5249467"/>
                  <a:pt x="2567826" y="5248000"/>
                </a:cubicBezTo>
                <a:cubicBezTo>
                  <a:pt x="2556744" y="5245265"/>
                  <a:pt x="2546960" y="5247213"/>
                  <a:pt x="2536539" y="5249588"/>
                </a:cubicBezTo>
                <a:cubicBezTo>
                  <a:pt x="2518465" y="5254331"/>
                  <a:pt x="2500611" y="5260776"/>
                  <a:pt x="2481668" y="5261474"/>
                </a:cubicBezTo>
                <a:cubicBezTo>
                  <a:pt x="2466557" y="5262373"/>
                  <a:pt x="2452095" y="5265613"/>
                  <a:pt x="2438503" y="5272898"/>
                </a:cubicBezTo>
                <a:cubicBezTo>
                  <a:pt x="2434682" y="5275465"/>
                  <a:pt x="2430850" y="5275265"/>
                  <a:pt x="2427005" y="5272295"/>
                </a:cubicBezTo>
                <a:cubicBezTo>
                  <a:pt x="2413767" y="5263602"/>
                  <a:pt x="2413131" y="5264031"/>
                  <a:pt x="2400187" y="5273657"/>
                </a:cubicBezTo>
                <a:cubicBezTo>
                  <a:pt x="2398914" y="5274512"/>
                  <a:pt x="2397640" y="5275369"/>
                  <a:pt x="2395729" y="5276652"/>
                </a:cubicBezTo>
                <a:cubicBezTo>
                  <a:pt x="2395068" y="5271542"/>
                  <a:pt x="2394407" y="5266432"/>
                  <a:pt x="2394175" y="5261959"/>
                </a:cubicBezTo>
                <a:cubicBezTo>
                  <a:pt x="2392435" y="5253872"/>
                  <a:pt x="2395815" y="5247896"/>
                  <a:pt x="2402611" y="5244255"/>
                </a:cubicBezTo>
                <a:cubicBezTo>
                  <a:pt x="2406431" y="5241686"/>
                  <a:pt x="2410472" y="5240822"/>
                  <a:pt x="2413864" y="5237616"/>
                </a:cubicBezTo>
                <a:cubicBezTo>
                  <a:pt x="2419374" y="5232061"/>
                  <a:pt x="2422142" y="5232052"/>
                  <a:pt x="2427701" y="5237572"/>
                </a:cubicBezTo>
                <a:cubicBezTo>
                  <a:pt x="2429416" y="5240123"/>
                  <a:pt x="2431130" y="5242675"/>
                  <a:pt x="2432844" y="5245225"/>
                </a:cubicBezTo>
                <a:cubicBezTo>
                  <a:pt x="2434780" y="5249479"/>
                  <a:pt x="2437118" y="5248834"/>
                  <a:pt x="2440302" y="5246692"/>
                </a:cubicBezTo>
                <a:cubicBezTo>
                  <a:pt x="2447736" y="5242622"/>
                  <a:pt x="2450686" y="5236010"/>
                  <a:pt x="2452143" y="5228551"/>
                </a:cubicBezTo>
                <a:cubicBezTo>
                  <a:pt x="2452988" y="5227057"/>
                  <a:pt x="2452339" y="5224715"/>
                  <a:pt x="2454678" y="5224069"/>
                </a:cubicBezTo>
                <a:cubicBezTo>
                  <a:pt x="2456379" y="5223851"/>
                  <a:pt x="2457666" y="5225763"/>
                  <a:pt x="2459160" y="5226611"/>
                </a:cubicBezTo>
                <a:cubicBezTo>
                  <a:pt x="2460018" y="5227887"/>
                  <a:pt x="2460446" y="5228525"/>
                  <a:pt x="2461303" y="5229800"/>
                </a:cubicBezTo>
                <a:cubicBezTo>
                  <a:pt x="2464303" y="5234264"/>
                  <a:pt x="2467070" y="5234255"/>
                  <a:pt x="2470034" y="5230412"/>
                </a:cubicBezTo>
                <a:cubicBezTo>
                  <a:pt x="2472569" y="5225931"/>
                  <a:pt x="2475764" y="5226560"/>
                  <a:pt x="2479818" y="5228464"/>
                </a:cubicBezTo>
                <a:cubicBezTo>
                  <a:pt x="2483443" y="5229730"/>
                  <a:pt x="2484519" y="5232710"/>
                  <a:pt x="2483896" y="5235906"/>
                </a:cubicBezTo>
                <a:cubicBezTo>
                  <a:pt x="2483700" y="5239742"/>
                  <a:pt x="2479659" y="5240606"/>
                  <a:pt x="2475826" y="5240405"/>
                </a:cubicBezTo>
                <a:cubicBezTo>
                  <a:pt x="2473488" y="5241051"/>
                  <a:pt x="2471357" y="5240632"/>
                  <a:pt x="2471161" y="5244466"/>
                </a:cubicBezTo>
                <a:cubicBezTo>
                  <a:pt x="2470965" y="5248301"/>
                  <a:pt x="2473097" y="5248721"/>
                  <a:pt x="2475655" y="5249778"/>
                </a:cubicBezTo>
                <a:cubicBezTo>
                  <a:pt x="2480982" y="5250826"/>
                  <a:pt x="2490728" y="5240571"/>
                  <a:pt x="2488573" y="5234614"/>
                </a:cubicBezTo>
                <a:cubicBezTo>
                  <a:pt x="2485548" y="5224612"/>
                  <a:pt x="2492137" y="5222036"/>
                  <a:pt x="2498725" y="5219460"/>
                </a:cubicBezTo>
                <a:cubicBezTo>
                  <a:pt x="2512108" y="5213241"/>
                  <a:pt x="2527427" y="5211276"/>
                  <a:pt x="2541032" y="5206759"/>
                </a:cubicBezTo>
                <a:cubicBezTo>
                  <a:pt x="2545073" y="5205896"/>
                  <a:pt x="2546788" y="5208446"/>
                  <a:pt x="2547229" y="5211854"/>
                </a:cubicBezTo>
                <a:cubicBezTo>
                  <a:pt x="2548098" y="5215898"/>
                  <a:pt x="2548967" y="5219942"/>
                  <a:pt x="2550903" y="5224196"/>
                </a:cubicBezTo>
                <a:cubicBezTo>
                  <a:pt x="2553475" y="5228022"/>
                  <a:pt x="2556878" y="5227586"/>
                  <a:pt x="2560282" y="5227148"/>
                </a:cubicBezTo>
                <a:cubicBezTo>
                  <a:pt x="2563050" y="5227141"/>
                  <a:pt x="2561543" y="5223524"/>
                  <a:pt x="2562389" y="5222032"/>
                </a:cubicBezTo>
                <a:cubicBezTo>
                  <a:pt x="2562572" y="5215426"/>
                  <a:pt x="2563392" y="5208395"/>
                  <a:pt x="2563576" y="5201791"/>
                </a:cubicBezTo>
                <a:cubicBezTo>
                  <a:pt x="2565070" y="5202639"/>
                  <a:pt x="2565499" y="5203276"/>
                  <a:pt x="2565927" y="5203914"/>
                </a:cubicBezTo>
                <a:cubicBezTo>
                  <a:pt x="2571707" y="5211138"/>
                  <a:pt x="2571707" y="5211138"/>
                  <a:pt x="2576140" y="5202605"/>
                </a:cubicBezTo>
                <a:cubicBezTo>
                  <a:pt x="2577401" y="5198980"/>
                  <a:pt x="2578894" y="5199827"/>
                  <a:pt x="2580818" y="5201312"/>
                </a:cubicBezTo>
                <a:cubicBezTo>
                  <a:pt x="2586156" y="5205129"/>
                  <a:pt x="2591262" y="5204474"/>
                  <a:pt x="2594863" y="5200203"/>
                </a:cubicBezTo>
                <a:cubicBezTo>
                  <a:pt x="2599724" y="5192307"/>
                  <a:pt x="2607156" y="5188236"/>
                  <a:pt x="2614161" y="5183528"/>
                </a:cubicBezTo>
                <a:cubicBezTo>
                  <a:pt x="2617983" y="5180961"/>
                  <a:pt x="2619463" y="5179038"/>
                  <a:pt x="2614345" y="5176925"/>
                </a:cubicBezTo>
                <a:cubicBezTo>
                  <a:pt x="2609863" y="5174383"/>
                  <a:pt x="2608785" y="5171404"/>
                  <a:pt x="2611529" y="5165857"/>
                </a:cubicBezTo>
                <a:cubicBezTo>
                  <a:pt x="2604512" y="5167796"/>
                  <a:pt x="2597923" y="5170372"/>
                  <a:pt x="2591115" y="5171246"/>
                </a:cubicBezTo>
                <a:cubicBezTo>
                  <a:pt x="2584736" y="5172756"/>
                  <a:pt x="2577926" y="5173631"/>
                  <a:pt x="2571106" y="5171734"/>
                </a:cubicBezTo>
                <a:cubicBezTo>
                  <a:pt x="2578097" y="5164258"/>
                  <a:pt x="2578097" y="5164258"/>
                  <a:pt x="2594054" y="5161865"/>
                </a:cubicBezTo>
                <a:cubicBezTo>
                  <a:pt x="2604266" y="5160555"/>
                  <a:pt x="2607658" y="5157349"/>
                  <a:pt x="2608258" y="5148614"/>
                </a:cubicBezTo>
                <a:cubicBezTo>
                  <a:pt x="2608430" y="5139241"/>
                  <a:pt x="2608430" y="5139241"/>
                  <a:pt x="2616964" y="5143688"/>
                </a:cubicBezTo>
                <a:cubicBezTo>
                  <a:pt x="2617393" y="5144327"/>
                  <a:pt x="2618458" y="5144535"/>
                  <a:pt x="2618887" y="5145173"/>
                </a:cubicBezTo>
                <a:cubicBezTo>
                  <a:pt x="2638946" y="5155762"/>
                  <a:pt x="2648287" y="5150407"/>
                  <a:pt x="2650957" y="5128246"/>
                </a:cubicBezTo>
                <a:cubicBezTo>
                  <a:pt x="2651557" y="5119511"/>
                  <a:pt x="2655352" y="5111405"/>
                  <a:pt x="2661500" y="5105422"/>
                </a:cubicBezTo>
                <a:cubicBezTo>
                  <a:pt x="2668712" y="5099649"/>
                  <a:pt x="2676794" y="5097920"/>
                  <a:pt x="2685513" y="5095762"/>
                </a:cubicBezTo>
                <a:cubicBezTo>
                  <a:pt x="2696362" y="5094025"/>
                  <a:pt x="2707848" y="5091859"/>
                  <a:pt x="2717620" y="5087142"/>
                </a:cubicBezTo>
                <a:cubicBezTo>
                  <a:pt x="2725054" y="5083071"/>
                  <a:pt x="2733344" y="5080277"/>
                  <a:pt x="2741218" y="5079614"/>
                </a:cubicBezTo>
                <a:cubicBezTo>
                  <a:pt x="2747389" y="5079168"/>
                  <a:pt x="2754834" y="5077868"/>
                  <a:pt x="2758642" y="5072531"/>
                </a:cubicBezTo>
                <a:lnTo>
                  <a:pt x="2765393" y="5067889"/>
                </a:lnTo>
                <a:lnTo>
                  <a:pt x="2742282" y="5076450"/>
                </a:lnTo>
                <a:cubicBezTo>
                  <a:pt x="2731764" y="5078089"/>
                  <a:pt x="2720927" y="5077575"/>
                  <a:pt x="2709914" y="5074825"/>
                </a:cubicBezTo>
                <a:cubicBezTo>
                  <a:pt x="2702571" y="5072990"/>
                  <a:pt x="2699135" y="5075057"/>
                  <a:pt x="2696622" y="5081255"/>
                </a:cubicBezTo>
                <a:cubicBezTo>
                  <a:pt x="2689760" y="5093189"/>
                  <a:pt x="2681519" y="5102831"/>
                  <a:pt x="2666835" y="5099163"/>
                </a:cubicBezTo>
                <a:cubicBezTo>
                  <a:pt x="2648024" y="5096416"/>
                  <a:pt x="2632898" y="5102386"/>
                  <a:pt x="2617548" y="5113177"/>
                </a:cubicBezTo>
                <a:cubicBezTo>
                  <a:pt x="2594180" y="5128790"/>
                  <a:pt x="2568963" y="5136141"/>
                  <a:pt x="2540520" y="5132936"/>
                </a:cubicBezTo>
                <a:cubicBezTo>
                  <a:pt x="2523545" y="5130646"/>
                  <a:pt x="2504747" y="5135700"/>
                  <a:pt x="2497430" y="5149473"/>
                </a:cubicBezTo>
                <a:cubicBezTo>
                  <a:pt x="2484397" y="5174492"/>
                  <a:pt x="2464453" y="5180235"/>
                  <a:pt x="2439915" y="5180930"/>
                </a:cubicBezTo>
                <a:cubicBezTo>
                  <a:pt x="2427990" y="5181853"/>
                  <a:pt x="2414920" y="5183463"/>
                  <a:pt x="2404843" y="5192646"/>
                </a:cubicBezTo>
                <a:cubicBezTo>
                  <a:pt x="2400495" y="5198384"/>
                  <a:pt x="2396134" y="5196320"/>
                  <a:pt x="2393374" y="5191730"/>
                </a:cubicBezTo>
                <a:cubicBezTo>
                  <a:pt x="2391305" y="5188289"/>
                  <a:pt x="2389925" y="5185995"/>
                  <a:pt x="2388546" y="5183699"/>
                </a:cubicBezTo>
                <a:cubicBezTo>
                  <a:pt x="2382103" y="5170391"/>
                  <a:pt x="2380958" y="5171080"/>
                  <a:pt x="2374096" y="5183016"/>
                </a:cubicBezTo>
                <a:cubicBezTo>
                  <a:pt x="2366088" y="5195640"/>
                  <a:pt x="2356246" y="5207807"/>
                  <a:pt x="2346860" y="5218137"/>
                </a:cubicBezTo>
                <a:cubicBezTo>
                  <a:pt x="2342966" y="5222039"/>
                  <a:pt x="2339074" y="5225943"/>
                  <a:pt x="2333568" y="5224567"/>
                </a:cubicBezTo>
                <a:cubicBezTo>
                  <a:pt x="2328062" y="5223191"/>
                  <a:pt x="2327593" y="5217225"/>
                  <a:pt x="2327815" y="5212405"/>
                </a:cubicBezTo>
                <a:cubicBezTo>
                  <a:pt x="2328024" y="5199782"/>
                  <a:pt x="2321828" y="5197259"/>
                  <a:pt x="2311973" y="5201623"/>
                </a:cubicBezTo>
                <a:cubicBezTo>
                  <a:pt x="2307847" y="5202542"/>
                  <a:pt x="2303029" y="5202314"/>
                  <a:pt x="2299593" y="5204381"/>
                </a:cubicBezTo>
                <a:cubicBezTo>
                  <a:pt x="2291574" y="5209202"/>
                  <a:pt x="2288359" y="5206450"/>
                  <a:pt x="2288803" y="5196811"/>
                </a:cubicBezTo>
                <a:cubicBezTo>
                  <a:pt x="2289714" y="5193137"/>
                  <a:pt x="2289935" y="5188318"/>
                  <a:pt x="2285119" y="5188090"/>
                </a:cubicBezTo>
                <a:cubicBezTo>
                  <a:pt x="2280759" y="5186026"/>
                  <a:pt x="2278012" y="5189240"/>
                  <a:pt x="2275264" y="5192454"/>
                </a:cubicBezTo>
                <a:cubicBezTo>
                  <a:pt x="2268858" y="5202554"/>
                  <a:pt x="2258314" y="5205770"/>
                  <a:pt x="2246623" y="5209674"/>
                </a:cubicBezTo>
                <a:cubicBezTo>
                  <a:pt x="2210172" y="5219094"/>
                  <a:pt x="2187507" y="5243658"/>
                  <a:pt x="2170814" y="5275563"/>
                </a:cubicBezTo>
                <a:cubicBezTo>
                  <a:pt x="2167612" y="5280613"/>
                  <a:pt x="2168769" y="5287727"/>
                  <a:pt x="2163730" y="5292318"/>
                </a:cubicBezTo>
                <a:cubicBezTo>
                  <a:pt x="2161427" y="5285893"/>
                  <a:pt x="2159813" y="5280615"/>
                  <a:pt x="2157510" y="5274189"/>
                </a:cubicBezTo>
                <a:cubicBezTo>
                  <a:pt x="2152903" y="5261339"/>
                  <a:pt x="2144181" y="5257211"/>
                  <a:pt x="2132491" y="5261115"/>
                </a:cubicBezTo>
                <a:cubicBezTo>
                  <a:pt x="2093294" y="5273749"/>
                  <a:pt x="2054096" y="5286383"/>
                  <a:pt x="2014898" y="5299017"/>
                </a:cubicBezTo>
                <a:cubicBezTo>
                  <a:pt x="2000917" y="5304300"/>
                  <a:pt x="1989004" y="5313024"/>
                  <a:pt x="1973643" y="5316012"/>
                </a:cubicBezTo>
                <a:cubicBezTo>
                  <a:pt x="1963554" y="5317391"/>
                  <a:pt x="1956902" y="5316705"/>
                  <a:pt x="1952984" y="5305002"/>
                </a:cubicBezTo>
                <a:cubicBezTo>
                  <a:pt x="1946543" y="5291693"/>
                  <a:pt x="1933237" y="5290319"/>
                  <a:pt x="1925231" y="5302944"/>
                </a:cubicBezTo>
                <a:cubicBezTo>
                  <a:pt x="1918826" y="5313044"/>
                  <a:pt x="1911261" y="5316030"/>
                  <a:pt x="1900483" y="5316262"/>
                </a:cubicBezTo>
                <a:cubicBezTo>
                  <a:pt x="1893141" y="5314429"/>
                  <a:pt x="1888559" y="5317184"/>
                  <a:pt x="1885589" y="5325217"/>
                </a:cubicBezTo>
                <a:cubicBezTo>
                  <a:pt x="1883310" y="5334398"/>
                  <a:pt x="1877126" y="5339677"/>
                  <a:pt x="1868184" y="5340369"/>
                </a:cubicBezTo>
                <a:cubicBezTo>
                  <a:pt x="1862911" y="5341978"/>
                  <a:pt x="1855113" y="5341979"/>
                  <a:pt x="1850531" y="5344735"/>
                </a:cubicBezTo>
                <a:cubicBezTo>
                  <a:pt x="1843657" y="5348868"/>
                  <a:pt x="1839296" y="5346803"/>
                  <a:pt x="1834702" y="5341756"/>
                </a:cubicBezTo>
                <a:cubicBezTo>
                  <a:pt x="1824366" y="5332350"/>
                  <a:pt x="1821384" y="5332580"/>
                  <a:pt x="1814068" y="5346352"/>
                </a:cubicBezTo>
                <a:cubicBezTo>
                  <a:pt x="1809953" y="5355074"/>
                  <a:pt x="1806528" y="5364943"/>
                  <a:pt x="1799889" y="5372059"/>
                </a:cubicBezTo>
                <a:cubicBezTo>
                  <a:pt x="1799199" y="5370912"/>
                  <a:pt x="1798054" y="5371602"/>
                  <a:pt x="1797363" y="5370454"/>
                </a:cubicBezTo>
                <a:cubicBezTo>
                  <a:pt x="1798706" y="5349340"/>
                  <a:pt x="1798706" y="5349340"/>
                  <a:pt x="1779884" y="5338789"/>
                </a:cubicBezTo>
                <a:cubicBezTo>
                  <a:pt x="1777358" y="5337182"/>
                  <a:pt x="1774834" y="5335577"/>
                  <a:pt x="1772998" y="5335119"/>
                </a:cubicBezTo>
                <a:cubicBezTo>
                  <a:pt x="1752106" y="5321125"/>
                  <a:pt x="1736288" y="5325949"/>
                  <a:pt x="1722332" y="5346837"/>
                </a:cubicBezTo>
                <a:cubicBezTo>
                  <a:pt x="1715470" y="5358773"/>
                  <a:pt x="1706526" y="5359464"/>
                  <a:pt x="1698482" y="5348680"/>
                </a:cubicBezTo>
                <a:cubicBezTo>
                  <a:pt x="1693888" y="5343633"/>
                  <a:pt x="1690438" y="5337897"/>
                  <a:pt x="1688135" y="5331470"/>
                </a:cubicBezTo>
                <a:cubicBezTo>
                  <a:pt x="1681914" y="5313342"/>
                  <a:pt x="1694049" y="5299798"/>
                  <a:pt x="1711713" y="5303235"/>
                </a:cubicBezTo>
                <a:cubicBezTo>
                  <a:pt x="1725707" y="5305756"/>
                  <a:pt x="1736942" y="5303688"/>
                  <a:pt x="1748632" y="5299782"/>
                </a:cubicBezTo>
                <a:cubicBezTo>
                  <a:pt x="1759632" y="5294730"/>
                  <a:pt x="1770867" y="5292662"/>
                  <a:pt x="1782570" y="5296559"/>
                </a:cubicBezTo>
                <a:cubicBezTo>
                  <a:pt x="1801158" y="5304128"/>
                  <a:pt x="1807576" y="5301831"/>
                  <a:pt x="1813279" y="5282780"/>
                </a:cubicBezTo>
                <a:cubicBezTo>
                  <a:pt x="1818306" y="5270386"/>
                  <a:pt x="1824946" y="5263270"/>
                  <a:pt x="1837782" y="5258676"/>
                </a:cubicBezTo>
                <a:cubicBezTo>
                  <a:pt x="1860473" y="5249720"/>
                  <a:pt x="1885467" y="5247187"/>
                  <a:pt x="1907702" y="5240067"/>
                </a:cubicBezTo>
                <a:cubicBezTo>
                  <a:pt x="1927646" y="5234323"/>
                  <a:pt x="1944830" y="5223990"/>
                  <a:pt x="1953516" y="5204711"/>
                </a:cubicBezTo>
                <a:cubicBezTo>
                  <a:pt x="1957396" y="5193005"/>
                  <a:pt x="1963357" y="5192544"/>
                  <a:pt x="1974371" y="5195294"/>
                </a:cubicBezTo>
                <a:cubicBezTo>
                  <a:pt x="2025764" y="5208132"/>
                  <a:pt x="2072081" y="5202152"/>
                  <a:pt x="2105034" y="5155783"/>
                </a:cubicBezTo>
                <a:cubicBezTo>
                  <a:pt x="2109838" y="5148209"/>
                  <a:pt x="2116946" y="5147059"/>
                  <a:pt x="2124055" y="5145909"/>
                </a:cubicBezTo>
                <a:cubicBezTo>
                  <a:pt x="2128870" y="5146137"/>
                  <a:pt x="2136213" y="5147971"/>
                  <a:pt x="2138725" y="5141774"/>
                </a:cubicBezTo>
                <a:cubicBezTo>
                  <a:pt x="2140548" y="5134430"/>
                  <a:pt x="2134353" y="5131907"/>
                  <a:pt x="2130447" y="5128006"/>
                </a:cubicBezTo>
                <a:cubicBezTo>
                  <a:pt x="2122872" y="5123189"/>
                  <a:pt x="2124929" y="5118828"/>
                  <a:pt x="2131803" y="5114696"/>
                </a:cubicBezTo>
                <a:cubicBezTo>
                  <a:pt x="2138677" y="5110562"/>
                  <a:pt x="2146930" y="5108724"/>
                  <a:pt x="2154494" y="5105739"/>
                </a:cubicBezTo>
                <a:cubicBezTo>
                  <a:pt x="2172146" y="5101372"/>
                  <a:pt x="2188197" y="5099532"/>
                  <a:pt x="2202166" y="5086446"/>
                </a:cubicBezTo>
                <a:cubicBezTo>
                  <a:pt x="2205604" y="5084380"/>
                  <a:pt x="2206983" y="5086674"/>
                  <a:pt x="2209508" y="5088280"/>
                </a:cubicBezTo>
                <a:cubicBezTo>
                  <a:pt x="2219154" y="5096540"/>
                  <a:pt x="2228553" y="5094012"/>
                  <a:pt x="2237718" y="5088501"/>
                </a:cubicBezTo>
                <a:cubicBezTo>
                  <a:pt x="2272776" y="5068984"/>
                  <a:pt x="2309215" y="5051761"/>
                  <a:pt x="2349337" y="5043258"/>
                </a:cubicBezTo>
                <a:cubicBezTo>
                  <a:pt x="2352318" y="5043028"/>
                  <a:pt x="2355754" y="5040961"/>
                  <a:pt x="2358502" y="5037747"/>
                </a:cubicBezTo>
                <a:cubicBezTo>
                  <a:pt x="2365363" y="5025811"/>
                  <a:pt x="2374307" y="5025120"/>
                  <a:pt x="2386933" y="5033149"/>
                </a:cubicBezTo>
                <a:cubicBezTo>
                  <a:pt x="2399560" y="5041178"/>
                  <a:pt x="2407124" y="5038192"/>
                  <a:pt x="2411915" y="5022814"/>
                </a:cubicBezTo>
                <a:cubicBezTo>
                  <a:pt x="2414428" y="5016617"/>
                  <a:pt x="2415797" y="5011109"/>
                  <a:pt x="2417619" y="5003764"/>
                </a:cubicBezTo>
                <a:cubicBezTo>
                  <a:pt x="2426341" y="5007893"/>
                  <a:pt x="2435062" y="5012021"/>
                  <a:pt x="2443082" y="5007199"/>
                </a:cubicBezTo>
                <a:lnTo>
                  <a:pt x="2453976" y="5001279"/>
                </a:lnTo>
                <a:lnTo>
                  <a:pt x="2455857" y="4996214"/>
                </a:lnTo>
                <a:cubicBezTo>
                  <a:pt x="2456029" y="4986842"/>
                  <a:pt x="2456029" y="4986842"/>
                  <a:pt x="2464565" y="4991287"/>
                </a:cubicBezTo>
                <a:cubicBezTo>
                  <a:pt x="2464992" y="4991927"/>
                  <a:pt x="2466059" y="4992135"/>
                  <a:pt x="2466487" y="4992773"/>
                </a:cubicBezTo>
                <a:lnTo>
                  <a:pt x="2468880" y="4993178"/>
                </a:lnTo>
                <a:lnTo>
                  <a:pt x="2470121" y="4992503"/>
                </a:lnTo>
                <a:cubicBezTo>
                  <a:pt x="2500598" y="4975742"/>
                  <a:pt x="2505414" y="4975969"/>
                  <a:pt x="2491826" y="4940401"/>
                </a:cubicBezTo>
                <a:cubicBezTo>
                  <a:pt x="2491826" y="4940401"/>
                  <a:pt x="2492973" y="4939712"/>
                  <a:pt x="2492283" y="4938565"/>
                </a:cubicBezTo>
                <a:cubicBezTo>
                  <a:pt x="2488821" y="4925025"/>
                  <a:pt x="2491335" y="4918829"/>
                  <a:pt x="2504860" y="4915382"/>
                </a:cubicBezTo>
                <a:cubicBezTo>
                  <a:pt x="2561476" y="4895398"/>
                  <a:pt x="2617169" y="4871286"/>
                  <a:pt x="2672406" y="4849008"/>
                </a:cubicBezTo>
                <a:lnTo>
                  <a:pt x="2727569" y="4824104"/>
                </a:lnTo>
                <a:lnTo>
                  <a:pt x="2684355" y="4780890"/>
                </a:lnTo>
                <a:lnTo>
                  <a:pt x="2638382" y="4797610"/>
                </a:lnTo>
                <a:cubicBezTo>
                  <a:pt x="2600564" y="4812538"/>
                  <a:pt x="2559297" y="4821730"/>
                  <a:pt x="2525618" y="4843542"/>
                </a:cubicBezTo>
                <a:cubicBezTo>
                  <a:pt x="2486666" y="4866962"/>
                  <a:pt x="2447937" y="4885563"/>
                  <a:pt x="2401372" y="4880758"/>
                </a:cubicBezTo>
                <a:cubicBezTo>
                  <a:pt x="2383252" y="4879157"/>
                  <a:pt x="2366523" y="4887653"/>
                  <a:pt x="2353243" y="4901885"/>
                </a:cubicBezTo>
                <a:cubicBezTo>
                  <a:pt x="2345002" y="4911526"/>
                  <a:pt x="2334002" y="4916578"/>
                  <a:pt x="2321166" y="4921172"/>
                </a:cubicBezTo>
                <a:cubicBezTo>
                  <a:pt x="2301911" y="4928063"/>
                  <a:pt x="2280588" y="4931512"/>
                  <a:pt x="2265017" y="4947122"/>
                </a:cubicBezTo>
                <a:cubicBezTo>
                  <a:pt x="2251048" y="4960208"/>
                  <a:pt x="2236833" y="4962507"/>
                  <a:pt x="2218933" y="4956086"/>
                </a:cubicBezTo>
                <a:cubicBezTo>
                  <a:pt x="2212738" y="4953564"/>
                  <a:pt x="2207464" y="4955171"/>
                  <a:pt x="2203116" y="4960910"/>
                </a:cubicBezTo>
                <a:cubicBezTo>
                  <a:pt x="2197167" y="4969173"/>
                  <a:pt x="2188691" y="4975832"/>
                  <a:pt x="2177457" y="4977900"/>
                </a:cubicBezTo>
                <a:cubicBezTo>
                  <a:pt x="2144443" y="4985254"/>
                  <a:pt x="2112131" y="5001558"/>
                  <a:pt x="2077738" y="5006617"/>
                </a:cubicBezTo>
                <a:cubicBezTo>
                  <a:pt x="2065814" y="5007538"/>
                  <a:pt x="2055958" y="5011902"/>
                  <a:pt x="2049553" y="5022002"/>
                </a:cubicBezTo>
                <a:cubicBezTo>
                  <a:pt x="2034906" y="5041742"/>
                  <a:pt x="2028488" y="5044039"/>
                  <a:pt x="2005538" y="5034407"/>
                </a:cubicBezTo>
                <a:cubicBezTo>
                  <a:pt x="1996817" y="5030279"/>
                  <a:pt x="1988330" y="5029133"/>
                  <a:pt x="1981455" y="5033267"/>
                </a:cubicBezTo>
                <a:cubicBezTo>
                  <a:pt x="1956708" y="5046585"/>
                  <a:pt x="1929422" y="5050494"/>
                  <a:pt x="1903516" y="5056698"/>
                </a:cubicBezTo>
                <a:cubicBezTo>
                  <a:pt x="1879901" y="5061524"/>
                  <a:pt x="1856976" y="5067498"/>
                  <a:pt x="1838424" y="5083339"/>
                </a:cubicBezTo>
                <a:cubicBezTo>
                  <a:pt x="1831094" y="5089308"/>
                  <a:pt x="1825133" y="5089769"/>
                  <a:pt x="1818246" y="5086099"/>
                </a:cubicBezTo>
                <a:cubicBezTo>
                  <a:pt x="1809525" y="5081970"/>
                  <a:pt x="1798968" y="5077383"/>
                  <a:pt x="1791182" y="5085188"/>
                </a:cubicBezTo>
                <a:cubicBezTo>
                  <a:pt x="1774466" y="5101488"/>
                  <a:pt x="1753598" y="5103100"/>
                  <a:pt x="1731573" y="5097598"/>
                </a:cubicBezTo>
                <a:cubicBezTo>
                  <a:pt x="1699224" y="5090494"/>
                  <a:pt x="1669882" y="5098764"/>
                  <a:pt x="1647215" y="5123327"/>
                </a:cubicBezTo>
                <a:cubicBezTo>
                  <a:pt x="1638284" y="5131821"/>
                  <a:pt x="1633467" y="5131593"/>
                  <a:pt x="1627259" y="5121267"/>
                </a:cubicBezTo>
                <a:cubicBezTo>
                  <a:pt x="1625189" y="5117825"/>
                  <a:pt x="1623120" y="5114384"/>
                  <a:pt x="1620594" y="5112778"/>
                </a:cubicBezTo>
                <a:cubicBezTo>
                  <a:pt x="1591215" y="5097640"/>
                  <a:pt x="1562525" y="5083649"/>
                  <a:pt x="1528144" y="5096510"/>
                </a:cubicBezTo>
                <a:cubicBezTo>
                  <a:pt x="1520580" y="5099496"/>
                  <a:pt x="1519656" y="5095364"/>
                  <a:pt x="1519188" y="5089398"/>
                </a:cubicBezTo>
                <a:cubicBezTo>
                  <a:pt x="1518955" y="5086415"/>
                  <a:pt x="1519865" y="5082743"/>
                  <a:pt x="1520777" y="5079070"/>
                </a:cubicBezTo>
                <a:cubicBezTo>
                  <a:pt x="1522600" y="5071726"/>
                  <a:pt x="1525114" y="5065528"/>
                  <a:pt x="1516392" y="5061400"/>
                </a:cubicBezTo>
                <a:cubicBezTo>
                  <a:pt x="1508816" y="5056582"/>
                  <a:pt x="1505848" y="5064617"/>
                  <a:pt x="1500809" y="5069208"/>
                </a:cubicBezTo>
                <a:cubicBezTo>
                  <a:pt x="1491422" y="5079538"/>
                  <a:pt x="1480889" y="5090556"/>
                  <a:pt x="1467586" y="5089184"/>
                </a:cubicBezTo>
                <a:cubicBezTo>
                  <a:pt x="1451300" y="5088041"/>
                  <a:pt x="1447642" y="5094927"/>
                  <a:pt x="1445141" y="5108927"/>
                </a:cubicBezTo>
                <a:cubicBezTo>
                  <a:pt x="1444230" y="5112599"/>
                  <a:pt x="1443318" y="5116272"/>
                  <a:pt x="1440571" y="5119486"/>
                </a:cubicBezTo>
                <a:cubicBezTo>
                  <a:pt x="1439203" y="5124994"/>
                  <a:pt x="1436456" y="5128208"/>
                  <a:pt x="1429114" y="5126374"/>
                </a:cubicBezTo>
                <a:cubicBezTo>
                  <a:pt x="1423608" y="5124999"/>
                  <a:pt x="1420848" y="5120409"/>
                  <a:pt x="1422216" y="5114901"/>
                </a:cubicBezTo>
                <a:cubicBezTo>
                  <a:pt x="1422893" y="5108245"/>
                  <a:pt x="1421280" y="5102967"/>
                  <a:pt x="1423793" y="5096770"/>
                </a:cubicBezTo>
                <a:cubicBezTo>
                  <a:pt x="1425395" y="5094245"/>
                  <a:pt x="1426996" y="5091720"/>
                  <a:pt x="1423780" y="5088967"/>
                </a:cubicBezTo>
                <a:cubicBezTo>
                  <a:pt x="1421256" y="5087361"/>
                  <a:pt x="1418509" y="5090575"/>
                  <a:pt x="1416218" y="5091952"/>
                </a:cubicBezTo>
                <a:cubicBezTo>
                  <a:pt x="1412781" y="5094019"/>
                  <a:pt x="1410489" y="5095397"/>
                  <a:pt x="1409577" y="5099068"/>
                </a:cubicBezTo>
                <a:cubicBezTo>
                  <a:pt x="1408666" y="5102742"/>
                  <a:pt x="1406375" y="5104119"/>
                  <a:pt x="1402704" y="5103202"/>
                </a:cubicBezTo>
                <a:cubicBezTo>
                  <a:pt x="1382514" y="5098159"/>
                  <a:pt x="1364171" y="5101376"/>
                  <a:pt x="1347676" y="5112857"/>
                </a:cubicBezTo>
                <a:cubicBezTo>
                  <a:pt x="1340347" y="5118826"/>
                  <a:pt x="1332327" y="5123648"/>
                  <a:pt x="1323619" y="5127322"/>
                </a:cubicBezTo>
                <a:cubicBezTo>
                  <a:pt x="1319036" y="5130077"/>
                  <a:pt x="1312162" y="5134211"/>
                  <a:pt x="1306422" y="5129852"/>
                </a:cubicBezTo>
                <a:cubicBezTo>
                  <a:pt x="1302516" y="5125951"/>
                  <a:pt x="1306175" y="5119065"/>
                  <a:pt x="1307543" y="5113557"/>
                </a:cubicBezTo>
                <a:cubicBezTo>
                  <a:pt x="1308454" y="5109885"/>
                  <a:pt x="1310056" y="5107360"/>
                  <a:pt x="1310967" y="5103688"/>
                </a:cubicBezTo>
                <a:cubicBezTo>
                  <a:pt x="1311879" y="5100015"/>
                  <a:pt x="1316227" y="5094276"/>
                  <a:pt x="1311177" y="5091065"/>
                </a:cubicBezTo>
                <a:cubicBezTo>
                  <a:pt x="1307272" y="5087165"/>
                  <a:pt x="1301543" y="5090609"/>
                  <a:pt x="1297652" y="5094511"/>
                </a:cubicBezTo>
                <a:cubicBezTo>
                  <a:pt x="1287340" y="5100710"/>
                  <a:pt x="1277941" y="5103238"/>
                  <a:pt x="1264871" y="5104849"/>
                </a:cubicBezTo>
                <a:cubicBezTo>
                  <a:pt x="1235060" y="5107152"/>
                  <a:pt x="1225908" y="5120466"/>
                  <a:pt x="1230540" y="5148922"/>
                </a:cubicBezTo>
                <a:cubicBezTo>
                  <a:pt x="1232622" y="5160166"/>
                  <a:pt x="1229652" y="5168201"/>
                  <a:pt x="1219797" y="5172564"/>
                </a:cubicBezTo>
                <a:cubicBezTo>
                  <a:pt x="1206691" y="5150765"/>
                  <a:pt x="1194273" y="5130113"/>
                  <a:pt x="1181166" y="5108315"/>
                </a:cubicBezTo>
                <a:cubicBezTo>
                  <a:pt x="1196517" y="5097524"/>
                  <a:pt x="1196503" y="5089722"/>
                  <a:pt x="1185712" y="5082151"/>
                </a:cubicBezTo>
                <a:cubicBezTo>
                  <a:pt x="1182497" y="5079398"/>
                  <a:pt x="1176536" y="5079858"/>
                  <a:pt x="1176756" y="5075039"/>
                </a:cubicBezTo>
                <a:cubicBezTo>
                  <a:pt x="1178124" y="5069530"/>
                  <a:pt x="1183397" y="5067922"/>
                  <a:pt x="1187525" y="5067004"/>
                </a:cubicBezTo>
                <a:cubicBezTo>
                  <a:pt x="1190961" y="5064937"/>
                  <a:pt x="1193941" y="5064706"/>
                  <a:pt x="1196923" y="5064476"/>
                </a:cubicBezTo>
                <a:cubicBezTo>
                  <a:pt x="1205176" y="5062638"/>
                  <a:pt x="1207922" y="5059424"/>
                  <a:pt x="1204240" y="5050704"/>
                </a:cubicBezTo>
                <a:cubicBezTo>
                  <a:pt x="1202626" y="5045425"/>
                  <a:pt x="1201924" y="5036476"/>
                  <a:pt x="1209722" y="5036473"/>
                </a:cubicBezTo>
                <a:cubicBezTo>
                  <a:pt x="1219811" y="5035094"/>
                  <a:pt x="1227830" y="5030272"/>
                  <a:pt x="1236540" y="5026597"/>
                </a:cubicBezTo>
                <a:cubicBezTo>
                  <a:pt x="1244103" y="5023612"/>
                  <a:pt x="1253503" y="5021084"/>
                  <a:pt x="1260142" y="5013968"/>
                </a:cubicBezTo>
                <a:cubicBezTo>
                  <a:pt x="1265636" y="5007540"/>
                  <a:pt x="1272275" y="5000424"/>
                  <a:pt x="1259649" y="4992395"/>
                </a:cubicBezTo>
                <a:cubicBezTo>
                  <a:pt x="1255288" y="4990330"/>
                  <a:pt x="1256201" y="4986659"/>
                  <a:pt x="1260093" y="4982756"/>
                </a:cubicBezTo>
                <a:cubicBezTo>
                  <a:pt x="1277278" y="4972424"/>
                  <a:pt x="1285765" y="4973569"/>
                  <a:pt x="1297257" y="4990089"/>
                </a:cubicBezTo>
                <a:cubicBezTo>
                  <a:pt x="1300707" y="4995826"/>
                  <a:pt x="1304611" y="4999727"/>
                  <a:pt x="1310574" y="4999265"/>
                </a:cubicBezTo>
                <a:cubicBezTo>
                  <a:pt x="1320664" y="4997886"/>
                  <a:pt x="1330063" y="4995358"/>
                  <a:pt x="1337848" y="4987553"/>
                </a:cubicBezTo>
                <a:cubicBezTo>
                  <a:pt x="1340139" y="4986175"/>
                  <a:pt x="1338525" y="4980897"/>
                  <a:pt x="1336000" y="4979292"/>
                </a:cubicBezTo>
                <a:cubicBezTo>
                  <a:pt x="1333930" y="4975850"/>
                  <a:pt x="1331171" y="4971261"/>
                  <a:pt x="1332083" y="4967588"/>
                </a:cubicBezTo>
                <a:cubicBezTo>
                  <a:pt x="1333450" y="4962080"/>
                  <a:pt x="1333203" y="4951293"/>
                  <a:pt x="1340780" y="4956111"/>
                </a:cubicBezTo>
                <a:cubicBezTo>
                  <a:pt x="1357533" y="4963220"/>
                  <a:pt x="1368989" y="4956332"/>
                  <a:pt x="1381591" y="4948755"/>
                </a:cubicBezTo>
                <a:cubicBezTo>
                  <a:pt x="1389155" y="4945770"/>
                  <a:pt x="1396718" y="4942784"/>
                  <a:pt x="1405895" y="4945076"/>
                </a:cubicBezTo>
                <a:cubicBezTo>
                  <a:pt x="1440079" y="4952640"/>
                  <a:pt x="1456574" y="4941160"/>
                  <a:pt x="1457437" y="4906275"/>
                </a:cubicBezTo>
                <a:cubicBezTo>
                  <a:pt x="1457881" y="4896636"/>
                  <a:pt x="1462229" y="4890898"/>
                  <a:pt x="1472097" y="4894337"/>
                </a:cubicBezTo>
                <a:cubicBezTo>
                  <a:pt x="1494122" y="4899839"/>
                  <a:pt x="1514066" y="4894096"/>
                  <a:pt x="1533086" y="4884222"/>
                </a:cubicBezTo>
                <a:cubicBezTo>
                  <a:pt x="1542940" y="4879859"/>
                  <a:pt x="1551416" y="4873201"/>
                  <a:pt x="1562416" y="4868148"/>
                </a:cubicBezTo>
                <a:cubicBezTo>
                  <a:pt x="1580980" y="4860111"/>
                  <a:pt x="1595874" y="4851156"/>
                  <a:pt x="1590331" y="4826372"/>
                </a:cubicBezTo>
                <a:cubicBezTo>
                  <a:pt x="1595159" y="4834402"/>
                  <a:pt x="1597463" y="4840828"/>
                  <a:pt x="1605039" y="4845646"/>
                </a:cubicBezTo>
                <a:cubicBezTo>
                  <a:pt x="1613994" y="4852757"/>
                  <a:pt x="1624083" y="4851377"/>
                  <a:pt x="1632103" y="4846555"/>
                </a:cubicBezTo>
                <a:cubicBezTo>
                  <a:pt x="1640577" y="4839897"/>
                  <a:pt x="1630020" y="4835311"/>
                  <a:pt x="1628407" y="4830033"/>
                </a:cubicBezTo>
                <a:cubicBezTo>
                  <a:pt x="1625413" y="4822459"/>
                  <a:pt x="1627237" y="4815116"/>
                  <a:pt x="1636181" y="4814424"/>
                </a:cubicBezTo>
                <a:cubicBezTo>
                  <a:pt x="1648105" y="4813502"/>
                  <a:pt x="1656124" y="4808681"/>
                  <a:pt x="1665746" y="4801334"/>
                </a:cubicBezTo>
                <a:cubicBezTo>
                  <a:pt x="1676278" y="4790316"/>
                  <a:pt x="1688880" y="4782738"/>
                  <a:pt x="1705854" y="4785028"/>
                </a:cubicBezTo>
                <a:cubicBezTo>
                  <a:pt x="1716177" y="4786632"/>
                  <a:pt x="1722362" y="4781351"/>
                  <a:pt x="1724641" y="4772171"/>
                </a:cubicBezTo>
                <a:cubicBezTo>
                  <a:pt x="1726007" y="4766662"/>
                  <a:pt x="1727376" y="4761154"/>
                  <a:pt x="1728286" y="4757482"/>
                </a:cubicBezTo>
                <a:cubicBezTo>
                  <a:pt x="1731256" y="4749448"/>
                  <a:pt x="1729864" y="4739350"/>
                  <a:pt x="1738117" y="4737512"/>
                </a:cubicBezTo>
                <a:cubicBezTo>
                  <a:pt x="1746371" y="4735674"/>
                  <a:pt x="1750054" y="4744395"/>
                  <a:pt x="1753503" y="4750130"/>
                </a:cubicBezTo>
                <a:cubicBezTo>
                  <a:pt x="1756953" y="4755867"/>
                  <a:pt x="1760155" y="4750817"/>
                  <a:pt x="1764282" y="4749898"/>
                </a:cubicBezTo>
                <a:cubicBezTo>
                  <a:pt x="1767719" y="4747831"/>
                  <a:pt x="1771156" y="4745764"/>
                  <a:pt x="1767251" y="4741864"/>
                </a:cubicBezTo>
                <a:cubicBezTo>
                  <a:pt x="1757371" y="4730622"/>
                  <a:pt x="1762175" y="4723047"/>
                  <a:pt x="1771796" y="4715700"/>
                </a:cubicBezTo>
                <a:cubicBezTo>
                  <a:pt x="1781417" y="4708354"/>
                  <a:pt x="1779804" y="4703076"/>
                  <a:pt x="1768101" y="4699177"/>
                </a:cubicBezTo>
                <a:cubicBezTo>
                  <a:pt x="1765576" y="4697572"/>
                  <a:pt x="1761449" y="4698490"/>
                  <a:pt x="1757322" y="4699410"/>
                </a:cubicBezTo>
                <a:cubicBezTo>
                  <a:pt x="1719258" y="4703552"/>
                  <a:pt x="1683041" y="4715956"/>
                  <a:pt x="1647749" y="4732489"/>
                </a:cubicBezTo>
                <a:cubicBezTo>
                  <a:pt x="1619330" y="4744891"/>
                  <a:pt x="1591822" y="4753620"/>
                  <a:pt x="1559707" y="4749498"/>
                </a:cubicBezTo>
                <a:cubicBezTo>
                  <a:pt x="1540897" y="4746750"/>
                  <a:pt x="1523454" y="4738493"/>
                  <a:pt x="1506467" y="4728399"/>
                </a:cubicBezTo>
                <a:cubicBezTo>
                  <a:pt x="1506725" y="4746989"/>
                  <a:pt x="1501687" y="4751580"/>
                  <a:pt x="1483332" y="4746995"/>
                </a:cubicBezTo>
                <a:cubicBezTo>
                  <a:pt x="1477826" y="4745621"/>
                  <a:pt x="1472085" y="4741262"/>
                  <a:pt x="1469782" y="4734836"/>
                </a:cubicBezTo>
                <a:cubicBezTo>
                  <a:pt x="1464719" y="4723822"/>
                  <a:pt x="1454630" y="4725202"/>
                  <a:pt x="1445921" y="4728876"/>
                </a:cubicBezTo>
                <a:cubicBezTo>
                  <a:pt x="1436522" y="4731403"/>
                  <a:pt x="1436534" y="4739206"/>
                  <a:pt x="1436546" y="4747009"/>
                </a:cubicBezTo>
                <a:cubicBezTo>
                  <a:pt x="1437704" y="4754123"/>
                  <a:pt x="1441843" y="4761008"/>
                  <a:pt x="1439109" y="4772024"/>
                </a:cubicBezTo>
                <a:cubicBezTo>
                  <a:pt x="1434267" y="4756190"/>
                  <a:pt x="1425324" y="4756882"/>
                  <a:pt x="1414779" y="4760097"/>
                </a:cubicBezTo>
                <a:cubicBezTo>
                  <a:pt x="1406070" y="4763772"/>
                  <a:pt x="1393456" y="4763546"/>
                  <a:pt x="1390462" y="4755973"/>
                </a:cubicBezTo>
                <a:cubicBezTo>
                  <a:pt x="1385165" y="4741975"/>
                  <a:pt x="1378723" y="4728666"/>
                  <a:pt x="1380534" y="4713519"/>
                </a:cubicBezTo>
                <a:cubicBezTo>
                  <a:pt x="1381667" y="4705027"/>
                  <a:pt x="1385561" y="4701124"/>
                  <a:pt x="1394270" y="4697450"/>
                </a:cubicBezTo>
                <a:cubicBezTo>
                  <a:pt x="1401377" y="4696300"/>
                  <a:pt x="1405049" y="4697217"/>
                  <a:pt x="1408042" y="4704789"/>
                </a:cubicBezTo>
                <a:cubicBezTo>
                  <a:pt x="1410801" y="4709379"/>
                  <a:pt x="1415618" y="4709607"/>
                  <a:pt x="1419055" y="4707541"/>
                </a:cubicBezTo>
                <a:cubicBezTo>
                  <a:pt x="1432112" y="4698127"/>
                  <a:pt x="1444270" y="4700190"/>
                  <a:pt x="1457119" y="4703399"/>
                </a:cubicBezTo>
                <a:cubicBezTo>
                  <a:pt x="1469277" y="4705460"/>
                  <a:pt x="1479822" y="4702244"/>
                  <a:pt x="1483013" y="4689392"/>
                </a:cubicBezTo>
                <a:cubicBezTo>
                  <a:pt x="1485291" y="4680211"/>
                  <a:pt x="1488962" y="4681128"/>
                  <a:pt x="1491955" y="4688700"/>
                </a:cubicBezTo>
                <a:cubicBezTo>
                  <a:pt x="1494715" y="4693290"/>
                  <a:pt x="1497697" y="4693060"/>
                  <a:pt x="1503658" y="4692599"/>
                </a:cubicBezTo>
                <a:cubicBezTo>
                  <a:pt x="1527274" y="4687773"/>
                  <a:pt x="1547894" y="4675374"/>
                  <a:pt x="1563232" y="4656779"/>
                </a:cubicBezTo>
                <a:lnTo>
                  <a:pt x="1583207" y="4642657"/>
                </a:lnTo>
                <a:lnTo>
                  <a:pt x="1558320" y="4645131"/>
                </a:lnTo>
                <a:cubicBezTo>
                  <a:pt x="1546363" y="4644879"/>
                  <a:pt x="1533198" y="4645200"/>
                  <a:pt x="1522270" y="4653352"/>
                </a:cubicBezTo>
                <a:cubicBezTo>
                  <a:pt x="1517379" y="4658638"/>
                  <a:pt x="1513242" y="4656156"/>
                  <a:pt x="1510946" y="4651318"/>
                </a:cubicBezTo>
                <a:cubicBezTo>
                  <a:pt x="1509224" y="4647689"/>
                  <a:pt x="1508076" y="4645272"/>
                  <a:pt x="1506927" y="4642852"/>
                </a:cubicBezTo>
                <a:cubicBezTo>
                  <a:pt x="1501820" y="4628976"/>
                  <a:pt x="1500612" y="4629549"/>
                  <a:pt x="1492614" y="4640755"/>
                </a:cubicBezTo>
                <a:cubicBezTo>
                  <a:pt x="1483408" y="4652535"/>
                  <a:pt x="1472421" y="4663678"/>
                  <a:pt x="1462067" y="4673038"/>
                </a:cubicBezTo>
                <a:cubicBezTo>
                  <a:pt x="1457810" y="4676541"/>
                  <a:pt x="1453554" y="4680044"/>
                  <a:pt x="1448209" y="4678135"/>
                </a:cubicBezTo>
                <a:cubicBezTo>
                  <a:pt x="1442864" y="4676226"/>
                  <a:pt x="1442983" y="4670242"/>
                  <a:pt x="1443676" y="4665468"/>
                </a:cubicBezTo>
                <a:cubicBezTo>
                  <a:pt x="1445121" y="4652927"/>
                  <a:pt x="1439202" y="4649809"/>
                  <a:pt x="1428967" y="4653185"/>
                </a:cubicBezTo>
                <a:cubicBezTo>
                  <a:pt x="1424771" y="4653696"/>
                  <a:pt x="1419999" y="4652996"/>
                  <a:pt x="1416376" y="4654716"/>
                </a:cubicBezTo>
                <a:cubicBezTo>
                  <a:pt x="1407923" y="4658729"/>
                  <a:pt x="1404993" y="4655674"/>
                  <a:pt x="1406380" y="4646126"/>
                </a:cubicBezTo>
                <a:cubicBezTo>
                  <a:pt x="1407646" y="4642559"/>
                  <a:pt x="1408339" y="4637785"/>
                  <a:pt x="1403569" y="4637086"/>
                </a:cubicBezTo>
                <a:cubicBezTo>
                  <a:pt x="1399431" y="4634605"/>
                  <a:pt x="1396382" y="4637534"/>
                  <a:pt x="1393333" y="4640463"/>
                </a:cubicBezTo>
                <a:cubicBezTo>
                  <a:pt x="1385968" y="4649886"/>
                  <a:pt x="1375159" y="4652054"/>
                  <a:pt x="1363143" y="4654795"/>
                </a:cubicBezTo>
                <a:cubicBezTo>
                  <a:pt x="1325944" y="4660597"/>
                  <a:pt x="1300980" y="4682820"/>
                  <a:pt x="1281241" y="4712937"/>
                </a:cubicBezTo>
                <a:cubicBezTo>
                  <a:pt x="1277560" y="4717649"/>
                  <a:pt x="1278014" y="4724842"/>
                  <a:pt x="1272550" y="4728917"/>
                </a:cubicBezTo>
                <a:cubicBezTo>
                  <a:pt x="1270887" y="4722298"/>
                  <a:pt x="1269799" y="4716887"/>
                  <a:pt x="1268136" y="4710266"/>
                </a:cubicBezTo>
                <a:cubicBezTo>
                  <a:pt x="1264811" y="4697025"/>
                  <a:pt x="1256536" y="4692063"/>
                  <a:pt x="1244519" y="4694803"/>
                </a:cubicBezTo>
                <a:cubicBezTo>
                  <a:pt x="1204272" y="4703536"/>
                  <a:pt x="1164025" y="4712267"/>
                  <a:pt x="1123778" y="4720999"/>
                </a:cubicBezTo>
                <a:cubicBezTo>
                  <a:pt x="1109345" y="4724886"/>
                  <a:pt x="1096635" y="4732401"/>
                  <a:pt x="1081055" y="4733870"/>
                </a:cubicBezTo>
                <a:cubicBezTo>
                  <a:pt x="1070880" y="4734254"/>
                  <a:pt x="1064327" y="4732919"/>
                  <a:pt x="1061576" y="4720888"/>
                </a:cubicBezTo>
                <a:cubicBezTo>
                  <a:pt x="1056469" y="4707011"/>
                  <a:pt x="1043362" y="4704341"/>
                  <a:pt x="1034159" y="4716120"/>
                </a:cubicBezTo>
                <a:cubicBezTo>
                  <a:pt x="1026793" y="4725544"/>
                  <a:pt x="1018973" y="4727775"/>
                  <a:pt x="1008224" y="4726949"/>
                </a:cubicBezTo>
                <a:cubicBezTo>
                  <a:pt x="1001097" y="4724405"/>
                  <a:pt x="996266" y="4726697"/>
                  <a:pt x="992523" y="4734402"/>
                </a:cubicBezTo>
                <a:cubicBezTo>
                  <a:pt x="989356" y="4743314"/>
                  <a:pt x="982685" y="4747964"/>
                  <a:pt x="973717" y="4747775"/>
                </a:cubicBezTo>
                <a:cubicBezTo>
                  <a:pt x="968312" y="4748859"/>
                  <a:pt x="960551" y="4748097"/>
                  <a:pt x="955721" y="4750390"/>
                </a:cubicBezTo>
                <a:cubicBezTo>
                  <a:pt x="948476" y="4753830"/>
                  <a:pt x="944338" y="4751348"/>
                  <a:pt x="940259" y="4745874"/>
                </a:cubicBezTo>
                <a:cubicBezTo>
                  <a:pt x="930896" y="4735500"/>
                  <a:pt x="927908" y="4735437"/>
                  <a:pt x="919276" y="4748426"/>
                </a:cubicBezTo>
                <a:cubicBezTo>
                  <a:pt x="914326" y="4756703"/>
                  <a:pt x="909951" y="4766189"/>
                  <a:pt x="902645" y="4772621"/>
                </a:cubicBezTo>
                <a:cubicBezTo>
                  <a:pt x="902071" y="4771411"/>
                  <a:pt x="900865" y="4771985"/>
                  <a:pt x="900290" y="4770776"/>
                </a:cubicBezTo>
                <a:cubicBezTo>
                  <a:pt x="903695" y="4749894"/>
                  <a:pt x="903695" y="4749894"/>
                  <a:pt x="885996" y="4737549"/>
                </a:cubicBezTo>
                <a:cubicBezTo>
                  <a:pt x="883641" y="4735703"/>
                  <a:pt x="881286" y="4733858"/>
                  <a:pt x="879504" y="4733221"/>
                </a:cubicBezTo>
                <a:cubicBezTo>
                  <a:pt x="860083" y="4717248"/>
                  <a:pt x="843870" y="4720499"/>
                  <a:pt x="827933" y="4739919"/>
                </a:cubicBezTo>
                <a:cubicBezTo>
                  <a:pt x="819935" y="4751125"/>
                  <a:pt x="810967" y="4750937"/>
                  <a:pt x="804019" y="4739416"/>
                </a:cubicBezTo>
                <a:cubicBezTo>
                  <a:pt x="799940" y="4733943"/>
                  <a:pt x="797069" y="4727896"/>
                  <a:pt x="795407" y="4721276"/>
                </a:cubicBezTo>
                <a:cubicBezTo>
                  <a:pt x="790993" y="4702625"/>
                  <a:pt x="804396" y="4690335"/>
                  <a:pt x="821638" y="4695487"/>
                </a:cubicBezTo>
                <a:cubicBezTo>
                  <a:pt x="835318" y="4699367"/>
                  <a:pt x="846701" y="4698409"/>
                  <a:pt x="858718" y="4695668"/>
                </a:cubicBezTo>
                <a:cubicBezTo>
                  <a:pt x="870161" y="4691718"/>
                  <a:pt x="881544" y="4690760"/>
                  <a:pt x="892808" y="4695786"/>
                </a:cubicBezTo>
                <a:cubicBezTo>
                  <a:pt x="910566" y="4705140"/>
                  <a:pt x="917178" y="4703483"/>
                  <a:pt x="924722" y="4685083"/>
                </a:cubicBezTo>
                <a:cubicBezTo>
                  <a:pt x="930938" y="4673242"/>
                  <a:pt x="938242" y="4666810"/>
                  <a:pt x="951467" y="4663496"/>
                </a:cubicBezTo>
                <a:cubicBezTo>
                  <a:pt x="974926" y="4656805"/>
                  <a:pt x="1000048" y="4656735"/>
                  <a:pt x="1022875" y="4651828"/>
                </a:cubicBezTo>
                <a:cubicBezTo>
                  <a:pt x="1043286" y="4648067"/>
                  <a:pt x="1061399" y="4639468"/>
                  <a:pt x="1071932" y="4621131"/>
                </a:cubicBezTo>
                <a:cubicBezTo>
                  <a:pt x="1076942" y="4609862"/>
                  <a:pt x="1082919" y="4609988"/>
                  <a:pt x="1093609" y="4613804"/>
                </a:cubicBezTo>
                <a:cubicBezTo>
                  <a:pt x="1143497" y="4631616"/>
                  <a:pt x="1190178" y="4630203"/>
                  <a:pt x="1227516" y="4587287"/>
                </a:cubicBezTo>
                <a:cubicBezTo>
                  <a:pt x="1233039" y="4580220"/>
                  <a:pt x="1240226" y="4579773"/>
                  <a:pt x="1247412" y="4579325"/>
                </a:cubicBezTo>
                <a:cubicBezTo>
                  <a:pt x="1252182" y="4580024"/>
                  <a:pt x="1259309" y="4582568"/>
                  <a:pt x="1262417" y="4576647"/>
                </a:cubicBezTo>
                <a:cubicBezTo>
                  <a:pt x="1264952" y="4569516"/>
                  <a:pt x="1259033" y="4566399"/>
                  <a:pt x="1255529" y="4562135"/>
                </a:cubicBezTo>
                <a:cubicBezTo>
                  <a:pt x="1248462" y="4556598"/>
                  <a:pt x="1250936" y="4552460"/>
                  <a:pt x="1258182" y="4549021"/>
                </a:cubicBezTo>
                <a:cubicBezTo>
                  <a:pt x="1265427" y="4545581"/>
                  <a:pt x="1273822" y="4544560"/>
                  <a:pt x="1281643" y="4542330"/>
                </a:cubicBezTo>
                <a:cubicBezTo>
                  <a:pt x="1299637" y="4539715"/>
                  <a:pt x="1315792" y="4539456"/>
                  <a:pt x="1330977" y="4527802"/>
                </a:cubicBezTo>
                <a:cubicBezTo>
                  <a:pt x="1334599" y="4526082"/>
                  <a:pt x="1335747" y="4528502"/>
                  <a:pt x="1338103" y="4530348"/>
                </a:cubicBezTo>
                <a:cubicBezTo>
                  <a:pt x="1346893" y="4539512"/>
                  <a:pt x="1356494" y="4537918"/>
                  <a:pt x="1366155" y="4533332"/>
                </a:cubicBezTo>
                <a:cubicBezTo>
                  <a:pt x="1402957" y="4517343"/>
                  <a:pt x="1440909" y="4503775"/>
                  <a:pt x="1481670" y="4499244"/>
                </a:cubicBezTo>
                <a:cubicBezTo>
                  <a:pt x="1484659" y="4499307"/>
                  <a:pt x="1488282" y="4497587"/>
                  <a:pt x="1491330" y="4494658"/>
                </a:cubicBezTo>
                <a:cubicBezTo>
                  <a:pt x="1499329" y="4483452"/>
                  <a:pt x="1508297" y="4483641"/>
                  <a:pt x="1520075" y="4492868"/>
                </a:cubicBezTo>
                <a:cubicBezTo>
                  <a:pt x="1531855" y="4502095"/>
                  <a:pt x="1539674" y="4499865"/>
                  <a:pt x="1545950" y="4485032"/>
                </a:cubicBezTo>
                <a:cubicBezTo>
                  <a:pt x="1549059" y="4479111"/>
                  <a:pt x="1550960" y="4473762"/>
                  <a:pt x="1553494" y="4466631"/>
                </a:cubicBezTo>
                <a:cubicBezTo>
                  <a:pt x="1561769" y="4471594"/>
                  <a:pt x="1570044" y="4476558"/>
                  <a:pt x="1578497" y="4472545"/>
                </a:cubicBezTo>
                <a:cubicBezTo>
                  <a:pt x="1588158" y="4467959"/>
                  <a:pt x="1598393" y="4464583"/>
                  <a:pt x="1606846" y="4460570"/>
                </a:cubicBezTo>
                <a:cubicBezTo>
                  <a:pt x="1638818" y="4446875"/>
                  <a:pt x="1643589" y="4447574"/>
                  <a:pt x="1633554" y="4410846"/>
                </a:cubicBezTo>
                <a:cubicBezTo>
                  <a:pt x="1633554" y="4410846"/>
                  <a:pt x="1634761" y="4410272"/>
                  <a:pt x="1634187" y="4409062"/>
                </a:cubicBezTo>
                <a:cubicBezTo>
                  <a:pt x="1632069" y="4395249"/>
                  <a:pt x="1635177" y="4389328"/>
                  <a:pt x="1648976" y="4387223"/>
                </a:cubicBezTo>
                <a:cubicBezTo>
                  <a:pt x="1707277" y="4372885"/>
                  <a:pt x="1765065" y="4354345"/>
                  <a:pt x="1822219" y="4337588"/>
                </a:cubicBezTo>
                <a:cubicBezTo>
                  <a:pt x="1858329" y="4326375"/>
                  <a:pt x="1895072" y="4313378"/>
                  <a:pt x="1930608" y="4300955"/>
                </a:cubicBezTo>
                <a:cubicBezTo>
                  <a:pt x="1952286" y="4293629"/>
                  <a:pt x="1974220" y="4288403"/>
                  <a:pt x="1996364" y="4284004"/>
                </a:cubicBezTo>
                <a:lnTo>
                  <a:pt x="2063271" y="4272036"/>
                </a:lnTo>
                <a:lnTo>
                  <a:pt x="2075747" y="4267200"/>
                </a:lnTo>
                <a:lnTo>
                  <a:pt x="2102270" y="4260878"/>
                </a:lnTo>
                <a:lnTo>
                  <a:pt x="2111565" y="4258217"/>
                </a:lnTo>
                <a:lnTo>
                  <a:pt x="2141816" y="4238352"/>
                </a:lnTo>
                <a:lnTo>
                  <a:pt x="2125416" y="4221952"/>
                </a:lnTo>
                <a:lnTo>
                  <a:pt x="2125357" y="4221946"/>
                </a:lnTo>
                <a:cubicBezTo>
                  <a:pt x="2117338" y="4226768"/>
                  <a:pt x="2109761" y="4221950"/>
                  <a:pt x="2106767" y="4214377"/>
                </a:cubicBezTo>
                <a:cubicBezTo>
                  <a:pt x="2105616" y="4211165"/>
                  <a:pt x="2107103" y="4209099"/>
                  <a:pt x="2109538" y="4207635"/>
                </a:cubicBezTo>
                <a:lnTo>
                  <a:pt x="2110678" y="4207213"/>
                </a:lnTo>
                <a:lnTo>
                  <a:pt x="2103573" y="4200109"/>
                </a:lnTo>
                <a:lnTo>
                  <a:pt x="1978934" y="4235597"/>
                </a:lnTo>
                <a:cubicBezTo>
                  <a:pt x="1917231" y="4251734"/>
                  <a:pt x="1855321" y="4267045"/>
                  <a:pt x="1793396" y="4283103"/>
                </a:cubicBezTo>
                <a:cubicBezTo>
                  <a:pt x="1754297" y="4294254"/>
                  <a:pt x="1712328" y="4299357"/>
                  <a:pt x="1676673" y="4317764"/>
                </a:cubicBezTo>
                <a:cubicBezTo>
                  <a:pt x="1635613" y="4337255"/>
                  <a:pt x="1595248" y="4351971"/>
                  <a:pt x="1549379" y="4342624"/>
                </a:cubicBezTo>
                <a:cubicBezTo>
                  <a:pt x="1531502" y="4339256"/>
                  <a:pt x="1514022" y="4346072"/>
                  <a:pt x="1499411" y="4358935"/>
                </a:cubicBezTo>
                <a:cubicBezTo>
                  <a:pt x="1490265" y="4367721"/>
                  <a:pt x="1478822" y="4371672"/>
                  <a:pt x="1465598" y="4374986"/>
                </a:cubicBezTo>
                <a:cubicBezTo>
                  <a:pt x="1445761" y="4379957"/>
                  <a:pt x="1424203" y="4381299"/>
                  <a:pt x="1407177" y="4395308"/>
                </a:cubicBezTo>
                <a:cubicBezTo>
                  <a:pt x="1391992" y="4406962"/>
                  <a:pt x="1377620" y="4407857"/>
                  <a:pt x="1360436" y="4399713"/>
                </a:cubicBezTo>
                <a:cubicBezTo>
                  <a:pt x="1354517" y="4396595"/>
                  <a:pt x="1349112" y="4397679"/>
                  <a:pt x="1344223" y="4402964"/>
                </a:cubicBezTo>
                <a:cubicBezTo>
                  <a:pt x="1337492" y="4410605"/>
                  <a:pt x="1328405" y="4416400"/>
                  <a:pt x="1317022" y="4417358"/>
                </a:cubicBezTo>
                <a:cubicBezTo>
                  <a:pt x="1283446" y="4421440"/>
                  <a:pt x="1249692" y="4434500"/>
                  <a:pt x="1214969" y="4436163"/>
                </a:cubicBezTo>
                <a:cubicBezTo>
                  <a:pt x="1203010" y="4435913"/>
                  <a:pt x="1192776" y="4439289"/>
                  <a:pt x="1185411" y="4448713"/>
                </a:cubicBezTo>
                <a:cubicBezTo>
                  <a:pt x="1168900" y="4466923"/>
                  <a:pt x="1162288" y="4468580"/>
                  <a:pt x="1140393" y="4456745"/>
                </a:cubicBezTo>
                <a:lnTo>
                  <a:pt x="1134185" y="4454276"/>
                </a:lnTo>
                <a:lnTo>
                  <a:pt x="856296" y="4568640"/>
                </a:lnTo>
                <a:lnTo>
                  <a:pt x="849216" y="4568763"/>
                </a:lnTo>
                <a:lnTo>
                  <a:pt x="840471" y="4575153"/>
                </a:lnTo>
                <a:lnTo>
                  <a:pt x="826408" y="4580940"/>
                </a:lnTo>
                <a:lnTo>
                  <a:pt x="805445" y="4572461"/>
                </a:lnTo>
                <a:cubicBezTo>
                  <a:pt x="800686" y="4571233"/>
                  <a:pt x="797572" y="4571794"/>
                  <a:pt x="794323" y="4575785"/>
                </a:cubicBezTo>
                <a:cubicBezTo>
                  <a:pt x="791769" y="4579462"/>
                  <a:pt x="790234" y="4583524"/>
                  <a:pt x="785404" y="4584012"/>
                </a:cubicBezTo>
                <a:cubicBezTo>
                  <a:pt x="780892" y="4585201"/>
                  <a:pt x="778300" y="4581313"/>
                  <a:pt x="774939" y="4579456"/>
                </a:cubicBezTo>
                <a:cubicBezTo>
                  <a:pt x="772428" y="4590698"/>
                  <a:pt x="772428" y="4590698"/>
                  <a:pt x="761194" y="4588172"/>
                </a:cubicBezTo>
                <a:cubicBezTo>
                  <a:pt x="756750" y="4587645"/>
                  <a:pt x="751992" y="4586418"/>
                  <a:pt x="748356" y="4591425"/>
                </a:cubicBezTo>
                <a:cubicBezTo>
                  <a:pt x="739754" y="4600352"/>
                  <a:pt x="737341" y="4600598"/>
                  <a:pt x="727328" y="4593308"/>
                </a:cubicBezTo>
                <a:cubicBezTo>
                  <a:pt x="722635" y="4590364"/>
                  <a:pt x="717945" y="4587421"/>
                  <a:pt x="712554" y="4584792"/>
                </a:cubicBezTo>
                <a:cubicBezTo>
                  <a:pt x="700128" y="4577748"/>
                  <a:pt x="696630" y="4579323"/>
                  <a:pt x="692650" y="4592912"/>
                </a:cubicBezTo>
                <a:cubicBezTo>
                  <a:pt x="691498" y="4595958"/>
                  <a:pt x="691361" y="4599390"/>
                  <a:pt x="689825" y="4603452"/>
                </a:cubicBezTo>
                <a:cubicBezTo>
                  <a:pt x="685901" y="4598478"/>
                  <a:pt x="682610" y="4594905"/>
                  <a:pt x="678687" y="4589930"/>
                </a:cubicBezTo>
                <a:cubicBezTo>
                  <a:pt x="677919" y="4591961"/>
                  <a:pt x="678234" y="4592661"/>
                  <a:pt x="677851" y="4593676"/>
                </a:cubicBezTo>
                <a:lnTo>
                  <a:pt x="673252" y="4605205"/>
                </a:lnTo>
                <a:lnTo>
                  <a:pt x="661120" y="4605333"/>
                </a:lnTo>
                <a:lnTo>
                  <a:pt x="657493" y="4604527"/>
                </a:lnTo>
                <a:cubicBezTo>
                  <a:pt x="655148" y="4603055"/>
                  <a:pt x="652802" y="4601583"/>
                  <a:pt x="650141" y="4599411"/>
                </a:cubicBezTo>
                <a:cubicBezTo>
                  <a:pt x="648811" y="4598325"/>
                  <a:pt x="647480" y="4597239"/>
                  <a:pt x="647934" y="4594507"/>
                </a:cubicBezTo>
                <a:cubicBezTo>
                  <a:pt x="651323" y="4587082"/>
                  <a:pt x="645549" y="4585470"/>
                  <a:pt x="640473" y="4583542"/>
                </a:cubicBezTo>
                <a:cubicBezTo>
                  <a:pt x="626195" y="4579860"/>
                  <a:pt x="612023" y="4582026"/>
                  <a:pt x="597855" y="4584192"/>
                </a:cubicBezTo>
                <a:cubicBezTo>
                  <a:pt x="575359" y="4588422"/>
                  <a:pt x="552794" y="4594369"/>
                  <a:pt x="529311" y="4588932"/>
                </a:cubicBezTo>
                <a:cubicBezTo>
                  <a:pt x="521824" y="4587248"/>
                  <a:pt x="514896" y="4588682"/>
                  <a:pt x="508214" y="4592532"/>
                </a:cubicBezTo>
                <a:cubicBezTo>
                  <a:pt x="502933" y="4595752"/>
                  <a:pt x="497090" y="4595855"/>
                  <a:pt x="492015" y="4593927"/>
                </a:cubicBezTo>
                <a:cubicBezTo>
                  <a:pt x="482497" y="4591473"/>
                  <a:pt x="473222" y="4591433"/>
                  <a:pt x="463182" y="4593427"/>
                </a:cubicBezTo>
                <a:cubicBezTo>
                  <a:pt x="453840" y="4595105"/>
                  <a:pt x="444745" y="4599200"/>
                  <a:pt x="434527" y="4597060"/>
                </a:cubicBezTo>
                <a:cubicBezTo>
                  <a:pt x="425640" y="4596006"/>
                  <a:pt x="417697" y="4597054"/>
                  <a:pt x="413155" y="4607524"/>
                </a:cubicBezTo>
                <a:cubicBezTo>
                  <a:pt x="407093" y="4595928"/>
                  <a:pt x="399082" y="4598693"/>
                  <a:pt x="390372" y="4601772"/>
                </a:cubicBezTo>
                <a:cubicBezTo>
                  <a:pt x="384076" y="4604607"/>
                  <a:pt x="377465" y="4606742"/>
                  <a:pt x="370358" y="4604042"/>
                </a:cubicBezTo>
                <a:cubicBezTo>
                  <a:pt x="359894" y="4599486"/>
                  <a:pt x="349921" y="4599761"/>
                  <a:pt x="339250" y="4600353"/>
                </a:cubicBezTo>
                <a:cubicBezTo>
                  <a:pt x="320635" y="4601993"/>
                  <a:pt x="301953" y="4605348"/>
                  <a:pt x="283161" y="4602854"/>
                </a:cubicBezTo>
                <a:cubicBezTo>
                  <a:pt x="268115" y="4601204"/>
                  <a:pt x="253314" y="4601970"/>
                  <a:pt x="238692" y="4606868"/>
                </a:cubicBezTo>
                <a:cubicBezTo>
                  <a:pt x="234495" y="4608757"/>
                  <a:pt x="230749" y="4607916"/>
                  <a:pt x="227457" y="4604343"/>
                </a:cubicBezTo>
                <a:cubicBezTo>
                  <a:pt x="215868" y="4593550"/>
                  <a:pt x="215168" y="4593866"/>
                  <a:pt x="200792" y="4601182"/>
                </a:cubicBezTo>
                <a:cubicBezTo>
                  <a:pt x="199392" y="4601811"/>
                  <a:pt x="197993" y="4602442"/>
                  <a:pt x="195895" y="4603385"/>
                </a:cubicBezTo>
                <a:cubicBezTo>
                  <a:pt x="196101" y="4598237"/>
                  <a:pt x="196307" y="4593089"/>
                  <a:pt x="196829" y="4588641"/>
                </a:cubicBezTo>
                <a:cubicBezTo>
                  <a:pt x="196474" y="4580375"/>
                  <a:pt x="200808" y="4575053"/>
                  <a:pt x="208119" y="4572603"/>
                </a:cubicBezTo>
                <a:cubicBezTo>
                  <a:pt x="212318" y="4570714"/>
                  <a:pt x="216445" y="4570540"/>
                  <a:pt x="220327" y="4567949"/>
                </a:cubicBezTo>
                <a:cubicBezTo>
                  <a:pt x="226692" y="4563399"/>
                  <a:pt x="229422" y="4563854"/>
                  <a:pt x="233976" y="4570230"/>
                </a:cubicBezTo>
                <a:cubicBezTo>
                  <a:pt x="235238" y="4573033"/>
                  <a:pt x="236499" y="4575836"/>
                  <a:pt x="237761" y="4578638"/>
                </a:cubicBezTo>
                <a:cubicBezTo>
                  <a:pt x="238955" y="4583157"/>
                  <a:pt x="241368" y="4582913"/>
                  <a:pt x="244866" y="4581337"/>
                </a:cubicBezTo>
                <a:cubicBezTo>
                  <a:pt x="252878" y="4578573"/>
                  <a:pt x="256896" y="4572550"/>
                  <a:pt x="259586" y="4565442"/>
                </a:cubicBezTo>
                <a:cubicBezTo>
                  <a:pt x="260669" y="4564111"/>
                  <a:pt x="260423" y="4561694"/>
                  <a:pt x="262836" y="4561450"/>
                </a:cubicBezTo>
                <a:cubicBezTo>
                  <a:pt x="264551" y="4561520"/>
                  <a:pt x="265498" y="4563622"/>
                  <a:pt x="266828" y="4564708"/>
                </a:cubicBezTo>
                <a:cubicBezTo>
                  <a:pt x="267458" y="4566109"/>
                  <a:pt x="267775" y="4566810"/>
                  <a:pt x="268405" y="4568211"/>
                </a:cubicBezTo>
                <a:cubicBezTo>
                  <a:pt x="270613" y="4573115"/>
                  <a:pt x="273342" y="4573571"/>
                  <a:pt x="276909" y="4570281"/>
                </a:cubicBezTo>
                <a:cubicBezTo>
                  <a:pt x="280161" y="4566289"/>
                  <a:pt x="283205" y="4567446"/>
                  <a:pt x="286881" y="4570003"/>
                </a:cubicBezTo>
                <a:cubicBezTo>
                  <a:pt x="290243" y="4571861"/>
                  <a:pt x="290803" y="4574979"/>
                  <a:pt x="289651" y="4578025"/>
                </a:cubicBezTo>
                <a:cubicBezTo>
                  <a:pt x="288814" y="4581772"/>
                  <a:pt x="284686" y="4581946"/>
                  <a:pt x="280941" y="4581105"/>
                </a:cubicBezTo>
                <a:cubicBezTo>
                  <a:pt x="278526" y="4581350"/>
                  <a:pt x="276497" y="4580578"/>
                  <a:pt x="275660" y="4584325"/>
                </a:cubicBezTo>
                <a:cubicBezTo>
                  <a:pt x="274824" y="4588072"/>
                  <a:pt x="276853" y="4588844"/>
                  <a:pt x="279198" y="4590316"/>
                </a:cubicBezTo>
                <a:cubicBezTo>
                  <a:pt x="284274" y="4592243"/>
                  <a:pt x="295603" y="4583772"/>
                  <a:pt x="294480" y="4577537"/>
                </a:cubicBezTo>
                <a:cubicBezTo>
                  <a:pt x="293177" y="4567169"/>
                  <a:pt x="300105" y="4565736"/>
                  <a:pt x="307032" y="4564302"/>
                </a:cubicBezTo>
                <a:cubicBezTo>
                  <a:pt x="321269" y="4560419"/>
                  <a:pt x="336702" y="4561055"/>
                  <a:pt x="350872" y="4558888"/>
                </a:cubicBezTo>
                <a:cubicBezTo>
                  <a:pt x="355000" y="4558715"/>
                  <a:pt x="356262" y="4561517"/>
                  <a:pt x="356125" y="4564950"/>
                </a:cubicBezTo>
                <a:cubicBezTo>
                  <a:pt x="356302" y="4569083"/>
                  <a:pt x="356480" y="4573216"/>
                  <a:pt x="357674" y="4577734"/>
                </a:cubicBezTo>
                <a:cubicBezTo>
                  <a:pt x="359567" y="4581937"/>
                  <a:pt x="362995" y="4582080"/>
                  <a:pt x="366424" y="4582221"/>
                </a:cubicBezTo>
                <a:cubicBezTo>
                  <a:pt x="369154" y="4582677"/>
                  <a:pt x="368275" y="4578859"/>
                  <a:pt x="369359" y="4577528"/>
                </a:cubicBezTo>
                <a:cubicBezTo>
                  <a:pt x="370651" y="4571048"/>
                  <a:pt x="372639" y="4564255"/>
                  <a:pt x="373929" y="4557775"/>
                </a:cubicBezTo>
                <a:cubicBezTo>
                  <a:pt x="375261" y="4558862"/>
                  <a:pt x="375575" y="4559562"/>
                  <a:pt x="375890" y="4560263"/>
                </a:cubicBezTo>
                <a:cubicBezTo>
                  <a:pt x="380375" y="4568356"/>
                  <a:pt x="380375" y="4568356"/>
                  <a:pt x="386178" y="4560688"/>
                </a:cubicBezTo>
                <a:cubicBezTo>
                  <a:pt x="388030" y="4557326"/>
                  <a:pt x="389360" y="4558412"/>
                  <a:pt x="391007" y="4560198"/>
                </a:cubicBezTo>
                <a:cubicBezTo>
                  <a:pt x="395629" y="4564858"/>
                  <a:pt x="400773" y="4565070"/>
                  <a:pt x="405039" y="4561465"/>
                </a:cubicBezTo>
                <a:cubicBezTo>
                  <a:pt x="411156" y="4554497"/>
                  <a:pt x="419168" y="4551732"/>
                  <a:pt x="426863" y="4548267"/>
                </a:cubicBezTo>
                <a:cubicBezTo>
                  <a:pt x="431061" y="4546378"/>
                  <a:pt x="432844" y="4544732"/>
                  <a:pt x="428154" y="4541789"/>
                </a:cubicBezTo>
                <a:cubicBezTo>
                  <a:pt x="424161" y="4538530"/>
                  <a:pt x="423600" y="4535413"/>
                  <a:pt x="427236" y="4530406"/>
                </a:cubicBezTo>
                <a:cubicBezTo>
                  <a:pt x="419993" y="4531139"/>
                  <a:pt x="413065" y="4532572"/>
                  <a:pt x="406206" y="4532290"/>
                </a:cubicBezTo>
                <a:cubicBezTo>
                  <a:pt x="399664" y="4532707"/>
                  <a:pt x="392805" y="4532425"/>
                  <a:pt x="386401" y="4529410"/>
                </a:cubicBezTo>
                <a:cubicBezTo>
                  <a:pt x="394548" y="4523214"/>
                  <a:pt x="394548" y="4523214"/>
                  <a:pt x="410680" y="4523535"/>
                </a:cubicBezTo>
                <a:cubicBezTo>
                  <a:pt x="420967" y="4523959"/>
                  <a:pt x="424849" y="4521369"/>
                  <a:pt x="426907" y="4512858"/>
                </a:cubicBezTo>
                <a:cubicBezTo>
                  <a:pt x="428650" y="4503646"/>
                  <a:pt x="428650" y="4503646"/>
                  <a:pt x="436317" y="4509464"/>
                </a:cubicBezTo>
                <a:cubicBezTo>
                  <a:pt x="436632" y="4510165"/>
                  <a:pt x="437648" y="4510549"/>
                  <a:pt x="437963" y="4511251"/>
                </a:cubicBezTo>
                <a:cubicBezTo>
                  <a:pt x="455958" y="4525058"/>
                  <a:pt x="466067" y="4521348"/>
                  <a:pt x="472420" y="4499950"/>
                </a:cubicBezTo>
                <a:cubicBezTo>
                  <a:pt x="474479" y="4491440"/>
                  <a:pt x="479582" y="4484087"/>
                  <a:pt x="486647" y="4479221"/>
                </a:cubicBezTo>
                <a:cubicBezTo>
                  <a:pt x="494727" y="4474740"/>
                  <a:pt x="502983" y="4474392"/>
                  <a:pt x="511940" y="4473730"/>
                </a:cubicBezTo>
                <a:cubicBezTo>
                  <a:pt x="522928" y="4473840"/>
                  <a:pt x="534615" y="4473633"/>
                  <a:pt x="545040" y="4470625"/>
                </a:cubicBezTo>
                <a:lnTo>
                  <a:pt x="553920" y="4469373"/>
                </a:lnTo>
                <a:lnTo>
                  <a:pt x="555336" y="4461800"/>
                </a:lnTo>
                <a:cubicBezTo>
                  <a:pt x="557177" y="4459444"/>
                  <a:pt x="559019" y="4457089"/>
                  <a:pt x="556089" y="4454034"/>
                </a:cubicBezTo>
                <a:cubicBezTo>
                  <a:pt x="553733" y="4452188"/>
                  <a:pt x="550684" y="4455117"/>
                  <a:pt x="548269" y="4456264"/>
                </a:cubicBezTo>
                <a:cubicBezTo>
                  <a:pt x="544646" y="4457983"/>
                  <a:pt x="542231" y="4459130"/>
                  <a:pt x="540964" y="4462695"/>
                </a:cubicBezTo>
                <a:cubicBezTo>
                  <a:pt x="539697" y="4466261"/>
                  <a:pt x="537282" y="4467406"/>
                  <a:pt x="533718" y="4466135"/>
                </a:cubicBezTo>
                <a:cubicBezTo>
                  <a:pt x="514119" y="4459137"/>
                  <a:pt x="495550" y="4460543"/>
                  <a:pt x="478010" y="4470351"/>
                </a:cubicBezTo>
                <a:cubicBezTo>
                  <a:pt x="470130" y="4475573"/>
                  <a:pt x="461677" y="4479585"/>
                  <a:pt x="452649" y="4482390"/>
                </a:cubicBezTo>
                <a:cubicBezTo>
                  <a:pt x="447819" y="4484683"/>
                  <a:pt x="440573" y="4488122"/>
                  <a:pt x="435287" y="4483221"/>
                </a:cubicBezTo>
                <a:cubicBezTo>
                  <a:pt x="431784" y="4478957"/>
                  <a:pt x="436100" y="4472462"/>
                  <a:pt x="438001" y="4467115"/>
                </a:cubicBezTo>
                <a:cubicBezTo>
                  <a:pt x="439268" y="4463550"/>
                  <a:pt x="441110" y="4461194"/>
                  <a:pt x="442377" y="4457629"/>
                </a:cubicBezTo>
                <a:cubicBezTo>
                  <a:pt x="443644" y="4454063"/>
                  <a:pt x="448532" y="4448778"/>
                  <a:pt x="443821" y="4445087"/>
                </a:cubicBezTo>
                <a:cubicBezTo>
                  <a:pt x="440318" y="4440823"/>
                  <a:pt x="434280" y="4443689"/>
                  <a:pt x="430024" y="4447191"/>
                </a:cubicBezTo>
                <a:cubicBezTo>
                  <a:pt x="419154" y="4452351"/>
                  <a:pt x="409552" y="4453945"/>
                  <a:pt x="396388" y="4454267"/>
                </a:cubicBezTo>
                <a:cubicBezTo>
                  <a:pt x="366495" y="4453637"/>
                  <a:pt x="356080" y="4465990"/>
                  <a:pt x="357902" y="4494764"/>
                </a:cubicBezTo>
                <a:cubicBezTo>
                  <a:pt x="358871" y="4506159"/>
                  <a:pt x="355130" y="4513862"/>
                  <a:pt x="344895" y="4517239"/>
                </a:cubicBezTo>
                <a:cubicBezTo>
                  <a:pt x="333989" y="4494261"/>
                  <a:pt x="323654" y="4472492"/>
                  <a:pt x="312747" y="4449515"/>
                </a:cubicBezTo>
                <a:cubicBezTo>
                  <a:pt x="329079" y="4440279"/>
                  <a:pt x="329831" y="4432512"/>
                  <a:pt x="319834" y="4423921"/>
                </a:cubicBezTo>
                <a:cubicBezTo>
                  <a:pt x="316905" y="4420866"/>
                  <a:pt x="310925" y="4420741"/>
                  <a:pt x="311619" y="4415965"/>
                </a:cubicBezTo>
                <a:cubicBezTo>
                  <a:pt x="313519" y="4410618"/>
                  <a:pt x="318924" y="4409534"/>
                  <a:pt x="323121" y="4409024"/>
                </a:cubicBezTo>
                <a:cubicBezTo>
                  <a:pt x="326744" y="4407304"/>
                  <a:pt x="329732" y="4407368"/>
                  <a:pt x="332722" y="4407430"/>
                </a:cubicBezTo>
                <a:cubicBezTo>
                  <a:pt x="341115" y="4406409"/>
                  <a:pt x="344165" y="4403480"/>
                  <a:pt x="341355" y="4394442"/>
                </a:cubicBezTo>
                <a:cubicBezTo>
                  <a:pt x="340265" y="4389031"/>
                  <a:pt x="340443" y="4380055"/>
                  <a:pt x="348204" y="4380817"/>
                </a:cubicBezTo>
                <a:cubicBezTo>
                  <a:pt x="358379" y="4380432"/>
                  <a:pt x="366832" y="4376419"/>
                  <a:pt x="375860" y="4373616"/>
                </a:cubicBezTo>
                <a:cubicBezTo>
                  <a:pt x="383680" y="4371386"/>
                  <a:pt x="393282" y="4369791"/>
                  <a:pt x="400586" y="4363360"/>
                </a:cubicBezTo>
                <a:cubicBezTo>
                  <a:pt x="406684" y="4357502"/>
                  <a:pt x="413991" y="4351070"/>
                  <a:pt x="402211" y="4341843"/>
                </a:cubicBezTo>
                <a:cubicBezTo>
                  <a:pt x="398074" y="4339362"/>
                  <a:pt x="399340" y="4335796"/>
                  <a:pt x="403597" y="4332294"/>
                </a:cubicBezTo>
                <a:cubicBezTo>
                  <a:pt x="421711" y="4323696"/>
                  <a:pt x="430046" y="4325666"/>
                  <a:pt x="439864" y="4343233"/>
                </a:cubicBezTo>
                <a:cubicBezTo>
                  <a:pt x="442734" y="4349280"/>
                  <a:pt x="446239" y="4353545"/>
                  <a:pt x="452217" y="4353670"/>
                </a:cubicBezTo>
                <a:cubicBezTo>
                  <a:pt x="462392" y="4353286"/>
                  <a:pt x="471994" y="4351692"/>
                  <a:pt x="480507" y="4344687"/>
                </a:cubicBezTo>
                <a:cubicBezTo>
                  <a:pt x="482922" y="4343541"/>
                  <a:pt x="481834" y="4338130"/>
                  <a:pt x="479478" y="4336285"/>
                </a:cubicBezTo>
                <a:cubicBezTo>
                  <a:pt x="477755" y="4332656"/>
                  <a:pt x="475460" y="4327818"/>
                  <a:pt x="476727" y="4324254"/>
                </a:cubicBezTo>
                <a:cubicBezTo>
                  <a:pt x="478627" y="4318905"/>
                  <a:pt x="479439" y="4308147"/>
                  <a:pt x="486506" y="4313683"/>
                </a:cubicBezTo>
                <a:cubicBezTo>
                  <a:pt x="502481" y="4322401"/>
                  <a:pt x="514559" y="4316668"/>
                  <a:pt x="527843" y="4310362"/>
                </a:cubicBezTo>
                <a:cubicBezTo>
                  <a:pt x="535662" y="4308132"/>
                  <a:pt x="543481" y="4305902"/>
                  <a:pt x="552391" y="4309083"/>
                </a:cubicBezTo>
                <a:cubicBezTo>
                  <a:pt x="585668" y="4319960"/>
                  <a:pt x="603209" y="4310151"/>
                  <a:pt x="607485" y="4275520"/>
                </a:cubicBezTo>
                <a:cubicBezTo>
                  <a:pt x="608873" y="4265971"/>
                  <a:pt x="613761" y="4260686"/>
                  <a:pt x="623244" y="4265076"/>
                </a:cubicBezTo>
                <a:cubicBezTo>
                  <a:pt x="644625" y="4272710"/>
                  <a:pt x="665036" y="4268949"/>
                  <a:pt x="684931" y="4260985"/>
                </a:cubicBezTo>
                <a:cubicBezTo>
                  <a:pt x="695166" y="4257609"/>
                  <a:pt x="704254" y="4251813"/>
                  <a:pt x="715697" y="4247864"/>
                </a:cubicBezTo>
                <a:cubicBezTo>
                  <a:pt x="734958" y="4241684"/>
                  <a:pt x="750658" y="4234232"/>
                  <a:pt x="747570" y="4209023"/>
                </a:cubicBezTo>
                <a:cubicBezTo>
                  <a:pt x="751589" y="4217489"/>
                  <a:pt x="753251" y="4224109"/>
                  <a:pt x="760319" y="4229645"/>
                </a:cubicBezTo>
                <a:cubicBezTo>
                  <a:pt x="768534" y="4237600"/>
                  <a:pt x="778710" y="4237216"/>
                  <a:pt x="787163" y="4233204"/>
                </a:cubicBezTo>
                <a:cubicBezTo>
                  <a:pt x="796250" y="4227407"/>
                  <a:pt x="786193" y="4221809"/>
                  <a:pt x="785104" y="4216398"/>
                </a:cubicBezTo>
                <a:cubicBezTo>
                  <a:pt x="782868" y="4208568"/>
                  <a:pt x="785402" y="4201438"/>
                  <a:pt x="794371" y="4201626"/>
                </a:cubicBezTo>
                <a:cubicBezTo>
                  <a:pt x="806327" y="4201877"/>
                  <a:pt x="814781" y="4197865"/>
                  <a:pt x="825075" y="4191497"/>
                </a:cubicBezTo>
                <a:cubicBezTo>
                  <a:pt x="836638" y="4181563"/>
                  <a:pt x="849920" y="4175257"/>
                  <a:pt x="866589" y="4179200"/>
                </a:cubicBezTo>
                <a:cubicBezTo>
                  <a:pt x="876706" y="4181808"/>
                  <a:pt x="883377" y="4177158"/>
                  <a:pt x="886545" y="4168245"/>
                </a:cubicBezTo>
                <a:lnTo>
                  <a:pt x="887035" y="4166866"/>
                </a:lnTo>
                <a:lnTo>
                  <a:pt x="882684" y="4163094"/>
                </a:lnTo>
                <a:cubicBezTo>
                  <a:pt x="878090" y="4158047"/>
                  <a:pt x="871660" y="4152541"/>
                  <a:pt x="864552" y="4153690"/>
                </a:cubicBezTo>
                <a:cubicBezTo>
                  <a:pt x="834741" y="4155994"/>
                  <a:pt x="811311" y="4132592"/>
                  <a:pt x="781266" y="4131912"/>
                </a:cubicBezTo>
                <a:lnTo>
                  <a:pt x="777725" y="4129841"/>
                </a:lnTo>
                <a:lnTo>
                  <a:pt x="770042" y="4131672"/>
                </a:lnTo>
                <a:cubicBezTo>
                  <a:pt x="755352" y="4133457"/>
                  <a:pt x="740405" y="4133144"/>
                  <a:pt x="724627" y="4129520"/>
                </a:cubicBezTo>
                <a:cubicBezTo>
                  <a:pt x="706177" y="4124940"/>
                  <a:pt x="689626" y="4115014"/>
                  <a:pt x="673711" y="4103304"/>
                </a:cubicBezTo>
                <a:cubicBezTo>
                  <a:pt x="672146" y="4121830"/>
                  <a:pt x="666682" y="4125906"/>
                  <a:pt x="648864" y="4119544"/>
                </a:cubicBezTo>
                <a:cubicBezTo>
                  <a:pt x="643519" y="4117635"/>
                  <a:pt x="638234" y="4112736"/>
                  <a:pt x="636571" y="4106116"/>
                </a:cubicBezTo>
                <a:cubicBezTo>
                  <a:pt x="632612" y="4094658"/>
                  <a:pt x="622437" y="4095043"/>
                  <a:pt x="613409" y="4097845"/>
                </a:cubicBezTo>
                <a:cubicBezTo>
                  <a:pt x="603807" y="4099440"/>
                  <a:pt x="603055" y="4107206"/>
                  <a:pt x="602304" y="4114973"/>
                </a:cubicBezTo>
                <a:cubicBezTo>
                  <a:pt x="602758" y="4122166"/>
                  <a:pt x="606202" y="4129423"/>
                  <a:pt x="602401" y="4140118"/>
                </a:cubicBezTo>
                <a:cubicBezTo>
                  <a:pt x="599135" y="4123886"/>
                  <a:pt x="590166" y="4123698"/>
                  <a:pt x="579359" y="4125865"/>
                </a:cubicBezTo>
                <a:cubicBezTo>
                  <a:pt x="570330" y="4128669"/>
                  <a:pt x="557800" y="4127208"/>
                  <a:pt x="555562" y="4119378"/>
                </a:cubicBezTo>
                <a:cubicBezTo>
                  <a:pt x="551662" y="4104928"/>
                  <a:pt x="546555" y="4091052"/>
                  <a:pt x="549843" y="4076155"/>
                </a:cubicBezTo>
                <a:cubicBezTo>
                  <a:pt x="551802" y="4067815"/>
                  <a:pt x="556059" y="4064313"/>
                  <a:pt x="565086" y="4061510"/>
                </a:cubicBezTo>
                <a:cubicBezTo>
                  <a:pt x="572271" y="4061062"/>
                  <a:pt x="575835" y="4062334"/>
                  <a:pt x="578072" y="4070164"/>
                </a:cubicBezTo>
                <a:cubicBezTo>
                  <a:pt x="580369" y="4075001"/>
                  <a:pt x="585139" y="4075700"/>
                  <a:pt x="588762" y="4073980"/>
                </a:cubicBezTo>
                <a:cubicBezTo>
                  <a:pt x="602680" y="4065891"/>
                  <a:pt x="614577" y="4069136"/>
                  <a:pt x="627050" y="4073589"/>
                </a:cubicBezTo>
                <a:cubicBezTo>
                  <a:pt x="638947" y="4076832"/>
                  <a:pt x="649756" y="4074664"/>
                  <a:pt x="654192" y="4062187"/>
                </a:cubicBezTo>
                <a:cubicBezTo>
                  <a:pt x="657359" y="4053274"/>
                  <a:pt x="660922" y="4054545"/>
                  <a:pt x="663159" y="4062375"/>
                </a:cubicBezTo>
                <a:cubicBezTo>
                  <a:pt x="665456" y="4067212"/>
                  <a:pt x="668444" y="4067275"/>
                  <a:pt x="674424" y="4067401"/>
                </a:cubicBezTo>
                <a:cubicBezTo>
                  <a:pt x="698397" y="4064912"/>
                  <a:pt x="720135" y="4054593"/>
                  <a:pt x="737220" y="4037592"/>
                </a:cubicBezTo>
                <a:lnTo>
                  <a:pt x="756255" y="4026763"/>
                </a:lnTo>
                <a:lnTo>
                  <a:pt x="755376" y="4024979"/>
                </a:lnTo>
                <a:cubicBezTo>
                  <a:pt x="758501" y="4017441"/>
                  <a:pt x="752672" y="4016033"/>
                  <a:pt x="747533" y="4014284"/>
                </a:cubicBezTo>
                <a:cubicBezTo>
                  <a:pt x="733134" y="4011105"/>
                  <a:pt x="719048" y="4013769"/>
                  <a:pt x="704965" y="4016432"/>
                </a:cubicBezTo>
                <a:cubicBezTo>
                  <a:pt x="682632" y="4021451"/>
                  <a:pt x="660288" y="4028188"/>
                  <a:pt x="636630" y="4023580"/>
                </a:cubicBezTo>
                <a:cubicBezTo>
                  <a:pt x="629086" y="4022160"/>
                  <a:pt x="622213" y="4023837"/>
                  <a:pt x="615672" y="4027920"/>
                </a:cubicBezTo>
                <a:cubicBezTo>
                  <a:pt x="610509" y="4031324"/>
                  <a:pt x="604672" y="4031632"/>
                  <a:pt x="599532" y="4029884"/>
                </a:cubicBezTo>
                <a:cubicBezTo>
                  <a:pt x="589932" y="4027765"/>
                  <a:pt x="580663" y="4028053"/>
                  <a:pt x="570700" y="4030398"/>
                </a:cubicBezTo>
                <a:cubicBezTo>
                  <a:pt x="561422" y="4032404"/>
                  <a:pt x="552477" y="4036816"/>
                  <a:pt x="542190" y="4035037"/>
                </a:cubicBezTo>
                <a:cubicBezTo>
                  <a:pt x="533270" y="4034295"/>
                  <a:pt x="525371" y="4035623"/>
                  <a:pt x="521199" y="4046247"/>
                </a:cubicBezTo>
                <a:cubicBezTo>
                  <a:pt x="514733" y="4034871"/>
                  <a:pt x="506826" y="4037915"/>
                  <a:pt x="498228" y="4041299"/>
                </a:cubicBezTo>
                <a:cubicBezTo>
                  <a:pt x="492035" y="4044353"/>
                  <a:pt x="485503" y="4046719"/>
                  <a:pt x="478307" y="4044271"/>
                </a:cubicBezTo>
                <a:cubicBezTo>
                  <a:pt x="467688" y="4040085"/>
                  <a:pt x="457731" y="4040712"/>
                  <a:pt x="447088" y="4041678"/>
                </a:cubicBezTo>
                <a:cubicBezTo>
                  <a:pt x="428543" y="4043972"/>
                  <a:pt x="409990" y="4047983"/>
                  <a:pt x="391122" y="4046151"/>
                </a:cubicBezTo>
                <a:cubicBezTo>
                  <a:pt x="376026" y="4045031"/>
                  <a:pt x="361262" y="4046317"/>
                  <a:pt x="346820" y="4051727"/>
                </a:cubicBezTo>
                <a:cubicBezTo>
                  <a:pt x="342692" y="4053762"/>
                  <a:pt x="338920" y="4053053"/>
                  <a:pt x="335505" y="4049597"/>
                </a:cubicBezTo>
                <a:cubicBezTo>
                  <a:pt x="323543" y="4039220"/>
                  <a:pt x="322855" y="4039559"/>
                  <a:pt x="308745" y="4047376"/>
                </a:cubicBezTo>
                <a:cubicBezTo>
                  <a:pt x="307369" y="4048055"/>
                  <a:pt x="305993" y="4048733"/>
                  <a:pt x="303928" y="4049751"/>
                </a:cubicBezTo>
                <a:cubicBezTo>
                  <a:pt x="303953" y="4044599"/>
                  <a:pt x="303978" y="4039446"/>
                  <a:pt x="304344" y="4034982"/>
                </a:cubicBezTo>
                <a:cubicBezTo>
                  <a:pt x="303697" y="4026734"/>
                  <a:pt x="307841" y="4021263"/>
                  <a:pt x="315063" y="4018559"/>
                </a:cubicBezTo>
                <a:cubicBezTo>
                  <a:pt x="319191" y="4016522"/>
                  <a:pt x="323311" y="4016203"/>
                  <a:pt x="327099" y="4013478"/>
                </a:cubicBezTo>
                <a:cubicBezTo>
                  <a:pt x="333300" y="4008706"/>
                  <a:pt x="336045" y="4009066"/>
                  <a:pt x="340820" y="4015276"/>
                </a:cubicBezTo>
                <a:cubicBezTo>
                  <a:pt x="342179" y="4018034"/>
                  <a:pt x="343538" y="4020791"/>
                  <a:pt x="344897" y="4023547"/>
                </a:cubicBezTo>
                <a:cubicBezTo>
                  <a:pt x="346249" y="4028021"/>
                  <a:pt x="348653" y="4027692"/>
                  <a:pt x="352094" y="4025994"/>
                </a:cubicBezTo>
                <a:cubicBezTo>
                  <a:pt x="360003" y="4022949"/>
                  <a:pt x="363807" y="4016789"/>
                  <a:pt x="366245" y="4009591"/>
                </a:cubicBezTo>
                <a:cubicBezTo>
                  <a:pt x="367280" y="4008223"/>
                  <a:pt x="366949" y="4005816"/>
                  <a:pt x="369354" y="4005487"/>
                </a:cubicBezTo>
                <a:cubicBezTo>
                  <a:pt x="371069" y="4005497"/>
                  <a:pt x="372089" y="4007565"/>
                  <a:pt x="373457" y="4008603"/>
                </a:cubicBezTo>
                <a:cubicBezTo>
                  <a:pt x="374137" y="4009981"/>
                  <a:pt x="374477" y="4010671"/>
                  <a:pt x="375156" y="4012047"/>
                </a:cubicBezTo>
                <a:cubicBezTo>
                  <a:pt x="377535" y="4016872"/>
                  <a:pt x="380279" y="4017232"/>
                  <a:pt x="383728" y="4013818"/>
                </a:cubicBezTo>
                <a:cubicBezTo>
                  <a:pt x="386838" y="4009713"/>
                  <a:pt x="389921" y="4010763"/>
                  <a:pt x="393684" y="4013190"/>
                </a:cubicBezTo>
                <a:cubicBezTo>
                  <a:pt x="397109" y="4014928"/>
                  <a:pt x="397779" y="4018024"/>
                  <a:pt x="396735" y="4021110"/>
                </a:cubicBezTo>
                <a:cubicBezTo>
                  <a:pt x="396030" y="4024883"/>
                  <a:pt x="391910" y="4025203"/>
                  <a:pt x="388139" y="4024493"/>
                </a:cubicBezTo>
                <a:cubicBezTo>
                  <a:pt x="385734" y="4024822"/>
                  <a:pt x="383678" y="4024123"/>
                  <a:pt x="382974" y="4027897"/>
                </a:cubicBezTo>
                <a:cubicBezTo>
                  <a:pt x="382269" y="4031671"/>
                  <a:pt x="384326" y="4032370"/>
                  <a:pt x="386720" y="4033759"/>
                </a:cubicBezTo>
                <a:cubicBezTo>
                  <a:pt x="391861" y="4035508"/>
                  <a:pt x="402885" y="4026643"/>
                  <a:pt x="401543" y="4020451"/>
                </a:cubicBezTo>
                <a:cubicBezTo>
                  <a:pt x="399877" y="4010135"/>
                  <a:pt x="406750" y="4008459"/>
                  <a:pt x="413622" y="4006784"/>
                </a:cubicBezTo>
                <a:cubicBezTo>
                  <a:pt x="427716" y="4002402"/>
                  <a:pt x="443159" y="4002494"/>
                  <a:pt x="457244" y="3999831"/>
                </a:cubicBezTo>
                <a:cubicBezTo>
                  <a:pt x="461363" y="3999513"/>
                  <a:pt x="462724" y="4002269"/>
                  <a:pt x="462707" y="4005705"/>
                </a:cubicBezTo>
                <a:cubicBezTo>
                  <a:pt x="463029" y="4009829"/>
                  <a:pt x="463353" y="4013952"/>
                  <a:pt x="464705" y="4018426"/>
                </a:cubicBezTo>
                <a:cubicBezTo>
                  <a:pt x="466744" y="4022560"/>
                  <a:pt x="470176" y="4022580"/>
                  <a:pt x="473608" y="4022601"/>
                </a:cubicBezTo>
                <a:cubicBezTo>
                  <a:pt x="476352" y="4022962"/>
                  <a:pt x="475341" y="4019177"/>
                  <a:pt x="476376" y="4017810"/>
                </a:cubicBezTo>
                <a:cubicBezTo>
                  <a:pt x="477439" y="4011288"/>
                  <a:pt x="479187" y="4004429"/>
                  <a:pt x="480248" y="3997908"/>
                </a:cubicBezTo>
                <a:cubicBezTo>
                  <a:pt x="481616" y="3998947"/>
                  <a:pt x="481957" y="3999636"/>
                  <a:pt x="482296" y="4000325"/>
                </a:cubicBezTo>
                <a:cubicBezTo>
                  <a:pt x="487062" y="4008254"/>
                  <a:pt x="487062" y="4008254"/>
                  <a:pt x="492592" y="4000388"/>
                </a:cubicBezTo>
                <a:cubicBezTo>
                  <a:pt x="494324" y="3996963"/>
                  <a:pt x="495692" y="3998001"/>
                  <a:pt x="497400" y="3999729"/>
                </a:cubicBezTo>
                <a:cubicBezTo>
                  <a:pt x="502183" y="4004223"/>
                  <a:pt x="507332" y="4004255"/>
                  <a:pt x="511468" y="4000501"/>
                </a:cubicBezTo>
                <a:cubicBezTo>
                  <a:pt x="517337" y="3993321"/>
                  <a:pt x="525247" y="3990277"/>
                  <a:pt x="532814" y="3986544"/>
                </a:cubicBezTo>
                <a:cubicBezTo>
                  <a:pt x="536944" y="3984508"/>
                  <a:pt x="538668" y="3982801"/>
                  <a:pt x="533876" y="3980024"/>
                </a:cubicBezTo>
                <a:cubicBezTo>
                  <a:pt x="529773" y="3976907"/>
                  <a:pt x="529101" y="3973811"/>
                  <a:pt x="532559" y="3968680"/>
                </a:cubicBezTo>
                <a:cubicBezTo>
                  <a:pt x="525346" y="3969668"/>
                  <a:pt x="518473" y="3971343"/>
                  <a:pt x="511610" y="3971302"/>
                </a:cubicBezTo>
                <a:cubicBezTo>
                  <a:pt x="505085" y="3971950"/>
                  <a:pt x="498222" y="3971909"/>
                  <a:pt x="491713" y="3969121"/>
                </a:cubicBezTo>
                <a:cubicBezTo>
                  <a:pt x="499639" y="3962642"/>
                  <a:pt x="499639" y="3962642"/>
                  <a:pt x="515772" y="3962396"/>
                </a:cubicBezTo>
                <a:cubicBezTo>
                  <a:pt x="526067" y="3962458"/>
                  <a:pt x="529856" y="3959732"/>
                  <a:pt x="531613" y="3951154"/>
                </a:cubicBezTo>
                <a:cubicBezTo>
                  <a:pt x="533031" y="3941889"/>
                  <a:pt x="533031" y="3941889"/>
                  <a:pt x="540899" y="3947431"/>
                </a:cubicBezTo>
                <a:cubicBezTo>
                  <a:pt x="541238" y="3948121"/>
                  <a:pt x="542267" y="3948470"/>
                  <a:pt x="542606" y="3949160"/>
                </a:cubicBezTo>
                <a:cubicBezTo>
                  <a:pt x="561076" y="3962325"/>
                  <a:pt x="571049" y="3958262"/>
                  <a:pt x="576645" y="3936654"/>
                </a:cubicBezTo>
                <a:cubicBezTo>
                  <a:pt x="578403" y="3928077"/>
                  <a:pt x="583244" y="3920548"/>
                  <a:pt x="590133" y="3915437"/>
                </a:cubicBezTo>
                <a:cubicBezTo>
                  <a:pt x="598051" y="3910676"/>
                  <a:pt x="606289" y="3910038"/>
                  <a:pt x="615218" y="3909061"/>
                </a:cubicBezTo>
                <a:cubicBezTo>
                  <a:pt x="626203" y="3908784"/>
                  <a:pt x="637874" y="3908166"/>
                  <a:pt x="648188" y="3904793"/>
                </a:cubicBezTo>
                <a:cubicBezTo>
                  <a:pt x="656097" y="3901748"/>
                  <a:pt x="664685" y="3900082"/>
                  <a:pt x="672577" y="3900475"/>
                </a:cubicBezTo>
                <a:cubicBezTo>
                  <a:pt x="678753" y="3900854"/>
                  <a:pt x="686305" y="3900556"/>
                  <a:pt x="690789" y="3895775"/>
                </a:cubicBezTo>
                <a:cubicBezTo>
                  <a:pt x="696311" y="3889624"/>
                  <a:pt x="701451" y="3891372"/>
                  <a:pt x="707271" y="3894499"/>
                </a:cubicBezTo>
                <a:lnTo>
                  <a:pt x="731938" y="3920483"/>
                </a:lnTo>
                <a:lnTo>
                  <a:pt x="740866" y="3914347"/>
                </a:lnTo>
                <a:lnTo>
                  <a:pt x="746892" y="3911486"/>
                </a:lnTo>
                <a:lnTo>
                  <a:pt x="747004" y="3910883"/>
                </a:lnTo>
                <a:cubicBezTo>
                  <a:pt x="749450" y="3901966"/>
                  <a:pt x="756339" y="3896854"/>
                  <a:pt x="763567" y="3892433"/>
                </a:cubicBezTo>
                <a:cubicBezTo>
                  <a:pt x="769762" y="3889377"/>
                  <a:pt x="772479" y="3894890"/>
                  <a:pt x="776931" y="3896979"/>
                </a:cubicBezTo>
                <a:cubicBezTo>
                  <a:pt x="777313" y="3889080"/>
                  <a:pt x="781457" y="3883608"/>
                  <a:pt x="788331" y="3881932"/>
                </a:cubicBezTo>
                <a:cubicBezTo>
                  <a:pt x="796919" y="3880266"/>
                  <a:pt x="804148" y="3875843"/>
                  <a:pt x="811377" y="3871421"/>
                </a:cubicBezTo>
                <a:cubicBezTo>
                  <a:pt x="826862" y="3862927"/>
                  <a:pt x="843699" y="3858905"/>
                  <a:pt x="861514" y="3865539"/>
                </a:cubicBezTo>
                <a:cubicBezTo>
                  <a:pt x="864597" y="3866589"/>
                  <a:pt x="867682" y="3867637"/>
                  <a:pt x="869755" y="3864902"/>
                </a:cubicBezTo>
                <a:cubicBezTo>
                  <a:pt x="873560" y="3858741"/>
                  <a:pt x="879405" y="3856715"/>
                  <a:pt x="885249" y="3854689"/>
                </a:cubicBezTo>
                <a:cubicBezTo>
                  <a:pt x="887313" y="3853671"/>
                  <a:pt x="888350" y="3852303"/>
                  <a:pt x="888706" y="3849557"/>
                </a:cubicBezTo>
                <a:cubicBezTo>
                  <a:pt x="888383" y="3845433"/>
                  <a:pt x="891474" y="3844764"/>
                  <a:pt x="894906" y="3844785"/>
                </a:cubicBezTo>
                <a:cubicBezTo>
                  <a:pt x="899027" y="3844466"/>
                  <a:pt x="903504" y="3841402"/>
                  <a:pt x="906911" y="3846575"/>
                </a:cubicBezTo>
                <a:cubicBezTo>
                  <a:pt x="909629" y="3852088"/>
                  <a:pt x="914090" y="3852457"/>
                  <a:pt x="918897" y="3851799"/>
                </a:cubicBezTo>
                <a:cubicBezTo>
                  <a:pt x="923018" y="3851481"/>
                  <a:pt x="927147" y="3849444"/>
                  <a:pt x="929882" y="3851522"/>
                </a:cubicBezTo>
                <a:cubicBezTo>
                  <a:pt x="935693" y="3856366"/>
                  <a:pt x="939829" y="3852612"/>
                  <a:pt x="945335" y="3849897"/>
                </a:cubicBezTo>
                <a:cubicBezTo>
                  <a:pt x="947059" y="3848189"/>
                  <a:pt x="949463" y="3847860"/>
                  <a:pt x="951526" y="3846842"/>
                </a:cubicBezTo>
                <a:lnTo>
                  <a:pt x="956881" y="3844662"/>
                </a:lnTo>
                <a:lnTo>
                  <a:pt x="959336" y="3834907"/>
                </a:lnTo>
                <a:cubicBezTo>
                  <a:pt x="961143" y="3830530"/>
                  <a:pt x="964206" y="3826853"/>
                  <a:pt x="970531" y="3824592"/>
                </a:cubicBezTo>
                <a:lnTo>
                  <a:pt x="978681" y="3821188"/>
                </a:lnTo>
                <a:lnTo>
                  <a:pt x="976364" y="3820885"/>
                </a:lnTo>
                <a:cubicBezTo>
                  <a:pt x="962305" y="3818395"/>
                  <a:pt x="957190" y="3811494"/>
                  <a:pt x="960348" y="3797086"/>
                </a:cubicBezTo>
                <a:cubicBezTo>
                  <a:pt x="965140" y="3799862"/>
                  <a:pt x="970262" y="3805046"/>
                  <a:pt x="977128" y="3805087"/>
                </a:cubicBezTo>
                <a:cubicBezTo>
                  <a:pt x="984679" y="3804790"/>
                  <a:pt x="987456" y="3798279"/>
                  <a:pt x="991941" y="3793497"/>
                </a:cubicBezTo>
                <a:cubicBezTo>
                  <a:pt x="993326" y="3791100"/>
                  <a:pt x="995730" y="3790771"/>
                  <a:pt x="996740" y="3794556"/>
                </a:cubicBezTo>
                <a:cubicBezTo>
                  <a:pt x="996733" y="3796273"/>
                  <a:pt x="997413" y="3797652"/>
                  <a:pt x="997405" y="3799369"/>
                </a:cubicBezTo>
                <a:cubicBezTo>
                  <a:pt x="997737" y="3801776"/>
                  <a:pt x="998068" y="3804183"/>
                  <a:pt x="1000463" y="3805570"/>
                </a:cubicBezTo>
                <a:cubicBezTo>
                  <a:pt x="1001831" y="3806610"/>
                  <a:pt x="1002876" y="3803525"/>
                  <a:pt x="1004252" y="3802845"/>
                </a:cubicBezTo>
                <a:cubicBezTo>
                  <a:pt x="1008049" y="3798402"/>
                  <a:pt x="1010444" y="3799791"/>
                  <a:pt x="1011797" y="3804265"/>
                </a:cubicBezTo>
                <a:cubicBezTo>
                  <a:pt x="1012477" y="3805643"/>
                  <a:pt x="1011779" y="3807700"/>
                  <a:pt x="1014523" y="3808059"/>
                </a:cubicBezTo>
                <a:cubicBezTo>
                  <a:pt x="1018742" y="3787132"/>
                  <a:pt x="1023567" y="3783037"/>
                  <a:pt x="1046224" y="3782143"/>
                </a:cubicBezTo>
                <a:cubicBezTo>
                  <a:pt x="1046913" y="3781804"/>
                  <a:pt x="1046913" y="3781804"/>
                  <a:pt x="1047941" y="3782154"/>
                </a:cubicBezTo>
                <a:cubicBezTo>
                  <a:pt x="1065788" y="3781918"/>
                  <a:pt x="1082965" y="3778585"/>
                  <a:pt x="1097772" y="3768712"/>
                </a:cubicBezTo>
                <a:cubicBezTo>
                  <a:pt x="1102936" y="3765308"/>
                  <a:pt x="1107396" y="3765678"/>
                  <a:pt x="1111499" y="3768795"/>
                </a:cubicBezTo>
                <a:cubicBezTo>
                  <a:pt x="1116631" y="3772261"/>
                  <a:pt x="1122807" y="3772641"/>
                  <a:pt x="1127962" y="3770955"/>
                </a:cubicBezTo>
                <a:cubicBezTo>
                  <a:pt x="1137240" y="3768948"/>
                  <a:pt x="1146865" y="3765914"/>
                  <a:pt x="1155809" y="3761503"/>
                </a:cubicBezTo>
                <a:cubicBezTo>
                  <a:pt x="1163378" y="3757770"/>
                  <a:pt x="1163395" y="3754335"/>
                  <a:pt x="1157244" y="3748802"/>
                </a:cubicBezTo>
                <a:cubicBezTo>
                  <a:pt x="1155536" y="3747073"/>
                  <a:pt x="1152792" y="3746714"/>
                  <a:pt x="1153836" y="3743628"/>
                </a:cubicBezTo>
                <a:cubicBezTo>
                  <a:pt x="1155918" y="3739175"/>
                  <a:pt x="1153190" y="3735380"/>
                  <a:pt x="1151151" y="3731245"/>
                </a:cubicBezTo>
                <a:cubicBezTo>
                  <a:pt x="1150131" y="3729179"/>
                  <a:pt x="1148085" y="3726762"/>
                  <a:pt x="1150496" y="3724715"/>
                </a:cubicBezTo>
                <a:cubicBezTo>
                  <a:pt x="1152909" y="3722668"/>
                  <a:pt x="1155644" y="3724745"/>
                  <a:pt x="1157351" y="3726474"/>
                </a:cubicBezTo>
                <a:cubicBezTo>
                  <a:pt x="1162135" y="3730968"/>
                  <a:pt x="1166579" y="3734773"/>
                  <a:pt x="1171023" y="3738578"/>
                </a:cubicBezTo>
                <a:cubicBezTo>
                  <a:pt x="1181965" y="3746889"/>
                  <a:pt x="1192940" y="3748329"/>
                  <a:pt x="1204986" y="3741531"/>
                </a:cubicBezTo>
                <a:lnTo>
                  <a:pt x="1205312" y="3741354"/>
                </a:lnTo>
                <a:lnTo>
                  <a:pt x="1210948" y="3735660"/>
                </a:lnTo>
                <a:cubicBezTo>
                  <a:pt x="1217103" y="3726810"/>
                  <a:pt x="1223260" y="3717959"/>
                  <a:pt x="1233495" y="3714583"/>
                </a:cubicBezTo>
                <a:lnTo>
                  <a:pt x="1251292" y="3709625"/>
                </a:lnTo>
                <a:lnTo>
                  <a:pt x="1213753" y="3713324"/>
                </a:lnTo>
                <a:cubicBezTo>
                  <a:pt x="1201057" y="3715881"/>
                  <a:pt x="1188621" y="3719843"/>
                  <a:pt x="1176475" y="3725584"/>
                </a:cubicBezTo>
                <a:cubicBezTo>
                  <a:pt x="1169600" y="3729717"/>
                  <a:pt x="1162949" y="3729030"/>
                  <a:pt x="1156518" y="3723524"/>
                </a:cubicBezTo>
                <a:cubicBezTo>
                  <a:pt x="1134247" y="3707236"/>
                  <a:pt x="1133101" y="3707925"/>
                  <a:pt x="1109732" y="3723538"/>
                </a:cubicBezTo>
                <a:cubicBezTo>
                  <a:pt x="1107441" y="3724916"/>
                  <a:pt x="1105150" y="3726293"/>
                  <a:pt x="1101713" y="3728360"/>
                </a:cubicBezTo>
                <a:cubicBezTo>
                  <a:pt x="1101011" y="3719409"/>
                  <a:pt x="1100308" y="3710459"/>
                  <a:pt x="1100297" y="3702657"/>
                </a:cubicBezTo>
                <a:cubicBezTo>
                  <a:pt x="1097981" y="3688428"/>
                  <a:pt x="1104386" y="3678328"/>
                  <a:pt x="1116533" y="3672587"/>
                </a:cubicBezTo>
                <a:cubicBezTo>
                  <a:pt x="1123407" y="3668454"/>
                  <a:pt x="1130514" y="3667305"/>
                  <a:pt x="1136698" y="3662024"/>
                </a:cubicBezTo>
                <a:cubicBezTo>
                  <a:pt x="1146775" y="3652841"/>
                  <a:pt x="1151591" y="3653070"/>
                  <a:pt x="1160781" y="3663165"/>
                </a:cubicBezTo>
                <a:cubicBezTo>
                  <a:pt x="1163541" y="3667754"/>
                  <a:pt x="1166300" y="3672344"/>
                  <a:pt x="1169058" y="3676932"/>
                </a:cubicBezTo>
                <a:cubicBezTo>
                  <a:pt x="1172052" y="3684506"/>
                  <a:pt x="1176180" y="3683586"/>
                  <a:pt x="1181907" y="3680142"/>
                </a:cubicBezTo>
                <a:cubicBezTo>
                  <a:pt x="1195199" y="3673712"/>
                  <a:pt x="1200915" y="3662465"/>
                  <a:pt x="1204106" y="3649612"/>
                </a:cubicBezTo>
                <a:cubicBezTo>
                  <a:pt x="1205706" y="3647087"/>
                  <a:pt x="1204783" y="3642957"/>
                  <a:pt x="1208910" y="3642037"/>
                </a:cubicBezTo>
                <a:cubicBezTo>
                  <a:pt x="1211890" y="3641807"/>
                  <a:pt x="1213960" y="3645249"/>
                  <a:pt x="1216486" y="3646854"/>
                </a:cubicBezTo>
                <a:cubicBezTo>
                  <a:pt x="1217866" y="3649148"/>
                  <a:pt x="1218556" y="3650297"/>
                  <a:pt x="1219936" y="3652591"/>
                </a:cubicBezTo>
                <a:cubicBezTo>
                  <a:pt x="1224764" y="3660622"/>
                  <a:pt x="1229580" y="3660849"/>
                  <a:pt x="1235075" y="3654423"/>
                </a:cubicBezTo>
                <a:cubicBezTo>
                  <a:pt x="1239879" y="3646848"/>
                  <a:pt x="1245385" y="3648222"/>
                  <a:pt x="1252271" y="3651893"/>
                </a:cubicBezTo>
                <a:cubicBezTo>
                  <a:pt x="1258468" y="3654415"/>
                  <a:pt x="1260082" y="3659693"/>
                  <a:pt x="1258714" y="3665202"/>
                </a:cubicBezTo>
                <a:cubicBezTo>
                  <a:pt x="1258036" y="3671858"/>
                  <a:pt x="1250929" y="3673007"/>
                  <a:pt x="1244277" y="3672321"/>
                </a:cubicBezTo>
                <a:cubicBezTo>
                  <a:pt x="1240150" y="3673240"/>
                  <a:pt x="1236479" y="3672322"/>
                  <a:pt x="1235801" y="3678979"/>
                </a:cubicBezTo>
                <a:cubicBezTo>
                  <a:pt x="1235123" y="3685634"/>
                  <a:pt x="1238794" y="3686551"/>
                  <a:pt x="1243155" y="3688615"/>
                </a:cubicBezTo>
                <a:cubicBezTo>
                  <a:pt x="1252333" y="3690908"/>
                  <a:pt x="1270194" y="3673920"/>
                  <a:pt x="1266967" y="3663363"/>
                </a:cubicBezTo>
                <a:cubicBezTo>
                  <a:pt x="1262582" y="3645693"/>
                  <a:pt x="1274272" y="3641788"/>
                  <a:pt x="1285963" y="3637883"/>
                </a:cubicBezTo>
                <a:cubicBezTo>
                  <a:pt x="1309800" y="3628238"/>
                  <a:pt x="1336630" y="3626164"/>
                  <a:pt x="1360699" y="3619502"/>
                </a:cubicBezTo>
                <a:cubicBezTo>
                  <a:pt x="1367807" y="3618352"/>
                  <a:pt x="1370566" y="3622942"/>
                  <a:pt x="1371034" y="3628908"/>
                </a:cubicBezTo>
                <a:cubicBezTo>
                  <a:pt x="1372193" y="3636023"/>
                  <a:pt x="1373350" y="3643137"/>
                  <a:pt x="1376344" y="3650709"/>
                </a:cubicBezTo>
                <a:cubicBezTo>
                  <a:pt x="1380483" y="3657593"/>
                  <a:pt x="1386445" y="3657133"/>
                  <a:pt x="1392407" y="3656672"/>
                </a:cubicBezTo>
                <a:cubicBezTo>
                  <a:pt x="1397224" y="3656899"/>
                  <a:pt x="1394920" y="3650474"/>
                  <a:pt x="1396522" y="3647950"/>
                </a:cubicBezTo>
                <a:cubicBezTo>
                  <a:pt x="1397421" y="3636474"/>
                  <a:pt x="1399466" y="3624311"/>
                  <a:pt x="1400365" y="3612835"/>
                </a:cubicBezTo>
                <a:cubicBezTo>
                  <a:pt x="1402890" y="3614441"/>
                  <a:pt x="1403580" y="3615588"/>
                  <a:pt x="1404270" y="3616735"/>
                </a:cubicBezTo>
                <a:cubicBezTo>
                  <a:pt x="1413694" y="3629814"/>
                  <a:pt x="1413694" y="3629814"/>
                  <a:pt x="1422157" y="3615353"/>
                </a:cubicBezTo>
                <a:cubicBezTo>
                  <a:pt x="1424670" y="3609156"/>
                  <a:pt x="1427195" y="3610762"/>
                  <a:pt x="1430410" y="3613515"/>
                </a:cubicBezTo>
                <a:cubicBezTo>
                  <a:pt x="1439366" y="3620627"/>
                  <a:pt x="1448310" y="3619936"/>
                  <a:pt x="1454949" y="3612819"/>
                </a:cubicBezTo>
                <a:cubicBezTo>
                  <a:pt x="1459526" y="3606163"/>
                  <a:pt x="1465137" y="3601227"/>
                  <a:pt x="1471179" y="3597008"/>
                </a:cubicBezTo>
                <a:lnTo>
                  <a:pt x="1483402" y="3589531"/>
                </a:lnTo>
                <a:lnTo>
                  <a:pt x="1482030" y="3585177"/>
                </a:lnTo>
                <a:lnTo>
                  <a:pt x="1485110" y="3588488"/>
                </a:lnTo>
                <a:lnTo>
                  <a:pt x="1489355" y="3585891"/>
                </a:lnTo>
                <a:lnTo>
                  <a:pt x="1463026" y="3559561"/>
                </a:lnTo>
                <a:lnTo>
                  <a:pt x="1450970" y="3562101"/>
                </a:lnTo>
                <a:cubicBezTo>
                  <a:pt x="1439736" y="3564170"/>
                  <a:pt x="1427812" y="3565091"/>
                  <a:pt x="1416109" y="3561194"/>
                </a:cubicBezTo>
                <a:cubicBezTo>
                  <a:pt x="1425727" y="3551896"/>
                  <a:pt x="1428131" y="3549572"/>
                  <a:pt x="1440534" y="3547825"/>
                </a:cubicBezTo>
                <a:lnTo>
                  <a:pt x="1450229" y="3546765"/>
                </a:lnTo>
                <a:lnTo>
                  <a:pt x="1408567" y="3505103"/>
                </a:lnTo>
                <a:lnTo>
                  <a:pt x="1400907" y="3506931"/>
                </a:lnTo>
                <a:cubicBezTo>
                  <a:pt x="1394236" y="3511579"/>
                  <a:pt x="1390192" y="3519426"/>
                  <a:pt x="1388430" y="3532859"/>
                </a:cubicBezTo>
                <a:cubicBezTo>
                  <a:pt x="1387222" y="3533433"/>
                  <a:pt x="1386014" y="3534006"/>
                  <a:pt x="1386014" y="3534006"/>
                </a:cubicBezTo>
                <a:cubicBezTo>
                  <a:pt x="1379462" y="3532670"/>
                  <a:pt x="1380334" y="3518920"/>
                  <a:pt x="1373087" y="3522359"/>
                </a:cubicBezTo>
                <a:cubicBezTo>
                  <a:pt x="1367049" y="3525225"/>
                  <a:pt x="1365664" y="3534775"/>
                  <a:pt x="1364911" y="3542541"/>
                </a:cubicBezTo>
                <a:cubicBezTo>
                  <a:pt x="1364277" y="3544325"/>
                  <a:pt x="1364218" y="3547315"/>
                  <a:pt x="1363584" y="3549099"/>
                </a:cubicBezTo>
                <a:cubicBezTo>
                  <a:pt x="1362772" y="3559857"/>
                  <a:pt x="1363168" y="3570042"/>
                  <a:pt x="1364772" y="3579655"/>
                </a:cubicBezTo>
                <a:cubicBezTo>
                  <a:pt x="1365226" y="3586848"/>
                  <a:pt x="1360971" y="3590350"/>
                  <a:pt x="1353783" y="3590798"/>
                </a:cubicBezTo>
                <a:cubicBezTo>
                  <a:pt x="1349013" y="3590099"/>
                  <a:pt x="1342461" y="3588764"/>
                  <a:pt x="1342579" y="3582780"/>
                </a:cubicBezTo>
                <a:cubicBezTo>
                  <a:pt x="1345985" y="3561898"/>
                  <a:pt x="1333057" y="3550252"/>
                  <a:pt x="1321338" y="3538033"/>
                </a:cubicBezTo>
                <a:cubicBezTo>
                  <a:pt x="1314904" y="3530713"/>
                  <a:pt x="1310766" y="3528233"/>
                  <a:pt x="1306965" y="3538928"/>
                </a:cubicBezTo>
                <a:cubicBezTo>
                  <a:pt x="1299482" y="3554336"/>
                  <a:pt x="1285565" y="3562424"/>
                  <a:pt x="1273429" y="3571148"/>
                </a:cubicBezTo>
                <a:cubicBezTo>
                  <a:pt x="1269173" y="3574651"/>
                  <a:pt x="1265549" y="3576370"/>
                  <a:pt x="1262620" y="3573315"/>
                </a:cubicBezTo>
                <a:cubicBezTo>
                  <a:pt x="1248486" y="3562242"/>
                  <a:pt x="1234053" y="3566130"/>
                  <a:pt x="1219621" y="3570017"/>
                </a:cubicBezTo>
                <a:cubicBezTo>
                  <a:pt x="1205823" y="3572121"/>
                  <a:pt x="1192599" y="3575434"/>
                  <a:pt x="1181393" y="3567416"/>
                </a:cubicBezTo>
                <a:cubicBezTo>
                  <a:pt x="1176108" y="3562516"/>
                  <a:pt x="1173693" y="3563663"/>
                  <a:pt x="1168229" y="3567738"/>
                </a:cubicBezTo>
                <a:cubicBezTo>
                  <a:pt x="1149362" y="3584103"/>
                  <a:pt x="1128832" y="3593849"/>
                  <a:pt x="1104404" y="3589144"/>
                </a:cubicBezTo>
                <a:cubicBezTo>
                  <a:pt x="1094861" y="3587747"/>
                  <a:pt x="1090030" y="3590039"/>
                  <a:pt x="1084507" y="3597108"/>
                </a:cubicBezTo>
                <a:cubicBezTo>
                  <a:pt x="1072252" y="3611816"/>
                  <a:pt x="1056554" y="3619268"/>
                  <a:pt x="1035687" y="3615836"/>
                </a:cubicBezTo>
                <a:cubicBezTo>
                  <a:pt x="1030342" y="3613927"/>
                  <a:pt x="1026145" y="3614437"/>
                  <a:pt x="1022463" y="3619149"/>
                </a:cubicBezTo>
                <a:cubicBezTo>
                  <a:pt x="1005378" y="3636151"/>
                  <a:pt x="964617" y="3640681"/>
                  <a:pt x="945137" y="3627700"/>
                </a:cubicBezTo>
                <a:cubicBezTo>
                  <a:pt x="940069" y="3641961"/>
                  <a:pt x="928566" y="3648903"/>
                  <a:pt x="915976" y="3650434"/>
                </a:cubicBezTo>
                <a:cubicBezTo>
                  <a:pt x="897407" y="3651840"/>
                  <a:pt x="879925" y="3658655"/>
                  <a:pt x="862444" y="3665472"/>
                </a:cubicBezTo>
                <a:cubicBezTo>
                  <a:pt x="838351" y="3673945"/>
                  <a:pt x="821623" y="3672994"/>
                  <a:pt x="803529" y="3650463"/>
                </a:cubicBezTo>
                <a:cubicBezTo>
                  <a:pt x="802381" y="3648045"/>
                  <a:pt x="800600" y="3647408"/>
                  <a:pt x="799451" y="3644990"/>
                </a:cubicBezTo>
                <a:cubicBezTo>
                  <a:pt x="793017" y="3637670"/>
                  <a:pt x="787613" y="3638755"/>
                  <a:pt x="784445" y="3647667"/>
                </a:cubicBezTo>
                <a:cubicBezTo>
                  <a:pt x="781911" y="3654797"/>
                  <a:pt x="779376" y="3661928"/>
                  <a:pt x="775635" y="3669632"/>
                </a:cubicBezTo>
                <a:cubicBezTo>
                  <a:pt x="762508" y="3698091"/>
                  <a:pt x="735487" y="3703509"/>
                  <a:pt x="710147" y="3684419"/>
                </a:cubicBezTo>
                <a:cubicBezTo>
                  <a:pt x="700149" y="3675827"/>
                  <a:pt x="688311" y="3669592"/>
                  <a:pt x="673997" y="3667494"/>
                </a:cubicBezTo>
                <a:cubicBezTo>
                  <a:pt x="660892" y="3664824"/>
                  <a:pt x="647786" y="3662154"/>
                  <a:pt x="636582" y="3654136"/>
                </a:cubicBezTo>
                <a:cubicBezTo>
                  <a:pt x="635077" y="3669669"/>
                  <a:pt x="649212" y="3680742"/>
                  <a:pt x="647707" y="3696275"/>
                </a:cubicBezTo>
                <a:cubicBezTo>
                  <a:pt x="629374" y="3685713"/>
                  <a:pt x="629374" y="3685713"/>
                  <a:pt x="616487" y="3702204"/>
                </a:cubicBezTo>
                <a:cubicBezTo>
                  <a:pt x="610390" y="3708062"/>
                  <a:pt x="606133" y="3711565"/>
                  <a:pt x="597165" y="3711376"/>
                </a:cubicBezTo>
                <a:cubicBezTo>
                  <a:pt x="573825" y="3712082"/>
                  <a:pt x="551632" y="3715207"/>
                  <a:pt x="529440" y="3718333"/>
                </a:cubicBezTo>
                <a:cubicBezTo>
                  <a:pt x="461080" y="3727071"/>
                  <a:pt x="394960" y="3743640"/>
                  <a:pt x="326086" y="3748177"/>
                </a:cubicBezTo>
                <a:cubicBezTo>
                  <a:pt x="320681" y="3749261"/>
                  <a:pt x="313435" y="3752701"/>
                  <a:pt x="310566" y="3746654"/>
                </a:cubicBezTo>
                <a:cubicBezTo>
                  <a:pt x="306487" y="3741181"/>
                  <a:pt x="311377" y="3735896"/>
                  <a:pt x="313278" y="3730547"/>
                </a:cubicBezTo>
                <a:cubicBezTo>
                  <a:pt x="315753" y="3726410"/>
                  <a:pt x="319435" y="3721698"/>
                  <a:pt x="314724" y="3718007"/>
                </a:cubicBezTo>
                <a:cubicBezTo>
                  <a:pt x="310646" y="3712533"/>
                  <a:pt x="304666" y="3712407"/>
                  <a:pt x="299262" y="3713491"/>
                </a:cubicBezTo>
                <a:cubicBezTo>
                  <a:pt x="295639" y="3715210"/>
                  <a:pt x="292016" y="3716930"/>
                  <a:pt x="288393" y="3718649"/>
                </a:cubicBezTo>
                <a:cubicBezTo>
                  <a:pt x="270912" y="3725466"/>
                  <a:pt x="256658" y="3720377"/>
                  <a:pt x="248622" y="3703446"/>
                </a:cubicBezTo>
                <a:cubicBezTo>
                  <a:pt x="245752" y="3697399"/>
                  <a:pt x="242881" y="3691352"/>
                  <a:pt x="242427" y="3684159"/>
                </a:cubicBezTo>
                <a:cubicBezTo>
                  <a:pt x="240189" y="3676330"/>
                  <a:pt x="233636" y="3674994"/>
                  <a:pt x="227540" y="3680853"/>
                </a:cubicBezTo>
                <a:cubicBezTo>
                  <a:pt x="215978" y="3690787"/>
                  <a:pt x="214532" y="3703327"/>
                  <a:pt x="223776" y="3719685"/>
                </a:cubicBezTo>
                <a:cubicBezTo>
                  <a:pt x="210730" y="3714023"/>
                  <a:pt x="200673" y="3708424"/>
                  <a:pt x="192459" y="3700469"/>
                </a:cubicBezTo>
                <a:cubicBezTo>
                  <a:pt x="184243" y="3692514"/>
                  <a:pt x="177532" y="3669025"/>
                  <a:pt x="182541" y="3657755"/>
                </a:cubicBezTo>
                <a:cubicBezTo>
                  <a:pt x="189391" y="3644131"/>
                  <a:pt x="203130" y="3645019"/>
                  <a:pt x="213880" y="3645843"/>
                </a:cubicBezTo>
                <a:cubicBezTo>
                  <a:pt x="229400" y="3647368"/>
                  <a:pt x="244980" y="3645899"/>
                  <a:pt x="259473" y="3639020"/>
                </a:cubicBezTo>
                <a:cubicBezTo>
                  <a:pt x="267926" y="3635007"/>
                  <a:pt x="277586" y="3630421"/>
                  <a:pt x="287247" y="3625835"/>
                </a:cubicBezTo>
                <a:cubicBezTo>
                  <a:pt x="327099" y="3606918"/>
                  <a:pt x="368613" y="3594621"/>
                  <a:pt x="413789" y="3608741"/>
                </a:cubicBezTo>
                <a:cubicBezTo>
                  <a:pt x="431032" y="3613893"/>
                  <a:pt x="436556" y="3606826"/>
                  <a:pt x="435704" y="3589447"/>
                </a:cubicBezTo>
                <a:cubicBezTo>
                  <a:pt x="435764" y="3586455"/>
                  <a:pt x="431627" y="3583974"/>
                  <a:pt x="434675" y="3581044"/>
                </a:cubicBezTo>
                <a:cubicBezTo>
                  <a:pt x="438298" y="3579325"/>
                  <a:pt x="441862" y="3580597"/>
                  <a:pt x="444217" y="3582442"/>
                </a:cubicBezTo>
                <a:cubicBezTo>
                  <a:pt x="446574" y="3584288"/>
                  <a:pt x="448929" y="3586133"/>
                  <a:pt x="450711" y="3586769"/>
                </a:cubicBezTo>
                <a:cubicBezTo>
                  <a:pt x="457204" y="3591096"/>
                  <a:pt x="464331" y="3593641"/>
                  <a:pt x="467499" y="3584728"/>
                </a:cubicBezTo>
                <a:cubicBezTo>
                  <a:pt x="471874" y="3575241"/>
                  <a:pt x="461638" y="3578618"/>
                  <a:pt x="457501" y="3576136"/>
                </a:cubicBezTo>
                <a:cubicBezTo>
                  <a:pt x="456928" y="3574927"/>
                  <a:pt x="455720" y="3575500"/>
                  <a:pt x="455145" y="3574291"/>
                </a:cubicBezTo>
                <a:cubicBezTo>
                  <a:pt x="451583" y="3573018"/>
                  <a:pt x="448652" y="3569964"/>
                  <a:pt x="449919" y="3566399"/>
                </a:cubicBezTo>
                <a:cubicBezTo>
                  <a:pt x="450613" y="3561623"/>
                  <a:pt x="453028" y="3560478"/>
                  <a:pt x="457799" y="3561177"/>
                </a:cubicBezTo>
                <a:cubicBezTo>
                  <a:pt x="475735" y="3561553"/>
                  <a:pt x="486722" y="3550410"/>
                  <a:pt x="490068" y="3532521"/>
                </a:cubicBezTo>
                <a:cubicBezTo>
                  <a:pt x="491335" y="3528956"/>
                  <a:pt x="495018" y="3524245"/>
                  <a:pt x="493296" y="3520616"/>
                </a:cubicBezTo>
                <a:cubicBezTo>
                  <a:pt x="486981" y="3507314"/>
                  <a:pt x="467382" y="3500315"/>
                  <a:pt x="456454" y="3508467"/>
                </a:cubicBezTo>
                <a:cubicBezTo>
                  <a:pt x="434597" y="3524770"/>
                  <a:pt x="409930" y="3532033"/>
                  <a:pt x="381820" y="3532040"/>
                </a:cubicBezTo>
                <a:cubicBezTo>
                  <a:pt x="372218" y="3533634"/>
                  <a:pt x="362616" y="3535229"/>
                  <a:pt x="358241" y="3544715"/>
                </a:cubicBezTo>
                <a:cubicBezTo>
                  <a:pt x="353926" y="3551209"/>
                  <a:pt x="350936" y="3551146"/>
                  <a:pt x="346284" y="3544463"/>
                </a:cubicBezTo>
                <a:cubicBezTo>
                  <a:pt x="340483" y="3535361"/>
                  <a:pt x="331575" y="3532181"/>
                  <a:pt x="320766" y="3534348"/>
                </a:cubicBezTo>
                <a:cubicBezTo>
                  <a:pt x="309382" y="3535306"/>
                  <a:pt x="296791" y="3536837"/>
                  <a:pt x="284201" y="3538368"/>
                </a:cubicBezTo>
                <a:cubicBezTo>
                  <a:pt x="273391" y="3540535"/>
                  <a:pt x="266324" y="3535000"/>
                  <a:pt x="262939" y="3524750"/>
                </a:cubicBezTo>
                <a:cubicBezTo>
                  <a:pt x="262366" y="3523541"/>
                  <a:pt x="261218" y="3521123"/>
                  <a:pt x="261277" y="3518130"/>
                </a:cubicBezTo>
                <a:cubicBezTo>
                  <a:pt x="258406" y="3512084"/>
                  <a:pt x="252486" y="3508967"/>
                  <a:pt x="246450" y="3511832"/>
                </a:cubicBezTo>
                <a:cubicBezTo>
                  <a:pt x="241045" y="3512916"/>
                  <a:pt x="243914" y="3518963"/>
                  <a:pt x="246212" y="3523800"/>
                </a:cubicBezTo>
                <a:cubicBezTo>
                  <a:pt x="247300" y="3529211"/>
                  <a:pt x="249596" y="3534049"/>
                  <a:pt x="242924" y="3538697"/>
                </a:cubicBezTo>
                <a:cubicBezTo>
                  <a:pt x="232056" y="3543857"/>
                  <a:pt x="216654" y="3536349"/>
                  <a:pt x="213902" y="3524318"/>
                </a:cubicBezTo>
                <a:cubicBezTo>
                  <a:pt x="212180" y="3520690"/>
                  <a:pt x="213447" y="3517124"/>
                  <a:pt x="209310" y="3514643"/>
                </a:cubicBezTo>
                <a:cubicBezTo>
                  <a:pt x="205686" y="3516362"/>
                  <a:pt x="207410" y="3519991"/>
                  <a:pt x="205567" y="3522346"/>
                </a:cubicBezTo>
                <a:cubicBezTo>
                  <a:pt x="202975" y="3532469"/>
                  <a:pt x="198145" y="3534762"/>
                  <a:pt x="189294" y="3528590"/>
                </a:cubicBezTo>
                <a:cubicBezTo>
                  <a:pt x="176941" y="3518152"/>
                  <a:pt x="162689" y="3513064"/>
                  <a:pt x="149009" y="3509184"/>
                </a:cubicBezTo>
                <a:cubicBezTo>
                  <a:pt x="132974" y="3503459"/>
                  <a:pt x="117572" y="3495952"/>
                  <a:pt x="108327" y="3479594"/>
                </a:cubicBezTo>
                <a:cubicBezTo>
                  <a:pt x="104248" y="3474120"/>
                  <a:pt x="98390" y="3468010"/>
                  <a:pt x="91203" y="3468458"/>
                </a:cubicBezTo>
                <a:cubicBezTo>
                  <a:pt x="61310" y="3467829"/>
                  <a:pt x="40286" y="3442243"/>
                  <a:pt x="10452" y="3438622"/>
                </a:cubicBezTo>
                <a:cubicBezTo>
                  <a:pt x="2118" y="3436651"/>
                  <a:pt x="455" y="3430032"/>
                  <a:pt x="0" y="3422837"/>
                </a:cubicBezTo>
                <a:cubicBezTo>
                  <a:pt x="753" y="3415071"/>
                  <a:pt x="8513" y="3415833"/>
                  <a:pt x="13859" y="3417741"/>
                </a:cubicBezTo>
                <a:cubicBezTo>
                  <a:pt x="23974" y="3420349"/>
                  <a:pt x="30645" y="3415700"/>
                  <a:pt x="35594" y="3407423"/>
                </a:cubicBezTo>
                <a:cubicBezTo>
                  <a:pt x="41178" y="3397364"/>
                  <a:pt x="49691" y="3390359"/>
                  <a:pt x="60560" y="3385200"/>
                </a:cubicBezTo>
                <a:cubicBezTo>
                  <a:pt x="79248" y="3377810"/>
                  <a:pt x="95224" y="3386527"/>
                  <a:pt x="98431" y="3405752"/>
                </a:cubicBezTo>
                <a:cubicBezTo>
                  <a:pt x="98945" y="3409953"/>
                  <a:pt x="100034" y="3415364"/>
                  <a:pt x="101756" y="3418991"/>
                </a:cubicBezTo>
                <a:cubicBezTo>
                  <a:pt x="102329" y="3420201"/>
                  <a:pt x="101696" y="3421983"/>
                  <a:pt x="101696" y="3421983"/>
                </a:cubicBezTo>
                <a:cubicBezTo>
                  <a:pt x="102904" y="3421410"/>
                  <a:pt x="102904" y="3421410"/>
                  <a:pt x="103537" y="3419628"/>
                </a:cubicBezTo>
                <a:cubicBezTo>
                  <a:pt x="108367" y="3417335"/>
                  <a:pt x="111990" y="3415615"/>
                  <a:pt x="117395" y="3414531"/>
                </a:cubicBezTo>
                <a:cubicBezTo>
                  <a:pt x="143210" y="3409687"/>
                  <a:pt x="148734" y="3402618"/>
                  <a:pt x="145073" y="3376201"/>
                </a:cubicBezTo>
                <a:cubicBezTo>
                  <a:pt x="142321" y="3364170"/>
                  <a:pt x="148418" y="3358312"/>
                  <a:pt x="160436" y="3355572"/>
                </a:cubicBezTo>
                <a:cubicBezTo>
                  <a:pt x="169462" y="3352768"/>
                  <a:pt x="176589" y="3355313"/>
                  <a:pt x="185439" y="3361486"/>
                </a:cubicBezTo>
                <a:cubicBezTo>
                  <a:pt x="210204" y="3379367"/>
                  <a:pt x="238196" y="3385344"/>
                  <a:pt x="268841" y="3378206"/>
                </a:cubicBezTo>
                <a:cubicBezTo>
                  <a:pt x="295231" y="3374571"/>
                  <a:pt x="295231" y="3374571"/>
                  <a:pt x="278920" y="3352676"/>
                </a:cubicBezTo>
                <a:cubicBezTo>
                  <a:pt x="270189" y="3340519"/>
                  <a:pt x="269734" y="3333326"/>
                  <a:pt x="278307" y="3323329"/>
                </a:cubicBezTo>
                <a:cubicBezTo>
                  <a:pt x="290540" y="3339750"/>
                  <a:pt x="295885" y="3341658"/>
                  <a:pt x="314573" y="3334269"/>
                </a:cubicBezTo>
                <a:cubicBezTo>
                  <a:pt x="326650" y="3328536"/>
                  <a:pt x="338212" y="3318603"/>
                  <a:pt x="352406" y="3326684"/>
                </a:cubicBezTo>
                <a:cubicBezTo>
                  <a:pt x="352980" y="3327893"/>
                  <a:pt x="354188" y="3327320"/>
                  <a:pt x="355395" y="3326747"/>
                </a:cubicBezTo>
                <a:cubicBezTo>
                  <a:pt x="367590" y="3315030"/>
                  <a:pt x="369670" y="3300706"/>
                  <a:pt x="363414" y="3284411"/>
                </a:cubicBezTo>
                <a:cubicBezTo>
                  <a:pt x="359395" y="3275945"/>
                  <a:pt x="355377" y="3267480"/>
                  <a:pt x="363316" y="3259266"/>
                </a:cubicBezTo>
                <a:cubicBezTo>
                  <a:pt x="363949" y="3257484"/>
                  <a:pt x="366424" y="3253345"/>
                  <a:pt x="368146" y="3256973"/>
                </a:cubicBezTo>
                <a:cubicBezTo>
                  <a:pt x="373946" y="3266074"/>
                  <a:pt x="382974" y="3263271"/>
                  <a:pt x="391941" y="3263460"/>
                </a:cubicBezTo>
                <a:cubicBezTo>
                  <a:pt x="402118" y="3263075"/>
                  <a:pt x="409817" y="3266830"/>
                  <a:pt x="413204" y="3277077"/>
                </a:cubicBezTo>
                <a:cubicBezTo>
                  <a:pt x="417162" y="3288535"/>
                  <a:pt x="426011" y="3294708"/>
                  <a:pt x="437968" y="3294959"/>
                </a:cubicBezTo>
                <a:cubicBezTo>
                  <a:pt x="449293" y="3296993"/>
                  <a:pt x="456023" y="3289353"/>
                  <a:pt x="461607" y="3279293"/>
                </a:cubicBezTo>
                <a:cubicBezTo>
                  <a:pt x="465407" y="3268597"/>
                  <a:pt x="470118" y="3272288"/>
                  <a:pt x="473564" y="3279544"/>
                </a:cubicBezTo>
                <a:cubicBezTo>
                  <a:pt x="478730" y="3290429"/>
                  <a:pt x="486491" y="3291191"/>
                  <a:pt x="495003" y="3284186"/>
                </a:cubicBezTo>
                <a:cubicBezTo>
                  <a:pt x="497419" y="3283039"/>
                  <a:pt x="499834" y="3281893"/>
                  <a:pt x="501674" y="3279537"/>
                </a:cubicBezTo>
                <a:cubicBezTo>
                  <a:pt x="511395" y="3271959"/>
                  <a:pt x="520423" y="3269155"/>
                  <a:pt x="530994" y="3278957"/>
                </a:cubicBezTo>
                <a:cubicBezTo>
                  <a:pt x="542199" y="3286974"/>
                  <a:pt x="555937" y="3287862"/>
                  <a:pt x="567381" y="3283912"/>
                </a:cubicBezTo>
                <a:cubicBezTo>
                  <a:pt x="576983" y="3282318"/>
                  <a:pt x="586644" y="3277732"/>
                  <a:pt x="577913" y="3265576"/>
                </a:cubicBezTo>
                <a:cubicBezTo>
                  <a:pt x="576191" y="3261947"/>
                  <a:pt x="575102" y="3256537"/>
                  <a:pt x="574587" y="3252336"/>
                </a:cubicBezTo>
                <a:cubicBezTo>
                  <a:pt x="570569" y="3243869"/>
                  <a:pt x="570173" y="3233684"/>
                  <a:pt x="561899" y="3228721"/>
                </a:cubicBezTo>
                <a:cubicBezTo>
                  <a:pt x="541725" y="3220514"/>
                  <a:pt x="534896" y="3203010"/>
                  <a:pt x="526284" y="3184870"/>
                </a:cubicBezTo>
                <a:cubicBezTo>
                  <a:pt x="537034" y="3185694"/>
                  <a:pt x="547784" y="3186519"/>
                  <a:pt x="557445" y="3181933"/>
                </a:cubicBezTo>
                <a:cubicBezTo>
                  <a:pt x="568947" y="3174991"/>
                  <a:pt x="581538" y="3173460"/>
                  <a:pt x="594644" y="3176130"/>
                </a:cubicBezTo>
                <a:cubicBezTo>
                  <a:pt x="605967" y="3178165"/>
                  <a:pt x="617924" y="3178416"/>
                  <a:pt x="629881" y="3178668"/>
                </a:cubicBezTo>
                <a:cubicBezTo>
                  <a:pt x="665120" y="3181204"/>
                  <a:pt x="701625" y="3180176"/>
                  <a:pt x="737319" y="3189907"/>
                </a:cubicBezTo>
                <a:cubicBezTo>
                  <a:pt x="745655" y="3191878"/>
                  <a:pt x="748128" y="3187740"/>
                  <a:pt x="747673" y="3180546"/>
                </a:cubicBezTo>
                <a:cubicBezTo>
                  <a:pt x="747733" y="3177555"/>
                  <a:pt x="746645" y="3172144"/>
                  <a:pt x="752048" y="3171060"/>
                </a:cubicBezTo>
                <a:cubicBezTo>
                  <a:pt x="756247" y="3170549"/>
                  <a:pt x="758542" y="3175387"/>
                  <a:pt x="759690" y="3177806"/>
                </a:cubicBezTo>
                <a:cubicBezTo>
                  <a:pt x="763768" y="3183280"/>
                  <a:pt x="767272" y="3187544"/>
                  <a:pt x="772677" y="3186460"/>
                </a:cubicBezTo>
                <a:cubicBezTo>
                  <a:pt x="779288" y="3184803"/>
                  <a:pt x="786415" y="3187347"/>
                  <a:pt x="793028" y="3185691"/>
                </a:cubicBezTo>
                <a:cubicBezTo>
                  <a:pt x="802630" y="3184097"/>
                  <a:pt x="806134" y="3188361"/>
                  <a:pt x="805956" y="3197337"/>
                </a:cubicBezTo>
                <a:cubicBezTo>
                  <a:pt x="802668" y="3212235"/>
                  <a:pt x="813478" y="3210067"/>
                  <a:pt x="823020" y="3211465"/>
                </a:cubicBezTo>
                <a:cubicBezTo>
                  <a:pt x="835551" y="3212925"/>
                  <a:pt x="830959" y="3203250"/>
                  <a:pt x="831078" y="3197266"/>
                </a:cubicBezTo>
                <a:cubicBezTo>
                  <a:pt x="831136" y="3194274"/>
                  <a:pt x="829988" y="3191857"/>
                  <a:pt x="833611" y="3190137"/>
                </a:cubicBezTo>
                <a:cubicBezTo>
                  <a:pt x="838897" y="3195036"/>
                  <a:pt x="845390" y="3199364"/>
                  <a:pt x="850042" y="3206047"/>
                </a:cubicBezTo>
                <a:cubicBezTo>
                  <a:pt x="854753" y="3209738"/>
                  <a:pt x="860099" y="3211647"/>
                  <a:pt x="864930" y="3209353"/>
                </a:cubicBezTo>
                <a:cubicBezTo>
                  <a:pt x="870968" y="3206487"/>
                  <a:pt x="868097" y="3200440"/>
                  <a:pt x="867582" y="3196238"/>
                </a:cubicBezTo>
                <a:cubicBezTo>
                  <a:pt x="865762" y="3167465"/>
                  <a:pt x="877383" y="3154539"/>
                  <a:pt x="906128" y="3152749"/>
                </a:cubicBezTo>
                <a:cubicBezTo>
                  <a:pt x="912107" y="3152876"/>
                  <a:pt x="917511" y="3151791"/>
                  <a:pt x="922856" y="3153700"/>
                </a:cubicBezTo>
                <a:cubicBezTo>
                  <a:pt x="948553" y="3154839"/>
                  <a:pt x="968389" y="3149869"/>
                  <a:pt x="975536" y="3121283"/>
                </a:cubicBezTo>
                <a:cubicBezTo>
                  <a:pt x="975536" y="3121283"/>
                  <a:pt x="976745" y="3120710"/>
                  <a:pt x="976170" y="3119501"/>
                </a:cubicBezTo>
                <a:cubicBezTo>
                  <a:pt x="981059" y="3114216"/>
                  <a:pt x="985317" y="3110714"/>
                  <a:pt x="993077" y="3111475"/>
                </a:cubicBezTo>
                <a:cubicBezTo>
                  <a:pt x="996067" y="3111538"/>
                  <a:pt x="999629" y="3112810"/>
                  <a:pt x="1000144" y="3117012"/>
                </a:cubicBezTo>
                <a:cubicBezTo>
                  <a:pt x="1001807" y="3123632"/>
                  <a:pt x="996343" y="3127707"/>
                  <a:pt x="992086" y="3131211"/>
                </a:cubicBezTo>
                <a:cubicBezTo>
                  <a:pt x="988464" y="3132930"/>
                  <a:pt x="984208" y="3136432"/>
                  <a:pt x="985929" y="3140060"/>
                </a:cubicBezTo>
                <a:cubicBezTo>
                  <a:pt x="987019" y="3145471"/>
                  <a:pt x="992482" y="3141396"/>
                  <a:pt x="996045" y="3142668"/>
                </a:cubicBezTo>
                <a:cubicBezTo>
                  <a:pt x="1003232" y="3142220"/>
                  <a:pt x="1009844" y="3140563"/>
                  <a:pt x="1017030" y="3140115"/>
                </a:cubicBezTo>
                <a:cubicBezTo>
                  <a:pt x="1026632" y="3138522"/>
                  <a:pt x="1035600" y="3138711"/>
                  <a:pt x="1043874" y="3143674"/>
                </a:cubicBezTo>
                <a:lnTo>
                  <a:pt x="1046446" y="3142981"/>
                </a:lnTo>
                <a:lnTo>
                  <a:pt x="934921" y="3031457"/>
                </a:lnTo>
                <a:lnTo>
                  <a:pt x="930295" y="3031433"/>
                </a:lnTo>
                <a:cubicBezTo>
                  <a:pt x="924215" y="3032652"/>
                  <a:pt x="918336" y="3035073"/>
                  <a:pt x="912584" y="3038544"/>
                </a:cubicBezTo>
                <a:cubicBezTo>
                  <a:pt x="903498" y="3044339"/>
                  <a:pt x="893322" y="3044724"/>
                  <a:pt x="884413" y="3041543"/>
                </a:cubicBezTo>
                <a:cubicBezTo>
                  <a:pt x="867745" y="3037601"/>
                  <a:pt x="851590" y="3037859"/>
                  <a:pt x="834169" y="3041683"/>
                </a:cubicBezTo>
                <a:cubicBezTo>
                  <a:pt x="817956" y="3044934"/>
                  <a:pt x="802256" y="3052386"/>
                  <a:pt x="784379" y="3049017"/>
                </a:cubicBezTo>
                <a:cubicBezTo>
                  <a:pt x="768859" y="3047493"/>
                  <a:pt x="755061" y="3049598"/>
                  <a:pt x="747518" y="3067997"/>
                </a:cubicBezTo>
                <a:cubicBezTo>
                  <a:pt x="736552" y="3048011"/>
                  <a:pt x="722692" y="3053107"/>
                  <a:pt x="707628" y="3058776"/>
                </a:cubicBezTo>
                <a:cubicBezTo>
                  <a:pt x="696759" y="3063936"/>
                  <a:pt x="685315" y="3067886"/>
                  <a:pt x="672844" y="3063433"/>
                </a:cubicBezTo>
                <a:cubicBezTo>
                  <a:pt x="654452" y="3055863"/>
                  <a:pt x="637091" y="3056695"/>
                  <a:pt x="618521" y="3058099"/>
                </a:cubicBezTo>
                <a:cubicBezTo>
                  <a:pt x="586153" y="3061610"/>
                  <a:pt x="553726" y="3068112"/>
                  <a:pt x="520904" y="3064428"/>
                </a:cubicBezTo>
                <a:cubicBezTo>
                  <a:pt x="494633" y="3062079"/>
                  <a:pt x="468877" y="3063933"/>
                  <a:pt x="443577" y="3072978"/>
                </a:cubicBezTo>
                <a:cubicBezTo>
                  <a:pt x="436331" y="3076418"/>
                  <a:pt x="429777" y="3075083"/>
                  <a:pt x="423919" y="3068973"/>
                </a:cubicBezTo>
                <a:cubicBezTo>
                  <a:pt x="403349" y="3050581"/>
                  <a:pt x="402141" y="3051154"/>
                  <a:pt x="377356" y="3064401"/>
                </a:cubicBezTo>
                <a:cubicBezTo>
                  <a:pt x="374941" y="3065548"/>
                  <a:pt x="372526" y="3066694"/>
                  <a:pt x="368904" y="3068414"/>
                </a:cubicBezTo>
                <a:cubicBezTo>
                  <a:pt x="369080" y="3059438"/>
                  <a:pt x="369259" y="3050462"/>
                  <a:pt x="370012" y="3042696"/>
                </a:cubicBezTo>
                <a:cubicBezTo>
                  <a:pt x="369102" y="3028309"/>
                  <a:pt x="376466" y="3018886"/>
                  <a:pt x="389116" y="3014363"/>
                </a:cubicBezTo>
                <a:cubicBezTo>
                  <a:pt x="396362" y="3010923"/>
                  <a:pt x="403548" y="3010476"/>
                  <a:pt x="410220" y="3005826"/>
                </a:cubicBezTo>
                <a:cubicBezTo>
                  <a:pt x="421149" y="2997675"/>
                  <a:pt x="425919" y="2998374"/>
                  <a:pt x="434075" y="3009321"/>
                </a:cubicBezTo>
                <a:cubicBezTo>
                  <a:pt x="436371" y="3014159"/>
                  <a:pt x="438669" y="3018996"/>
                  <a:pt x="440965" y="3023834"/>
                </a:cubicBezTo>
                <a:cubicBezTo>
                  <a:pt x="443201" y="3031663"/>
                  <a:pt x="447398" y="3031153"/>
                  <a:pt x="453437" y="3028287"/>
                </a:cubicBezTo>
                <a:cubicBezTo>
                  <a:pt x="467294" y="3023190"/>
                  <a:pt x="474084" y="3012558"/>
                  <a:pt x="478519" y="3000079"/>
                </a:cubicBezTo>
                <a:cubicBezTo>
                  <a:pt x="480360" y="2997724"/>
                  <a:pt x="479846" y="2993522"/>
                  <a:pt x="484042" y="2993012"/>
                </a:cubicBezTo>
                <a:cubicBezTo>
                  <a:pt x="487032" y="2993075"/>
                  <a:pt x="488754" y="2996703"/>
                  <a:pt x="491111" y="2998548"/>
                </a:cubicBezTo>
                <a:cubicBezTo>
                  <a:pt x="492258" y="3000967"/>
                  <a:pt x="492832" y="3002177"/>
                  <a:pt x="493980" y="3004595"/>
                </a:cubicBezTo>
                <a:cubicBezTo>
                  <a:pt x="497999" y="3013061"/>
                  <a:pt x="502771" y="3013760"/>
                  <a:pt x="508867" y="3007902"/>
                </a:cubicBezTo>
                <a:cubicBezTo>
                  <a:pt x="514391" y="3000834"/>
                  <a:pt x="519738" y="3002742"/>
                  <a:pt x="526229" y="3007070"/>
                </a:cubicBezTo>
                <a:cubicBezTo>
                  <a:pt x="532149" y="3010187"/>
                  <a:pt x="533237" y="3015598"/>
                  <a:pt x="531337" y="3020945"/>
                </a:cubicBezTo>
                <a:cubicBezTo>
                  <a:pt x="530011" y="3027503"/>
                  <a:pt x="522823" y="3027951"/>
                  <a:pt x="516271" y="3026615"/>
                </a:cubicBezTo>
                <a:cubicBezTo>
                  <a:pt x="512074" y="3027126"/>
                  <a:pt x="508511" y="3025853"/>
                  <a:pt x="507185" y="3032411"/>
                </a:cubicBezTo>
                <a:cubicBezTo>
                  <a:pt x="505857" y="3038968"/>
                  <a:pt x="509421" y="3040240"/>
                  <a:pt x="513559" y="3042722"/>
                </a:cubicBezTo>
                <a:cubicBezTo>
                  <a:pt x="522468" y="3045902"/>
                  <a:pt x="541908" y="3030747"/>
                  <a:pt x="539731" y="3019925"/>
                </a:cubicBezTo>
                <a:cubicBezTo>
                  <a:pt x="537098" y="3001910"/>
                  <a:pt x="549115" y="2999170"/>
                  <a:pt x="561133" y="2996430"/>
                </a:cubicBezTo>
                <a:cubicBezTo>
                  <a:pt x="585799" y="2989165"/>
                  <a:pt x="612704" y="2989732"/>
                  <a:pt x="637310" y="2985460"/>
                </a:cubicBezTo>
                <a:cubicBezTo>
                  <a:pt x="644496" y="2985012"/>
                  <a:pt x="646793" y="2989850"/>
                  <a:pt x="646674" y="2995834"/>
                </a:cubicBezTo>
                <a:cubicBezTo>
                  <a:pt x="647129" y="3003027"/>
                  <a:pt x="647585" y="3010220"/>
                  <a:pt x="649822" y="3018050"/>
                </a:cubicBezTo>
                <a:cubicBezTo>
                  <a:pt x="653265" y="3025306"/>
                  <a:pt x="659245" y="3025432"/>
                  <a:pt x="665223" y="3025557"/>
                </a:cubicBezTo>
                <a:cubicBezTo>
                  <a:pt x="669995" y="3026257"/>
                  <a:pt x="668331" y="3019637"/>
                  <a:pt x="670173" y="3017281"/>
                </a:cubicBezTo>
                <a:cubicBezTo>
                  <a:pt x="672192" y="3005949"/>
                  <a:pt x="675420" y="2994043"/>
                  <a:pt x="677438" y="2982712"/>
                </a:cubicBezTo>
                <a:cubicBezTo>
                  <a:pt x="679794" y="2984558"/>
                  <a:pt x="680369" y="2985767"/>
                  <a:pt x="680944" y="2986976"/>
                </a:cubicBezTo>
                <a:cubicBezTo>
                  <a:pt x="689038" y="3000915"/>
                  <a:pt x="689038" y="3000915"/>
                  <a:pt x="698878" y="2987354"/>
                </a:cubicBezTo>
                <a:cubicBezTo>
                  <a:pt x="701986" y="2981433"/>
                  <a:pt x="704343" y="2983278"/>
                  <a:pt x="707273" y="2986333"/>
                </a:cubicBezTo>
                <a:cubicBezTo>
                  <a:pt x="715488" y="2994289"/>
                  <a:pt x="724456" y="2994476"/>
                  <a:pt x="731761" y="2988045"/>
                </a:cubicBezTo>
                <a:cubicBezTo>
                  <a:pt x="742175" y="2975693"/>
                  <a:pt x="756033" y="2970596"/>
                  <a:pt x="769317" y="2964291"/>
                </a:cubicBezTo>
                <a:cubicBezTo>
                  <a:pt x="776563" y="2960851"/>
                  <a:pt x="779611" y="2957922"/>
                  <a:pt x="771336" y="2952959"/>
                </a:cubicBezTo>
                <a:cubicBezTo>
                  <a:pt x="764268" y="2947422"/>
                  <a:pt x="763181" y="2942012"/>
                  <a:pt x="769337" y="2933161"/>
                </a:cubicBezTo>
                <a:cubicBezTo>
                  <a:pt x="756747" y="2934692"/>
                  <a:pt x="744729" y="2937433"/>
                  <a:pt x="732772" y="2937181"/>
                </a:cubicBezTo>
                <a:cubicBezTo>
                  <a:pt x="721389" y="2938139"/>
                  <a:pt x="709433" y="2937888"/>
                  <a:pt x="698167" y="2932862"/>
                </a:cubicBezTo>
                <a:cubicBezTo>
                  <a:pt x="712144" y="2921781"/>
                  <a:pt x="712144" y="2921781"/>
                  <a:pt x="740256" y="2921774"/>
                </a:cubicBezTo>
                <a:cubicBezTo>
                  <a:pt x="758192" y="2922151"/>
                  <a:pt x="764863" y="2917502"/>
                  <a:pt x="768150" y="2902605"/>
                </a:cubicBezTo>
                <a:cubicBezTo>
                  <a:pt x="770862" y="2886499"/>
                  <a:pt x="770862" y="2886499"/>
                  <a:pt x="784423" y="2896362"/>
                </a:cubicBezTo>
                <a:cubicBezTo>
                  <a:pt x="784997" y="2897572"/>
                  <a:pt x="786778" y="2898207"/>
                  <a:pt x="787353" y="2899417"/>
                </a:cubicBezTo>
                <a:cubicBezTo>
                  <a:pt x="795312" y="2905272"/>
                  <a:pt x="802373" y="2909237"/>
                  <a:pt x="808649" y="2911305"/>
                </a:cubicBezTo>
                <a:lnTo>
                  <a:pt x="814964" y="2911498"/>
                </a:lnTo>
                <a:lnTo>
                  <a:pt x="702271" y="2798807"/>
                </a:lnTo>
                <a:lnTo>
                  <a:pt x="824051" y="2677028"/>
                </a:lnTo>
                <a:lnTo>
                  <a:pt x="818864" y="2675963"/>
                </a:lnTo>
                <a:lnTo>
                  <a:pt x="808934" y="2680287"/>
                </a:lnTo>
                <a:lnTo>
                  <a:pt x="793947" y="2682865"/>
                </a:lnTo>
                <a:lnTo>
                  <a:pt x="775341" y="2670014"/>
                </a:lnTo>
                <a:cubicBezTo>
                  <a:pt x="770965" y="2667776"/>
                  <a:pt x="767804" y="2667643"/>
                  <a:pt x="763760" y="2670828"/>
                </a:cubicBezTo>
                <a:cubicBezTo>
                  <a:pt x="760467" y="2673859"/>
                  <a:pt x="758081" y="2677488"/>
                  <a:pt x="753263" y="2676910"/>
                </a:cubicBezTo>
                <a:cubicBezTo>
                  <a:pt x="748598" y="2677085"/>
                  <a:pt x="746918" y="2672725"/>
                  <a:pt x="744045" y="2670178"/>
                </a:cubicBezTo>
                <a:cubicBezTo>
                  <a:pt x="739139" y="2680601"/>
                  <a:pt x="739139" y="2680601"/>
                  <a:pt x="728727" y="2675683"/>
                </a:cubicBezTo>
                <a:cubicBezTo>
                  <a:pt x="724506" y="2674199"/>
                  <a:pt x="720129" y="2671963"/>
                  <a:pt x="715488" y="2676055"/>
                </a:cubicBezTo>
                <a:cubicBezTo>
                  <a:pt x="705145" y="2682889"/>
                  <a:pt x="702735" y="2682601"/>
                  <a:pt x="694556" y="2673302"/>
                </a:cubicBezTo>
                <a:cubicBezTo>
                  <a:pt x="690621" y="2669404"/>
                  <a:pt x="686686" y="2665508"/>
                  <a:pt x="681999" y="2661766"/>
                </a:cubicBezTo>
                <a:cubicBezTo>
                  <a:pt x="671410" y="2652179"/>
                  <a:pt x="667653" y="2652952"/>
                  <a:pt x="660802" y="2665344"/>
                </a:cubicBezTo>
                <a:cubicBezTo>
                  <a:pt x="659014" y="2668065"/>
                  <a:pt x="658130" y="2671385"/>
                  <a:pt x="655743" y="2675013"/>
                </a:cubicBezTo>
                <a:cubicBezTo>
                  <a:pt x="653001" y="2669301"/>
                  <a:pt x="650569" y="2665096"/>
                  <a:pt x="647827" y="2659385"/>
                </a:cubicBezTo>
                <a:cubicBezTo>
                  <a:pt x="646633" y="2661199"/>
                  <a:pt x="646788" y="2661952"/>
                  <a:pt x="646192" y="2662859"/>
                </a:cubicBezTo>
                <a:lnTo>
                  <a:pt x="639188" y="2673105"/>
                </a:lnTo>
                <a:lnTo>
                  <a:pt x="627321" y="2670580"/>
                </a:lnTo>
                <a:lnTo>
                  <a:pt x="623958" y="2669002"/>
                </a:lnTo>
                <a:cubicBezTo>
                  <a:pt x="621990" y="2667055"/>
                  <a:pt x="620023" y="2665107"/>
                  <a:pt x="617900" y="2662405"/>
                </a:cubicBezTo>
                <a:cubicBezTo>
                  <a:pt x="616840" y="2661055"/>
                  <a:pt x="615777" y="2659704"/>
                  <a:pt x="616817" y="2657137"/>
                </a:cubicBezTo>
                <a:cubicBezTo>
                  <a:pt x="621744" y="2650632"/>
                  <a:pt x="616461" y="2647797"/>
                  <a:pt x="611929" y="2644808"/>
                </a:cubicBezTo>
                <a:cubicBezTo>
                  <a:pt x="598799" y="2638096"/>
                  <a:pt x="584498" y="2637117"/>
                  <a:pt x="570197" y="2636137"/>
                </a:cubicBezTo>
                <a:cubicBezTo>
                  <a:pt x="547321" y="2635354"/>
                  <a:pt x="524003" y="2636230"/>
                  <a:pt x="502273" y="2625797"/>
                </a:cubicBezTo>
                <a:cubicBezTo>
                  <a:pt x="495332" y="2622519"/>
                  <a:pt x="488259" y="2622405"/>
                  <a:pt x="480899" y="2624703"/>
                </a:cubicBezTo>
                <a:cubicBezTo>
                  <a:pt x="475042" y="2626694"/>
                  <a:pt x="469318" y="2625518"/>
                  <a:pt x="464785" y="2622529"/>
                </a:cubicBezTo>
                <a:cubicBezTo>
                  <a:pt x="456032" y="2618055"/>
                  <a:pt x="446991" y="2615992"/>
                  <a:pt x="436758" y="2615746"/>
                </a:cubicBezTo>
                <a:cubicBezTo>
                  <a:pt x="427276" y="2615343"/>
                  <a:pt x="417506" y="2617353"/>
                  <a:pt x="408001" y="2613034"/>
                </a:cubicBezTo>
                <a:cubicBezTo>
                  <a:pt x="399557" y="2610065"/>
                  <a:pt x="391579" y="2609354"/>
                  <a:pt x="384860" y="2618581"/>
                </a:cubicBezTo>
                <a:cubicBezTo>
                  <a:pt x="381477" y="2605942"/>
                  <a:pt x="373056" y="2606889"/>
                  <a:pt x="363883" y="2607992"/>
                </a:cubicBezTo>
                <a:cubicBezTo>
                  <a:pt x="357119" y="2609384"/>
                  <a:pt x="350202" y="2610023"/>
                  <a:pt x="343857" y="2605838"/>
                </a:cubicBezTo>
                <a:cubicBezTo>
                  <a:pt x="334639" y="2599107"/>
                  <a:pt x="324847" y="2597198"/>
                  <a:pt x="314303" y="2595446"/>
                </a:cubicBezTo>
                <a:cubicBezTo>
                  <a:pt x="295780" y="2592982"/>
                  <a:pt x="276816" y="2592177"/>
                  <a:pt x="259023" y="2585641"/>
                </a:cubicBezTo>
                <a:cubicBezTo>
                  <a:pt x="244698" y="2580745"/>
                  <a:pt x="230088" y="2578261"/>
                  <a:pt x="214749" y="2579849"/>
                </a:cubicBezTo>
                <a:cubicBezTo>
                  <a:pt x="210242" y="2580775"/>
                  <a:pt x="206770" y="2579137"/>
                  <a:pt x="204337" y="2574931"/>
                </a:cubicBezTo>
                <a:cubicBezTo>
                  <a:pt x="195384" y="2561869"/>
                  <a:pt x="194632" y="2562024"/>
                  <a:pt x="179005" y="2566024"/>
                </a:cubicBezTo>
                <a:cubicBezTo>
                  <a:pt x="177504" y="2566333"/>
                  <a:pt x="175999" y="2566643"/>
                  <a:pt x="173745" y="2567106"/>
                </a:cubicBezTo>
                <a:cubicBezTo>
                  <a:pt x="175069" y="2562127"/>
                  <a:pt x="176395" y="2557148"/>
                  <a:pt x="177876" y="2552921"/>
                </a:cubicBezTo>
                <a:cubicBezTo>
                  <a:pt x="179334" y="2544776"/>
                  <a:pt x="184726" y="2540530"/>
                  <a:pt x="192395" y="2539736"/>
                </a:cubicBezTo>
                <a:cubicBezTo>
                  <a:pt x="196904" y="2538808"/>
                  <a:pt x="200971" y="2539540"/>
                  <a:pt x="205325" y="2537858"/>
                </a:cubicBezTo>
                <a:cubicBezTo>
                  <a:pt x="212529" y="2534808"/>
                  <a:pt x="215094" y="2535849"/>
                  <a:pt x="218146" y="2543064"/>
                </a:cubicBezTo>
                <a:cubicBezTo>
                  <a:pt x="218766" y="2546076"/>
                  <a:pt x="219385" y="2549086"/>
                  <a:pt x="220003" y="2552096"/>
                </a:cubicBezTo>
                <a:cubicBezTo>
                  <a:pt x="220182" y="2556766"/>
                  <a:pt x="222591" y="2557056"/>
                  <a:pt x="226348" y="2556281"/>
                </a:cubicBezTo>
                <a:cubicBezTo>
                  <a:pt x="234770" y="2555333"/>
                  <a:pt x="240008" y="2550334"/>
                  <a:pt x="244183" y="2543984"/>
                </a:cubicBezTo>
                <a:cubicBezTo>
                  <a:pt x="245532" y="2542922"/>
                  <a:pt x="245818" y="2540509"/>
                  <a:pt x="248228" y="2540797"/>
                </a:cubicBezTo>
                <a:cubicBezTo>
                  <a:pt x="249885" y="2541240"/>
                  <a:pt x="250350" y="2543498"/>
                  <a:pt x="251413" y="2544848"/>
                </a:cubicBezTo>
                <a:cubicBezTo>
                  <a:pt x="251722" y="2546355"/>
                  <a:pt x="251877" y="2547107"/>
                  <a:pt x="252185" y="2548611"/>
                </a:cubicBezTo>
                <a:cubicBezTo>
                  <a:pt x="253270" y="2553879"/>
                  <a:pt x="255834" y="2554921"/>
                  <a:pt x="260032" y="2552488"/>
                </a:cubicBezTo>
                <a:cubicBezTo>
                  <a:pt x="264078" y="2549303"/>
                  <a:pt x="266796" y="2551096"/>
                  <a:pt x="269824" y="2554396"/>
                </a:cubicBezTo>
                <a:cubicBezTo>
                  <a:pt x="272699" y="2556942"/>
                  <a:pt x="272566" y="2560107"/>
                  <a:pt x="270777" y="2562828"/>
                </a:cubicBezTo>
                <a:cubicBezTo>
                  <a:pt x="269141" y="2566302"/>
                  <a:pt x="265075" y="2565570"/>
                  <a:pt x="261605" y="2563931"/>
                </a:cubicBezTo>
                <a:cubicBezTo>
                  <a:pt x="259194" y="2563643"/>
                  <a:pt x="257383" y="2562447"/>
                  <a:pt x="255747" y="2565921"/>
                </a:cubicBezTo>
                <a:cubicBezTo>
                  <a:pt x="254112" y="2569394"/>
                  <a:pt x="255925" y="2570590"/>
                  <a:pt x="257892" y="2572539"/>
                </a:cubicBezTo>
                <a:cubicBezTo>
                  <a:pt x="262424" y="2575528"/>
                  <a:pt x="275331" y="2569735"/>
                  <a:pt x="275595" y="2563405"/>
                </a:cubicBezTo>
                <a:cubicBezTo>
                  <a:pt x="276588" y="2553003"/>
                  <a:pt x="283661" y="2553118"/>
                  <a:pt x="290734" y="2553231"/>
                </a:cubicBezTo>
                <a:cubicBezTo>
                  <a:pt x="305477" y="2552550"/>
                  <a:pt x="320398" y="2556539"/>
                  <a:pt x="334698" y="2557519"/>
                </a:cubicBezTo>
                <a:cubicBezTo>
                  <a:pt x="338765" y="2558251"/>
                  <a:pt x="339386" y="2561261"/>
                  <a:pt x="338501" y="2564581"/>
                </a:cubicBezTo>
                <a:cubicBezTo>
                  <a:pt x="337772" y="2568653"/>
                  <a:pt x="337044" y="2572725"/>
                  <a:pt x="337221" y="2577395"/>
                </a:cubicBezTo>
                <a:cubicBezTo>
                  <a:pt x="338150" y="2581911"/>
                  <a:pt x="341466" y="2582797"/>
                  <a:pt x="344781" y="2583684"/>
                </a:cubicBezTo>
                <a:cubicBezTo>
                  <a:pt x="347345" y="2584726"/>
                  <a:pt x="347323" y="2580807"/>
                  <a:pt x="348669" y="2579746"/>
                </a:cubicBezTo>
                <a:cubicBezTo>
                  <a:pt x="351345" y="2573705"/>
                  <a:pt x="354768" y="2567509"/>
                  <a:pt x="357443" y="2561467"/>
                </a:cubicBezTo>
                <a:cubicBezTo>
                  <a:pt x="358503" y="2562818"/>
                  <a:pt x="358659" y="2563570"/>
                  <a:pt x="358813" y="2564324"/>
                </a:cubicBezTo>
                <a:cubicBezTo>
                  <a:pt x="361423" y="2573199"/>
                  <a:pt x="361423" y="2573199"/>
                  <a:pt x="368760" y="2566984"/>
                </a:cubicBezTo>
                <a:cubicBezTo>
                  <a:pt x="371301" y="2564107"/>
                  <a:pt x="372362" y="2565458"/>
                  <a:pt x="373579" y="2567560"/>
                </a:cubicBezTo>
                <a:cubicBezTo>
                  <a:pt x="377071" y="2573117"/>
                  <a:pt x="382045" y="2574447"/>
                  <a:pt x="386996" y="2571860"/>
                </a:cubicBezTo>
                <a:cubicBezTo>
                  <a:pt x="394487" y="2566395"/>
                  <a:pt x="402909" y="2565448"/>
                  <a:pt x="411174" y="2563746"/>
                </a:cubicBezTo>
                <a:cubicBezTo>
                  <a:pt x="415685" y="2562819"/>
                  <a:pt x="417783" y="2561602"/>
                  <a:pt x="413848" y="2557705"/>
                </a:cubicBezTo>
                <a:cubicBezTo>
                  <a:pt x="410666" y="2553654"/>
                  <a:pt x="410797" y="2550488"/>
                  <a:pt x="415438" y="2546396"/>
                </a:cubicBezTo>
                <a:cubicBezTo>
                  <a:pt x="408210" y="2545530"/>
                  <a:pt x="401137" y="2545417"/>
                  <a:pt x="394506" y="2543644"/>
                </a:cubicBezTo>
                <a:cubicBezTo>
                  <a:pt x="388029" y="2542622"/>
                  <a:pt x="381398" y="2540849"/>
                  <a:pt x="375805" y="2536509"/>
                </a:cubicBezTo>
                <a:cubicBezTo>
                  <a:pt x="385109" y="2532241"/>
                  <a:pt x="385109" y="2532241"/>
                  <a:pt x="400782" y="2536076"/>
                </a:cubicBezTo>
                <a:cubicBezTo>
                  <a:pt x="410728" y="2538737"/>
                  <a:pt x="415082" y="2537056"/>
                  <a:pt x="418950" y="2529200"/>
                </a:cubicBezTo>
                <a:cubicBezTo>
                  <a:pt x="422662" y="2520592"/>
                  <a:pt x="422662" y="2520592"/>
                  <a:pt x="428874" y="2527943"/>
                </a:cubicBezTo>
                <a:cubicBezTo>
                  <a:pt x="429027" y="2528695"/>
                  <a:pt x="429934" y="2529293"/>
                  <a:pt x="430089" y="2530046"/>
                </a:cubicBezTo>
                <a:cubicBezTo>
                  <a:pt x="444636" y="2547448"/>
                  <a:pt x="455310" y="2546035"/>
                  <a:pt x="466183" y="2526540"/>
                </a:cubicBezTo>
                <a:cubicBezTo>
                  <a:pt x="470049" y="2518685"/>
                  <a:pt x="476635" y="2512624"/>
                  <a:pt x="484591" y="2509418"/>
                </a:cubicBezTo>
                <a:cubicBezTo>
                  <a:pt x="493456" y="2506809"/>
                  <a:pt x="501588" y="2508273"/>
                  <a:pt x="510474" y="2509583"/>
                </a:cubicBezTo>
                <a:cubicBezTo>
                  <a:pt x="521172" y="2512089"/>
                  <a:pt x="532622" y="2514438"/>
                  <a:pt x="543453" y="2513779"/>
                </a:cubicBezTo>
                <a:cubicBezTo>
                  <a:pt x="551874" y="2512830"/>
                  <a:pt x="560605" y="2513387"/>
                  <a:pt x="568142" y="2515759"/>
                </a:cubicBezTo>
                <a:cubicBezTo>
                  <a:pt x="574022" y="2517686"/>
                  <a:pt x="581404" y="2519304"/>
                  <a:pt x="586952" y="2515811"/>
                </a:cubicBezTo>
                <a:cubicBezTo>
                  <a:pt x="593847" y="2511253"/>
                  <a:pt x="598380" y="2514242"/>
                  <a:pt x="603219" y="2518738"/>
                </a:cubicBezTo>
                <a:cubicBezTo>
                  <a:pt x="611998" y="2527130"/>
                  <a:pt x="618075" y="2537645"/>
                  <a:pt x="620708" y="2550438"/>
                </a:cubicBezTo>
                <a:cubicBezTo>
                  <a:pt x="621329" y="2553448"/>
                  <a:pt x="621948" y="2556459"/>
                  <a:pt x="626768" y="2557035"/>
                </a:cubicBezTo>
                <a:cubicBezTo>
                  <a:pt x="631740" y="2558365"/>
                  <a:pt x="632468" y="2554294"/>
                  <a:pt x="634259" y="2551572"/>
                </a:cubicBezTo>
                <a:cubicBezTo>
                  <a:pt x="635298" y="2549005"/>
                  <a:pt x="636335" y="2546438"/>
                  <a:pt x="637528" y="2544624"/>
                </a:cubicBezTo>
                <a:cubicBezTo>
                  <a:pt x="642146" y="2536614"/>
                  <a:pt x="650103" y="2533407"/>
                  <a:pt x="658214" y="2530954"/>
                </a:cubicBezTo>
                <a:cubicBezTo>
                  <a:pt x="664978" y="2529562"/>
                  <a:pt x="666216" y="2535582"/>
                  <a:pt x="669997" y="2538728"/>
                </a:cubicBezTo>
                <a:cubicBezTo>
                  <a:pt x="672360" y="2531181"/>
                  <a:pt x="677752" y="2526933"/>
                  <a:pt x="684826" y="2527047"/>
                </a:cubicBezTo>
                <a:cubicBezTo>
                  <a:pt x="693556" y="2527604"/>
                  <a:pt x="701668" y="2525150"/>
                  <a:pt x="709780" y="2522696"/>
                </a:cubicBezTo>
                <a:cubicBezTo>
                  <a:pt x="726909" y="2518388"/>
                  <a:pt x="744215" y="2518749"/>
                  <a:pt x="759778" y="2529666"/>
                </a:cubicBezTo>
                <a:cubicBezTo>
                  <a:pt x="762497" y="2531460"/>
                  <a:pt x="765216" y="2533254"/>
                  <a:pt x="767912" y="2531130"/>
                </a:cubicBezTo>
                <a:cubicBezTo>
                  <a:pt x="773150" y="2526130"/>
                  <a:pt x="779317" y="2525645"/>
                  <a:pt x="785483" y="2525161"/>
                </a:cubicBezTo>
                <a:cubicBezTo>
                  <a:pt x="787738" y="2524698"/>
                  <a:pt x="789086" y="2523635"/>
                  <a:pt x="790125" y="2521068"/>
                </a:cubicBezTo>
                <a:cubicBezTo>
                  <a:pt x="790853" y="2516996"/>
                  <a:pt x="794013" y="2517131"/>
                  <a:pt x="797329" y="2518017"/>
                </a:cubicBezTo>
                <a:cubicBezTo>
                  <a:pt x="801396" y="2518748"/>
                  <a:pt x="806503" y="2516914"/>
                  <a:pt x="808494" y="2522780"/>
                </a:cubicBezTo>
                <a:cubicBezTo>
                  <a:pt x="809731" y="2528801"/>
                  <a:pt x="813953" y="2530285"/>
                  <a:pt x="818773" y="2530862"/>
                </a:cubicBezTo>
                <a:cubicBezTo>
                  <a:pt x="822838" y="2531594"/>
                  <a:pt x="827347" y="2530666"/>
                  <a:pt x="829470" y="2533368"/>
                </a:cubicBezTo>
                <a:cubicBezTo>
                  <a:pt x="833870" y="2539521"/>
                  <a:pt x="838821" y="2536934"/>
                  <a:pt x="844833" y="2535697"/>
                </a:cubicBezTo>
                <a:cubicBezTo>
                  <a:pt x="846931" y="2534481"/>
                  <a:pt x="849342" y="2534769"/>
                  <a:pt x="851595" y="2534305"/>
                </a:cubicBezTo>
                <a:cubicBezTo>
                  <a:pt x="862271" y="2532893"/>
                  <a:pt x="873255" y="2532986"/>
                  <a:pt x="883622" y="2530069"/>
                </a:cubicBezTo>
                <a:cubicBezTo>
                  <a:pt x="887975" y="2528388"/>
                  <a:pt x="893987" y="2527151"/>
                  <a:pt x="894871" y="2523832"/>
                </a:cubicBezTo>
                <a:cubicBezTo>
                  <a:pt x="895444" y="2519006"/>
                  <a:pt x="888968" y="2517986"/>
                  <a:pt x="884746" y="2516501"/>
                </a:cubicBezTo>
                <a:cubicBezTo>
                  <a:pt x="883841" y="2515904"/>
                  <a:pt x="882933" y="2515306"/>
                  <a:pt x="882183" y="2515461"/>
                </a:cubicBezTo>
                <a:cubicBezTo>
                  <a:pt x="869207" y="2509501"/>
                  <a:pt x="866000" y="2501533"/>
                  <a:pt x="872696" y="2488388"/>
                </a:cubicBezTo>
                <a:cubicBezTo>
                  <a:pt x="876630" y="2492285"/>
                  <a:pt x="880277" y="2498595"/>
                  <a:pt x="886910" y="2500369"/>
                </a:cubicBezTo>
                <a:cubicBezTo>
                  <a:pt x="894292" y="2501986"/>
                  <a:pt x="898623" y="2496388"/>
                  <a:pt x="904170" y="2492893"/>
                </a:cubicBezTo>
                <a:cubicBezTo>
                  <a:pt x="906115" y="2490925"/>
                  <a:pt x="908524" y="2491214"/>
                  <a:pt x="908547" y="2495131"/>
                </a:cubicBezTo>
                <a:cubicBezTo>
                  <a:pt x="908105" y="2496791"/>
                  <a:pt x="908415" y="2498296"/>
                  <a:pt x="907973" y="2499956"/>
                </a:cubicBezTo>
                <a:cubicBezTo>
                  <a:pt x="907686" y="2502368"/>
                  <a:pt x="907399" y="2504781"/>
                  <a:pt x="909368" y="2506728"/>
                </a:cubicBezTo>
                <a:cubicBezTo>
                  <a:pt x="910428" y="2508080"/>
                  <a:pt x="912218" y="2505358"/>
                  <a:pt x="913722" y="2505048"/>
                </a:cubicBezTo>
                <a:cubicBezTo>
                  <a:pt x="918518" y="2501708"/>
                  <a:pt x="920484" y="2503657"/>
                  <a:pt x="920663" y="2508327"/>
                </a:cubicBezTo>
                <a:cubicBezTo>
                  <a:pt x="920971" y="2509831"/>
                  <a:pt x="919779" y="2511646"/>
                  <a:pt x="922343" y="2512687"/>
                </a:cubicBezTo>
                <a:cubicBezTo>
                  <a:pt x="931710" y="2493503"/>
                  <a:pt x="937412" y="2490760"/>
                  <a:pt x="959562" y="2495616"/>
                </a:cubicBezTo>
                <a:cubicBezTo>
                  <a:pt x="960312" y="2495461"/>
                  <a:pt x="960312" y="2495461"/>
                  <a:pt x="961219" y="2496060"/>
                </a:cubicBezTo>
                <a:cubicBezTo>
                  <a:pt x="969884" y="2498199"/>
                  <a:pt x="978581" y="2499547"/>
                  <a:pt x="987215" y="2499633"/>
                </a:cubicBezTo>
                <a:lnTo>
                  <a:pt x="1004076" y="2497002"/>
                </a:lnTo>
                <a:lnTo>
                  <a:pt x="1151097" y="2349982"/>
                </a:lnTo>
                <a:lnTo>
                  <a:pt x="1147348" y="2349871"/>
                </a:lnTo>
                <a:cubicBezTo>
                  <a:pt x="1100676" y="2349645"/>
                  <a:pt x="1054808" y="2354877"/>
                  <a:pt x="1008165" y="2351784"/>
                </a:cubicBezTo>
                <a:cubicBezTo>
                  <a:pt x="1004440" y="2352031"/>
                  <a:pt x="999270" y="2353693"/>
                  <a:pt x="997882" y="2349378"/>
                </a:cubicBezTo>
                <a:cubicBezTo>
                  <a:pt x="995631" y="2345340"/>
                  <a:pt x="999386" y="2342228"/>
                  <a:pt x="1001138" y="2338807"/>
                </a:cubicBezTo>
                <a:cubicBezTo>
                  <a:pt x="1003168" y="2336249"/>
                  <a:pt x="1006060" y="2333414"/>
                  <a:pt x="1003226" y="2330517"/>
                </a:cubicBezTo>
                <a:cubicBezTo>
                  <a:pt x="1000977" y="2326478"/>
                  <a:pt x="996973" y="2325861"/>
                  <a:pt x="993248" y="2326106"/>
                </a:cubicBezTo>
                <a:cubicBezTo>
                  <a:pt x="990663" y="2326938"/>
                  <a:pt x="988078" y="2327770"/>
                  <a:pt x="985493" y="2328602"/>
                </a:cubicBezTo>
                <a:cubicBezTo>
                  <a:pt x="973149" y="2331620"/>
                  <a:pt x="964034" y="2326933"/>
                  <a:pt x="960147" y="2314850"/>
                </a:cubicBezTo>
                <a:cubicBezTo>
                  <a:pt x="958759" y="2310535"/>
                  <a:pt x="957371" y="2306219"/>
                  <a:pt x="957706" y="2301350"/>
                </a:cubicBezTo>
                <a:cubicBezTo>
                  <a:pt x="956903" y="2295894"/>
                  <a:pt x="952622" y="2294413"/>
                  <a:pt x="948006" y="2297803"/>
                </a:cubicBezTo>
                <a:cubicBezTo>
                  <a:pt x="939359" y="2303441"/>
                  <a:pt x="937271" y="2311732"/>
                  <a:pt x="942020" y="2323538"/>
                </a:cubicBezTo>
                <a:cubicBezTo>
                  <a:pt x="933765" y="2318574"/>
                  <a:pt x="927514" y="2313919"/>
                  <a:pt x="922707" y="2307846"/>
                </a:cubicBezTo>
                <a:cubicBezTo>
                  <a:pt x="917900" y="2301773"/>
                  <a:pt x="915488" y="2285406"/>
                  <a:pt x="919856" y="2278287"/>
                </a:cubicBezTo>
                <a:lnTo>
                  <a:pt x="921256" y="2277442"/>
                </a:lnTo>
                <a:lnTo>
                  <a:pt x="918792" y="2277001"/>
                </a:lnTo>
                <a:cubicBezTo>
                  <a:pt x="910298" y="2274176"/>
                  <a:pt x="902308" y="2273601"/>
                  <a:pt x="895747" y="2282940"/>
                </a:cubicBezTo>
                <a:cubicBezTo>
                  <a:pt x="892149" y="2270361"/>
                  <a:pt x="883746" y="2271452"/>
                  <a:pt x="874594" y="2272711"/>
                </a:cubicBezTo>
                <a:cubicBezTo>
                  <a:pt x="867854" y="2274217"/>
                  <a:pt x="860948" y="2274975"/>
                  <a:pt x="854533" y="2270898"/>
                </a:cubicBezTo>
                <a:cubicBezTo>
                  <a:pt x="845203" y="2264324"/>
                  <a:pt x="835379" y="2262583"/>
                  <a:pt x="824807" y="2261011"/>
                </a:cubicBezTo>
                <a:cubicBezTo>
                  <a:pt x="806245" y="2258862"/>
                  <a:pt x="787270" y="2258381"/>
                  <a:pt x="769368" y="2252149"/>
                </a:cubicBezTo>
                <a:cubicBezTo>
                  <a:pt x="754963" y="2247497"/>
                  <a:pt x="740312" y="2245262"/>
                  <a:pt x="725002" y="2247110"/>
                </a:cubicBezTo>
                <a:cubicBezTo>
                  <a:pt x="720511" y="2248113"/>
                  <a:pt x="717011" y="2246534"/>
                  <a:pt x="714507" y="2242370"/>
                </a:cubicBezTo>
                <a:cubicBezTo>
                  <a:pt x="705333" y="2229463"/>
                  <a:pt x="704585" y="2229631"/>
                  <a:pt x="689028" y="2233896"/>
                </a:cubicBezTo>
                <a:cubicBezTo>
                  <a:pt x="687531" y="2234230"/>
                  <a:pt x="686032" y="2234565"/>
                  <a:pt x="683786" y="2235066"/>
                </a:cubicBezTo>
                <a:cubicBezTo>
                  <a:pt x="685027" y="2230066"/>
                  <a:pt x="686268" y="2225065"/>
                  <a:pt x="687676" y="2220813"/>
                </a:cubicBezTo>
                <a:cubicBezTo>
                  <a:pt x="688994" y="2212646"/>
                  <a:pt x="694313" y="2208308"/>
                  <a:pt x="701968" y="2207383"/>
                </a:cubicBezTo>
                <a:cubicBezTo>
                  <a:pt x="706461" y="2206379"/>
                  <a:pt x="710540" y="2207042"/>
                  <a:pt x="714866" y="2205287"/>
                </a:cubicBezTo>
                <a:cubicBezTo>
                  <a:pt x="722016" y="2202114"/>
                  <a:pt x="724598" y="2203111"/>
                  <a:pt x="727774" y="2210274"/>
                </a:cubicBezTo>
                <a:cubicBezTo>
                  <a:pt x="728443" y="2213274"/>
                  <a:pt x="729113" y="2216274"/>
                  <a:pt x="729783" y="2219272"/>
                </a:cubicBezTo>
                <a:cubicBezTo>
                  <a:pt x="730041" y="2223939"/>
                  <a:pt x="732455" y="2224186"/>
                  <a:pt x="736199" y="2223349"/>
                </a:cubicBezTo>
                <a:cubicBezTo>
                  <a:pt x="744604" y="2222257"/>
                  <a:pt x="749754" y="2217170"/>
                  <a:pt x="753822" y="2210749"/>
                </a:cubicBezTo>
                <a:cubicBezTo>
                  <a:pt x="755150" y="2209664"/>
                  <a:pt x="755397" y="2207247"/>
                  <a:pt x="757811" y="2207495"/>
                </a:cubicBezTo>
                <a:cubicBezTo>
                  <a:pt x="759477" y="2207909"/>
                  <a:pt x="759980" y="2210158"/>
                  <a:pt x="761063" y="2211491"/>
                </a:cubicBezTo>
                <a:cubicBezTo>
                  <a:pt x="761399" y="2212991"/>
                  <a:pt x="761567" y="2213742"/>
                  <a:pt x="761902" y="2215240"/>
                </a:cubicBezTo>
                <a:cubicBezTo>
                  <a:pt x="763076" y="2220489"/>
                  <a:pt x="765656" y="2221487"/>
                  <a:pt x="769814" y="2218982"/>
                </a:cubicBezTo>
                <a:cubicBezTo>
                  <a:pt x="773803" y="2215728"/>
                  <a:pt x="776553" y="2217476"/>
                  <a:pt x="779636" y="2220723"/>
                </a:cubicBezTo>
                <a:cubicBezTo>
                  <a:pt x="782555" y="2223220"/>
                  <a:pt x="782474" y="2226386"/>
                  <a:pt x="780732" y="2229138"/>
                </a:cubicBezTo>
                <a:cubicBezTo>
                  <a:pt x="779156" y="2232639"/>
                  <a:pt x="775078" y="2231977"/>
                  <a:pt x="771580" y="2230397"/>
                </a:cubicBezTo>
                <a:cubicBezTo>
                  <a:pt x="769165" y="2230150"/>
                  <a:pt x="767335" y="2228985"/>
                  <a:pt x="765757" y="2232486"/>
                </a:cubicBezTo>
                <a:cubicBezTo>
                  <a:pt x="764181" y="2235987"/>
                  <a:pt x="766015" y="2237153"/>
                  <a:pt x="768015" y="2239068"/>
                </a:cubicBezTo>
                <a:cubicBezTo>
                  <a:pt x="772597" y="2241979"/>
                  <a:pt x="785402" y="2235967"/>
                  <a:pt x="785559" y="2229633"/>
                </a:cubicBezTo>
                <a:cubicBezTo>
                  <a:pt x="786375" y="2219216"/>
                  <a:pt x="793449" y="2219210"/>
                  <a:pt x="800523" y="2219203"/>
                </a:cubicBezTo>
                <a:cubicBezTo>
                  <a:pt x="815251" y="2218271"/>
                  <a:pt x="830237" y="2222006"/>
                  <a:pt x="844554" y="2222742"/>
                </a:cubicBezTo>
                <a:cubicBezTo>
                  <a:pt x="848632" y="2223405"/>
                  <a:pt x="849302" y="2226404"/>
                  <a:pt x="848476" y="2229739"/>
                </a:cubicBezTo>
                <a:cubicBezTo>
                  <a:pt x="847817" y="2233822"/>
                  <a:pt x="847157" y="2237906"/>
                  <a:pt x="847415" y="2242573"/>
                </a:cubicBezTo>
                <a:cubicBezTo>
                  <a:pt x="848421" y="2247072"/>
                  <a:pt x="851751" y="2247901"/>
                  <a:pt x="855080" y="2248731"/>
                </a:cubicBezTo>
                <a:cubicBezTo>
                  <a:pt x="857662" y="2249729"/>
                  <a:pt x="857572" y="2245812"/>
                  <a:pt x="858903" y="2244728"/>
                </a:cubicBezTo>
                <a:cubicBezTo>
                  <a:pt x="861473" y="2238642"/>
                  <a:pt x="864791" y="2232389"/>
                  <a:pt x="867362" y="2226302"/>
                </a:cubicBezTo>
                <a:cubicBezTo>
                  <a:pt x="868446" y="2227636"/>
                  <a:pt x="868614" y="2228384"/>
                  <a:pt x="868781" y="2229135"/>
                </a:cubicBezTo>
                <a:cubicBezTo>
                  <a:pt x="871542" y="2237964"/>
                  <a:pt x="871542" y="2237964"/>
                  <a:pt x="878772" y="2231625"/>
                </a:cubicBezTo>
                <a:cubicBezTo>
                  <a:pt x="881263" y="2228706"/>
                  <a:pt x="882348" y="2230038"/>
                  <a:pt x="883599" y="2232121"/>
                </a:cubicBezTo>
                <a:cubicBezTo>
                  <a:pt x="887187" y="2237616"/>
                  <a:pt x="892182" y="2238861"/>
                  <a:pt x="897088" y="2236190"/>
                </a:cubicBezTo>
                <a:cubicBezTo>
                  <a:pt x="904485" y="2230599"/>
                  <a:pt x="912889" y="2229508"/>
                  <a:pt x="921125" y="2227666"/>
                </a:cubicBezTo>
                <a:cubicBezTo>
                  <a:pt x="925618" y="2226662"/>
                  <a:pt x="927696" y="2225410"/>
                  <a:pt x="923697" y="2221581"/>
                </a:cubicBezTo>
                <a:cubicBezTo>
                  <a:pt x="920444" y="2217584"/>
                  <a:pt x="920521" y="2214417"/>
                  <a:pt x="925093" y="2210246"/>
                </a:cubicBezTo>
                <a:cubicBezTo>
                  <a:pt x="917850" y="2209503"/>
                  <a:pt x="910777" y="2209510"/>
                  <a:pt x="904116" y="2207850"/>
                </a:cubicBezTo>
                <a:cubicBezTo>
                  <a:pt x="897625" y="2206940"/>
                  <a:pt x="890963" y="2205280"/>
                  <a:pt x="885298" y="2201035"/>
                </a:cubicBezTo>
                <a:cubicBezTo>
                  <a:pt x="894528" y="2196610"/>
                  <a:pt x="894528" y="2196610"/>
                  <a:pt x="910263" y="2200177"/>
                </a:cubicBezTo>
                <a:cubicBezTo>
                  <a:pt x="920253" y="2202668"/>
                  <a:pt x="924578" y="2200913"/>
                  <a:pt x="928311" y="2192993"/>
                </a:cubicBezTo>
                <a:lnTo>
                  <a:pt x="930764" y="2188801"/>
                </a:lnTo>
                <a:lnTo>
                  <a:pt x="910585" y="2175555"/>
                </a:lnTo>
                <a:cubicBezTo>
                  <a:pt x="900329" y="2170282"/>
                  <a:pt x="890659" y="2163869"/>
                  <a:pt x="885911" y="2152063"/>
                </a:cubicBezTo>
                <a:cubicBezTo>
                  <a:pt x="883660" y="2148025"/>
                  <a:pt x="880271" y="2143401"/>
                  <a:pt x="875407" y="2143061"/>
                </a:cubicBezTo>
                <a:cubicBezTo>
                  <a:pt x="855394" y="2139975"/>
                  <a:pt x="843560" y="2120924"/>
                  <a:pt x="823854" y="2115835"/>
                </a:cubicBezTo>
                <a:cubicBezTo>
                  <a:pt x="818434" y="2113769"/>
                  <a:pt x="817907" y="2109176"/>
                  <a:pt x="818243" y="2104306"/>
                </a:cubicBezTo>
                <a:cubicBezTo>
                  <a:pt x="819441" y="2099159"/>
                  <a:pt x="824582" y="2100362"/>
                  <a:pt x="828001" y="2102119"/>
                </a:cubicBezTo>
                <a:cubicBezTo>
                  <a:pt x="834560" y="2104771"/>
                  <a:pt x="839453" y="2102246"/>
                  <a:pt x="843514" y="2097129"/>
                </a:cubicBezTo>
                <a:cubicBezTo>
                  <a:pt x="848158" y="2090873"/>
                  <a:pt x="854499" y="2086930"/>
                  <a:pt x="862255" y="2084434"/>
                </a:cubicBezTo>
                <a:cubicBezTo>
                  <a:pt x="875459" y="2081140"/>
                  <a:pt x="885409" y="2088415"/>
                  <a:pt x="885847" y="2101607"/>
                </a:cubicBezTo>
                <a:cubicBezTo>
                  <a:pt x="885818" y="2104474"/>
                  <a:pt x="886067" y="2108203"/>
                  <a:pt x="886900" y="2110793"/>
                </a:cubicBezTo>
                <a:cubicBezTo>
                  <a:pt x="887178" y="2111655"/>
                  <a:pt x="886593" y="2112796"/>
                  <a:pt x="886593" y="2112796"/>
                </a:cubicBezTo>
                <a:cubicBezTo>
                  <a:pt x="887455" y="2112519"/>
                  <a:pt x="887455" y="2112519"/>
                  <a:pt x="888039" y="2111379"/>
                </a:cubicBezTo>
                <a:cubicBezTo>
                  <a:pt x="891486" y="2110270"/>
                  <a:pt x="894072" y="2109438"/>
                  <a:pt x="897797" y="2109192"/>
                </a:cubicBezTo>
                <a:cubicBezTo>
                  <a:pt x="915560" y="2108240"/>
                  <a:pt x="919898" y="2103988"/>
                  <a:pt x="919793" y="2085926"/>
                </a:cubicBezTo>
                <a:cubicBezTo>
                  <a:pt x="919019" y="2077603"/>
                  <a:pt x="923635" y="2074214"/>
                  <a:pt x="931946" y="2073445"/>
                </a:cubicBezTo>
                <a:cubicBezTo>
                  <a:pt x="938257" y="2072367"/>
                  <a:pt x="942814" y="2074712"/>
                  <a:pt x="948205" y="2079644"/>
                </a:cubicBezTo>
                <a:cubicBezTo>
                  <a:pt x="963238" y="2093856"/>
                  <a:pt x="981498" y="2100363"/>
                  <a:pt x="1002708" y="2098303"/>
                </a:cubicBezTo>
                <a:cubicBezTo>
                  <a:pt x="1020748" y="2098214"/>
                  <a:pt x="1020748" y="2098214"/>
                  <a:pt x="1011749" y="2082060"/>
                </a:cubicBezTo>
                <a:cubicBezTo>
                  <a:pt x="1006971" y="2073122"/>
                  <a:pt x="1007308" y="2068252"/>
                  <a:pt x="1013952" y="2062305"/>
                </a:cubicBezTo>
                <a:cubicBezTo>
                  <a:pt x="1020702" y="2074419"/>
                  <a:pt x="1024122" y="2076176"/>
                  <a:pt x="1037326" y="2072881"/>
                </a:cubicBezTo>
                <a:cubicBezTo>
                  <a:pt x="1045944" y="2070109"/>
                  <a:pt x="1054592" y="2064471"/>
                  <a:pt x="1063400" y="2071161"/>
                </a:cubicBezTo>
                <a:cubicBezTo>
                  <a:pt x="1063679" y="2072024"/>
                  <a:pt x="1064540" y="2071746"/>
                  <a:pt x="1065401" y="2071470"/>
                </a:cubicBezTo>
                <a:lnTo>
                  <a:pt x="1074222" y="2044779"/>
                </a:lnTo>
                <a:lnTo>
                  <a:pt x="1071599" y="2040340"/>
                </a:lnTo>
                <a:cubicBezTo>
                  <a:pt x="1068443" y="2038855"/>
                  <a:pt x="1064396" y="2039380"/>
                  <a:pt x="1060364" y="2042439"/>
                </a:cubicBezTo>
                <a:cubicBezTo>
                  <a:pt x="1053910" y="2047333"/>
                  <a:pt x="1048404" y="2047439"/>
                  <a:pt x="1041509" y="2045038"/>
                </a:cubicBezTo>
                <a:cubicBezTo>
                  <a:pt x="1037284" y="2042138"/>
                  <a:pt x="1033724" y="2042804"/>
                  <a:pt x="1029939" y="2047199"/>
                </a:cubicBezTo>
                <a:cubicBezTo>
                  <a:pt x="1026323" y="2052487"/>
                  <a:pt x="1021150" y="2054375"/>
                  <a:pt x="1015310" y="2052699"/>
                </a:cubicBezTo>
                <a:cubicBezTo>
                  <a:pt x="1011585" y="2052472"/>
                  <a:pt x="1006635" y="2050630"/>
                  <a:pt x="1003076" y="2051295"/>
                </a:cubicBezTo>
                <a:cubicBezTo>
                  <a:pt x="997737" y="2052293"/>
                  <a:pt x="995457" y="2049952"/>
                  <a:pt x="993734" y="2045661"/>
                </a:cubicBezTo>
                <a:cubicBezTo>
                  <a:pt x="989399" y="2037248"/>
                  <a:pt x="987454" y="2036689"/>
                  <a:pt x="979554" y="2043699"/>
                </a:cubicBezTo>
                <a:cubicBezTo>
                  <a:pt x="974879" y="2048261"/>
                  <a:pt x="970373" y="2053714"/>
                  <a:pt x="964475" y="2056660"/>
                </a:cubicBezTo>
                <a:cubicBezTo>
                  <a:pt x="964309" y="2055769"/>
                  <a:pt x="963420" y="2055935"/>
                  <a:pt x="963254" y="2055044"/>
                </a:cubicBezTo>
                <a:cubicBezTo>
                  <a:pt x="969099" y="2041962"/>
                  <a:pt x="969099" y="2041962"/>
                  <a:pt x="959648" y="2030815"/>
                </a:cubicBezTo>
                <a:cubicBezTo>
                  <a:pt x="958426" y="2029199"/>
                  <a:pt x="957203" y="2027582"/>
                  <a:pt x="956146" y="2026858"/>
                </a:cubicBezTo>
                <a:cubicBezTo>
                  <a:pt x="946197" y="2013036"/>
                  <a:pt x="935018" y="2012358"/>
                  <a:pt x="921221" y="2022314"/>
                </a:cubicBezTo>
                <a:cubicBezTo>
                  <a:pt x="914045" y="2028266"/>
                  <a:pt x="908205" y="2026589"/>
                  <a:pt x="905650" y="2017843"/>
                </a:cubicBezTo>
                <a:cubicBezTo>
                  <a:pt x="903928" y="2013554"/>
                  <a:pt x="903096" y="2009097"/>
                  <a:pt x="903153" y="2004475"/>
                </a:cubicBezTo>
                <a:cubicBezTo>
                  <a:pt x="903492" y="1991499"/>
                  <a:pt x="914397" y="1985773"/>
                  <a:pt x="924794" y="1992132"/>
                </a:cubicBezTo>
                <a:cubicBezTo>
                  <a:pt x="933078" y="1997041"/>
                  <a:pt x="940697" y="1998384"/>
                  <a:pt x="949040" y="1998671"/>
                </a:cubicBezTo>
                <a:cubicBezTo>
                  <a:pt x="957216" y="1998066"/>
                  <a:pt x="964834" y="1999411"/>
                  <a:pt x="971339" y="2004652"/>
                </a:cubicBezTo>
                <a:cubicBezTo>
                  <a:pt x="981347" y="2013850"/>
                  <a:pt x="985963" y="2013910"/>
                  <a:pt x="994086" y="2003169"/>
                </a:cubicBezTo>
                <a:cubicBezTo>
                  <a:pt x="1000207" y="1996492"/>
                  <a:pt x="1006103" y="1993547"/>
                  <a:pt x="1015335" y="1993666"/>
                </a:cubicBezTo>
                <a:cubicBezTo>
                  <a:pt x="1031855" y="1993348"/>
                  <a:pt x="1048314" y="1997652"/>
                  <a:pt x="1064109" y="1998391"/>
                </a:cubicBezTo>
                <a:cubicBezTo>
                  <a:pt x="1078124" y="1999463"/>
                  <a:pt x="1091472" y="1996969"/>
                  <a:pt x="1101543" y="1986787"/>
                </a:cubicBezTo>
                <a:cubicBezTo>
                  <a:pt x="1106773" y="1980276"/>
                  <a:pt x="1110666" y="1981394"/>
                  <a:pt x="1117005" y="1985743"/>
                </a:cubicBezTo>
                <a:cubicBezTo>
                  <a:pt x="1139189" y="2000969"/>
                  <a:pt x="1162065" y="2008801"/>
                  <a:pt x="1185564" y="2002639"/>
                </a:cubicBezTo>
                <a:lnTo>
                  <a:pt x="1195223" y="1998128"/>
                </a:lnTo>
                <a:lnTo>
                  <a:pt x="1192773" y="1991450"/>
                </a:lnTo>
                <a:lnTo>
                  <a:pt x="1208259" y="1992039"/>
                </a:lnTo>
                <a:lnTo>
                  <a:pt x="1209269" y="1991568"/>
                </a:lnTo>
                <a:cubicBezTo>
                  <a:pt x="1214108" y="1987897"/>
                  <a:pt x="1218891" y="1988848"/>
                  <a:pt x="1223674" y="1989800"/>
                </a:cubicBezTo>
                <a:lnTo>
                  <a:pt x="1228712" y="1991919"/>
                </a:lnTo>
                <a:lnTo>
                  <a:pt x="1228960" y="1991914"/>
                </a:lnTo>
                <a:lnTo>
                  <a:pt x="1233962" y="1990645"/>
                </a:lnTo>
                <a:cubicBezTo>
                  <a:pt x="1236856" y="1986415"/>
                  <a:pt x="1233521" y="1983349"/>
                  <a:pt x="1231965" y="1979950"/>
                </a:cubicBezTo>
                <a:cubicBezTo>
                  <a:pt x="1228296" y="1975101"/>
                  <a:pt x="1230633" y="1972820"/>
                  <a:pt x="1235973" y="1971823"/>
                </a:cubicBezTo>
                <a:cubicBezTo>
                  <a:pt x="1241312" y="1970826"/>
                  <a:pt x="1246985" y="1971611"/>
                  <a:pt x="1252490" y="1971504"/>
                </a:cubicBezTo>
                <a:cubicBezTo>
                  <a:pt x="1264726" y="1972908"/>
                  <a:pt x="1275347" y="1975536"/>
                  <a:pt x="1287307" y="1970535"/>
                </a:cubicBezTo>
                <a:cubicBezTo>
                  <a:pt x="1289976" y="1970037"/>
                  <a:pt x="1290309" y="1971819"/>
                  <a:pt x="1291532" y="1973435"/>
                </a:cubicBezTo>
                <a:cubicBezTo>
                  <a:pt x="1295701" y="1980958"/>
                  <a:pt x="1302264" y="1981577"/>
                  <a:pt x="1309382" y="1980247"/>
                </a:cubicBezTo>
                <a:cubicBezTo>
                  <a:pt x="1336246" y="1976151"/>
                  <a:pt x="1363443" y="1973838"/>
                  <a:pt x="1390916" y="1977929"/>
                </a:cubicBezTo>
                <a:cubicBezTo>
                  <a:pt x="1392863" y="1978488"/>
                  <a:pt x="1395532" y="1977990"/>
                  <a:pt x="1398035" y="1976600"/>
                </a:cubicBezTo>
                <a:cubicBezTo>
                  <a:pt x="1405212" y="1970648"/>
                  <a:pt x="1411052" y="1972324"/>
                  <a:pt x="1417165" y="1980405"/>
                </a:cubicBezTo>
                <a:cubicBezTo>
                  <a:pt x="1423280" y="1988486"/>
                  <a:pt x="1428785" y="1988380"/>
                  <a:pt x="1435463" y="1979754"/>
                </a:cubicBezTo>
                <a:cubicBezTo>
                  <a:pt x="1438523" y="1976415"/>
                  <a:pt x="1440694" y="1973243"/>
                  <a:pt x="1443587" y="1969013"/>
                </a:cubicBezTo>
                <a:cubicBezTo>
                  <a:pt x="1448146" y="1973696"/>
                  <a:pt x="1452704" y="1978378"/>
                  <a:pt x="1458935" y="1977215"/>
                </a:cubicBezTo>
                <a:cubicBezTo>
                  <a:pt x="1466054" y="1975885"/>
                  <a:pt x="1473339" y="1975446"/>
                  <a:pt x="1479569" y="1974283"/>
                </a:cubicBezTo>
                <a:cubicBezTo>
                  <a:pt x="1502873" y="1970853"/>
                  <a:pt x="1505877" y="1972136"/>
                  <a:pt x="1505665" y="1946351"/>
                </a:cubicBezTo>
                <a:cubicBezTo>
                  <a:pt x="1505665" y="1946351"/>
                  <a:pt x="1506555" y="1946185"/>
                  <a:pt x="1506388" y="1945294"/>
                </a:cubicBezTo>
                <a:cubicBezTo>
                  <a:pt x="1507393" y="1935883"/>
                  <a:pt x="1510454" y="1932543"/>
                  <a:pt x="1519852" y="1933555"/>
                </a:cubicBezTo>
                <a:lnTo>
                  <a:pt x="1568521" y="1932557"/>
                </a:lnTo>
                <a:lnTo>
                  <a:pt x="1571412" y="1929667"/>
                </a:lnTo>
                <a:lnTo>
                  <a:pt x="1571368" y="1929667"/>
                </a:lnTo>
                <a:cubicBezTo>
                  <a:pt x="1544432" y="1931665"/>
                  <a:pt x="1517189" y="1935666"/>
                  <a:pt x="1490369" y="1926199"/>
                </a:cubicBezTo>
                <a:cubicBezTo>
                  <a:pt x="1481807" y="1923238"/>
                  <a:pt x="1473496" y="1924007"/>
                  <a:pt x="1465155" y="1927642"/>
                </a:cubicBezTo>
                <a:cubicBezTo>
                  <a:pt x="1458539" y="1930723"/>
                  <a:pt x="1451673" y="1930075"/>
                  <a:pt x="1445976" y="1927145"/>
                </a:cubicBezTo>
                <a:cubicBezTo>
                  <a:pt x="1435137" y="1923013"/>
                  <a:pt x="1424269" y="1921746"/>
                  <a:pt x="1412232" y="1922761"/>
                </a:cubicBezTo>
                <a:cubicBezTo>
                  <a:pt x="1401057" y="1923499"/>
                  <a:pt x="1389853" y="1927103"/>
                  <a:pt x="1378152" y="1923248"/>
                </a:cubicBezTo>
                <a:cubicBezTo>
                  <a:pt x="1367868" y="1920842"/>
                  <a:pt x="1358416" y="1921025"/>
                  <a:pt x="1351712" y="1932705"/>
                </a:cubicBezTo>
                <a:cubicBezTo>
                  <a:pt x="1346132" y="1918310"/>
                  <a:pt x="1336374" y="1920496"/>
                  <a:pt x="1325755" y="1922960"/>
                </a:cubicBezTo>
                <a:cubicBezTo>
                  <a:pt x="1317998" y="1925454"/>
                  <a:pt x="1309964" y="1927087"/>
                  <a:pt x="1301988" y="1922985"/>
                </a:cubicBezTo>
                <a:cubicBezTo>
                  <a:pt x="1290316" y="1916264"/>
                  <a:pt x="1278585" y="1915275"/>
                  <a:pt x="1265994" y="1914564"/>
                </a:cubicBezTo>
                <a:cubicBezTo>
                  <a:pt x="1243950" y="1914036"/>
                  <a:pt x="1221602" y="1915510"/>
                  <a:pt x="1199894" y="1910112"/>
                </a:cubicBezTo>
                <a:cubicBezTo>
                  <a:pt x="1182467" y="1906194"/>
                  <a:pt x="1165010" y="1905142"/>
                  <a:pt x="1147218" y="1908961"/>
                </a:cubicBezTo>
                <a:cubicBezTo>
                  <a:pt x="1142048" y="1910624"/>
                  <a:pt x="1137768" y="1909144"/>
                  <a:pt x="1134378" y="1904520"/>
                </a:cubicBezTo>
                <a:cubicBezTo>
                  <a:pt x="1122209" y="1890339"/>
                  <a:pt x="1121347" y="1890616"/>
                  <a:pt x="1103526" y="1897302"/>
                </a:cubicBezTo>
                <a:cubicBezTo>
                  <a:pt x="1101802" y="1897856"/>
                  <a:pt x="1100079" y="1898410"/>
                  <a:pt x="1097493" y="1899242"/>
                </a:cubicBezTo>
                <a:cubicBezTo>
                  <a:pt x="1098413" y="1893232"/>
                  <a:pt x="1099332" y="1887222"/>
                  <a:pt x="1100530" y="1882074"/>
                </a:cubicBezTo>
                <a:lnTo>
                  <a:pt x="1101716" y="1880735"/>
                </a:lnTo>
                <a:lnTo>
                  <a:pt x="1080782" y="1878719"/>
                </a:lnTo>
                <a:cubicBezTo>
                  <a:pt x="1072836" y="1878706"/>
                  <a:pt x="1064966" y="1879714"/>
                  <a:pt x="1057206" y="1882547"/>
                </a:cubicBezTo>
                <a:cubicBezTo>
                  <a:pt x="1051144" y="1884602"/>
                  <a:pt x="1047250" y="1883485"/>
                  <a:pt x="1043748" y="1879527"/>
                </a:cubicBezTo>
                <a:cubicBezTo>
                  <a:pt x="1039189" y="1874844"/>
                  <a:pt x="1033574" y="1869437"/>
                  <a:pt x="1026789" y="1872550"/>
                </a:cubicBezTo>
                <a:cubicBezTo>
                  <a:pt x="1012326" y="1878940"/>
                  <a:pt x="998701" y="1875029"/>
                  <a:pt x="986025" y="1866329"/>
                </a:cubicBezTo>
                <a:cubicBezTo>
                  <a:pt x="967176" y="1854170"/>
                  <a:pt x="946600" y="1852480"/>
                  <a:pt x="926406" y="1862708"/>
                </a:cubicBezTo>
                <a:cubicBezTo>
                  <a:pt x="918730" y="1865986"/>
                  <a:pt x="915728" y="1864703"/>
                  <a:pt x="914229" y="1856681"/>
                </a:cubicBezTo>
                <a:cubicBezTo>
                  <a:pt x="913729" y="1854008"/>
                  <a:pt x="913231" y="1851334"/>
                  <a:pt x="912008" y="1849718"/>
                </a:cubicBezTo>
                <a:cubicBezTo>
                  <a:pt x="896943" y="1833163"/>
                  <a:pt x="882044" y="1817500"/>
                  <a:pt x="857184" y="1817532"/>
                </a:cubicBezTo>
                <a:cubicBezTo>
                  <a:pt x="851677" y="1817638"/>
                  <a:pt x="852068" y="1814798"/>
                  <a:pt x="853183" y="1810901"/>
                </a:cubicBezTo>
                <a:cubicBezTo>
                  <a:pt x="853739" y="1808953"/>
                  <a:pt x="855187" y="1806837"/>
                  <a:pt x="856634" y="1804722"/>
                </a:cubicBezTo>
                <a:cubicBezTo>
                  <a:pt x="859527" y="1800493"/>
                  <a:pt x="862587" y="1797154"/>
                  <a:pt x="858028" y="1792472"/>
                </a:cubicBezTo>
                <a:cubicBezTo>
                  <a:pt x="854360" y="1787623"/>
                  <a:pt x="850577" y="1792019"/>
                  <a:pt x="846294" y="1793742"/>
                </a:cubicBezTo>
                <a:cubicBezTo>
                  <a:pt x="837893" y="1798077"/>
                  <a:pt x="828604" y="1802580"/>
                  <a:pt x="820486" y="1798562"/>
                </a:cubicBezTo>
                <a:cubicBezTo>
                  <a:pt x="810421" y="1793986"/>
                  <a:pt x="806471" y="1797490"/>
                  <a:pt x="801574" y="1805784"/>
                </a:cubicBezTo>
                <a:cubicBezTo>
                  <a:pt x="800126" y="1807898"/>
                  <a:pt x="798679" y="1810014"/>
                  <a:pt x="796176" y="1811404"/>
                </a:cubicBezTo>
                <a:cubicBezTo>
                  <a:pt x="794006" y="1814576"/>
                  <a:pt x="791503" y="1815965"/>
                  <a:pt x="787278" y="1813066"/>
                </a:cubicBezTo>
                <a:cubicBezTo>
                  <a:pt x="784107" y="1810891"/>
                  <a:pt x="783442" y="1807326"/>
                  <a:pt x="785611" y="1804154"/>
                </a:cubicBezTo>
                <a:cubicBezTo>
                  <a:pt x="787617" y="1800090"/>
                  <a:pt x="787839" y="1796359"/>
                  <a:pt x="790901" y="1793021"/>
                </a:cubicBezTo>
                <a:cubicBezTo>
                  <a:pt x="792513" y="1791797"/>
                  <a:pt x="794126" y="1790573"/>
                  <a:pt x="792738" y="1788066"/>
                </a:cubicBezTo>
                <a:cubicBezTo>
                  <a:pt x="791515" y="1786450"/>
                  <a:pt x="789013" y="1787839"/>
                  <a:pt x="787232" y="1788172"/>
                </a:cubicBezTo>
                <a:cubicBezTo>
                  <a:pt x="784562" y="1788670"/>
                  <a:pt x="782783" y="1789003"/>
                  <a:pt x="781335" y="1791118"/>
                </a:cubicBezTo>
                <a:cubicBezTo>
                  <a:pt x="779890" y="1793233"/>
                  <a:pt x="778108" y="1793565"/>
                  <a:pt x="775996" y="1792115"/>
                </a:cubicBezTo>
                <a:cubicBezTo>
                  <a:pt x="764375" y="1784141"/>
                  <a:pt x="751973" y="1781845"/>
                  <a:pt x="738792" y="1785230"/>
                </a:cubicBezTo>
                <a:cubicBezTo>
                  <a:pt x="732729" y="1787285"/>
                  <a:pt x="726499" y="1788448"/>
                  <a:pt x="720104" y="1788721"/>
                </a:cubicBezTo>
                <a:cubicBezTo>
                  <a:pt x="716543" y="1789386"/>
                  <a:pt x="711204" y="1790383"/>
                  <a:pt x="708592" y="1786259"/>
                </a:cubicBezTo>
                <a:cubicBezTo>
                  <a:pt x="707036" y="1782861"/>
                  <a:pt x="710986" y="1779355"/>
                  <a:pt x="713157" y="1776184"/>
                </a:cubicBezTo>
                <a:cubicBezTo>
                  <a:pt x="714603" y="1774069"/>
                  <a:pt x="716217" y="1772845"/>
                  <a:pt x="717663" y="1770730"/>
                </a:cubicBezTo>
                <a:cubicBezTo>
                  <a:pt x="719111" y="1768615"/>
                  <a:pt x="723228" y="1766002"/>
                  <a:pt x="720781" y="1762770"/>
                </a:cubicBezTo>
                <a:cubicBezTo>
                  <a:pt x="719226" y="1759371"/>
                  <a:pt x="714777" y="1760202"/>
                  <a:pt x="711382" y="1761758"/>
                </a:cubicBezTo>
                <a:cubicBezTo>
                  <a:pt x="703374" y="1763254"/>
                  <a:pt x="696811" y="1762634"/>
                  <a:pt x="688136" y="1760567"/>
                </a:cubicBezTo>
                <a:cubicBezTo>
                  <a:pt x="668673" y="1754979"/>
                  <a:pt x="659716" y="1761263"/>
                  <a:pt x="655927" y="1780417"/>
                </a:cubicBezTo>
                <a:cubicBezTo>
                  <a:pt x="654588" y="1788045"/>
                  <a:pt x="650804" y="1792442"/>
                  <a:pt x="643517" y="1792881"/>
                </a:cubicBezTo>
                <a:cubicBezTo>
                  <a:pt x="640356" y="1775947"/>
                  <a:pt x="637360" y="1759905"/>
                  <a:pt x="634196" y="1742972"/>
                </a:cubicBezTo>
                <a:cubicBezTo>
                  <a:pt x="646489" y="1739753"/>
                  <a:pt x="648327" y="1734799"/>
                  <a:pt x="643268" y="1727443"/>
                </a:cubicBezTo>
                <a:cubicBezTo>
                  <a:pt x="641879" y="1724935"/>
                  <a:pt x="637986" y="1723817"/>
                  <a:pt x="639266" y="1720812"/>
                </a:cubicBezTo>
                <a:cubicBezTo>
                  <a:pt x="641437" y="1717640"/>
                  <a:pt x="645162" y="1717866"/>
                  <a:pt x="647999" y="1718259"/>
                </a:cubicBezTo>
                <a:cubicBezTo>
                  <a:pt x="650669" y="1717759"/>
                  <a:pt x="652615" y="1718318"/>
                  <a:pt x="654563" y="1718878"/>
                </a:cubicBezTo>
                <a:cubicBezTo>
                  <a:pt x="660233" y="1719662"/>
                  <a:pt x="662738" y="1718272"/>
                  <a:pt x="662461" y="1711868"/>
                </a:cubicBezTo>
                <a:cubicBezTo>
                  <a:pt x="662686" y="1708136"/>
                  <a:pt x="664356" y="1702291"/>
                  <a:pt x="669307" y="1704133"/>
                </a:cubicBezTo>
                <a:cubicBezTo>
                  <a:pt x="676035" y="1705643"/>
                  <a:pt x="682264" y="1704479"/>
                  <a:pt x="688660" y="1704207"/>
                </a:cubicBezTo>
                <a:cubicBezTo>
                  <a:pt x="694167" y="1704101"/>
                  <a:pt x="700729" y="1704720"/>
                  <a:pt x="706626" y="1701775"/>
                </a:cubicBezTo>
                <a:cubicBezTo>
                  <a:pt x="711634" y="1698994"/>
                  <a:pt x="717529" y="1696048"/>
                  <a:pt x="711414" y="1687967"/>
                </a:cubicBezTo>
                <a:cubicBezTo>
                  <a:pt x="709136" y="1685626"/>
                  <a:pt x="710583" y="1683511"/>
                  <a:pt x="713975" y="1681955"/>
                </a:cubicBezTo>
                <a:cubicBezTo>
                  <a:pt x="727324" y="1679462"/>
                  <a:pt x="732440" y="1682195"/>
                  <a:pt x="735827" y="1695397"/>
                </a:cubicBezTo>
                <a:cubicBezTo>
                  <a:pt x="736659" y="1699853"/>
                  <a:pt x="738215" y="1703252"/>
                  <a:pt x="742107" y="1704369"/>
                </a:cubicBezTo>
                <a:cubicBezTo>
                  <a:pt x="748836" y="1705879"/>
                  <a:pt x="755399" y="1706499"/>
                  <a:pt x="762185" y="1703387"/>
                </a:cubicBezTo>
                <a:cubicBezTo>
                  <a:pt x="763965" y="1703054"/>
                  <a:pt x="764190" y="1699322"/>
                  <a:pt x="762967" y="1697706"/>
                </a:cubicBezTo>
                <a:cubicBezTo>
                  <a:pt x="762467" y="1695033"/>
                  <a:pt x="761801" y="1691469"/>
                  <a:pt x="763248" y="1689353"/>
                </a:cubicBezTo>
                <a:cubicBezTo>
                  <a:pt x="765418" y="1686181"/>
                  <a:pt x="767813" y="1679277"/>
                  <a:pt x="771483" y="1684126"/>
                </a:cubicBezTo>
                <a:cubicBezTo>
                  <a:pt x="780432" y="1692599"/>
                  <a:pt x="789331" y="1690938"/>
                  <a:pt x="799121" y="1689109"/>
                </a:cubicBezTo>
                <a:cubicBezTo>
                  <a:pt x="804626" y="1689003"/>
                  <a:pt x="810133" y="1688897"/>
                  <a:pt x="815414" y="1692522"/>
                </a:cubicBezTo>
                <a:cubicBezTo>
                  <a:pt x="835320" y="1705405"/>
                  <a:pt x="848503" y="1702021"/>
                  <a:pt x="857298" y="1680086"/>
                </a:cubicBezTo>
                <a:cubicBezTo>
                  <a:pt x="859860" y="1674074"/>
                  <a:pt x="863976" y="1671460"/>
                  <a:pt x="869424" y="1675977"/>
                </a:cubicBezTo>
                <a:cubicBezTo>
                  <a:pt x="882101" y="1684677"/>
                  <a:pt x="896116" y="1685749"/>
                  <a:pt x="910521" y="1683980"/>
                </a:cubicBezTo>
                <a:cubicBezTo>
                  <a:pt x="917808" y="1683542"/>
                  <a:pt x="924760" y="1681320"/>
                  <a:pt x="932936" y="1680716"/>
                </a:cubicBezTo>
                <a:cubicBezTo>
                  <a:pt x="946617" y="1680006"/>
                  <a:pt x="958186" y="1677844"/>
                  <a:pt x="960529" y="1660804"/>
                </a:cubicBezTo>
                <a:cubicBezTo>
                  <a:pt x="961695" y="1667043"/>
                  <a:pt x="961638" y="1671665"/>
                  <a:pt x="965306" y="1676515"/>
                </a:cubicBezTo>
                <a:cubicBezTo>
                  <a:pt x="969307" y="1683145"/>
                  <a:pt x="976037" y="1684656"/>
                  <a:pt x="982265" y="1683491"/>
                </a:cubicBezTo>
                <a:cubicBezTo>
                  <a:pt x="989218" y="1681271"/>
                  <a:pt x="983604" y="1675863"/>
                  <a:pt x="983828" y="1672133"/>
                </a:cubicBezTo>
                <a:cubicBezTo>
                  <a:pt x="983718" y="1666619"/>
                  <a:pt x="986613" y="1662389"/>
                  <a:pt x="992452" y="1664066"/>
                </a:cubicBezTo>
                <a:cubicBezTo>
                  <a:pt x="1000237" y="1666300"/>
                  <a:pt x="1006466" y="1665137"/>
                  <a:pt x="1014309" y="1662750"/>
                </a:cubicBezTo>
                <a:cubicBezTo>
                  <a:pt x="1023599" y="1658247"/>
                  <a:pt x="1033387" y="1656418"/>
                  <a:pt x="1043619" y="1661886"/>
                </a:cubicBezTo>
                <a:cubicBezTo>
                  <a:pt x="1049790" y="1665345"/>
                  <a:pt x="1054964" y="1663456"/>
                  <a:pt x="1058581" y="1658169"/>
                </a:cubicBezTo>
                <a:cubicBezTo>
                  <a:pt x="1060752" y="1654997"/>
                  <a:pt x="1062922" y="1651824"/>
                  <a:pt x="1064369" y="1649710"/>
                </a:cubicBezTo>
                <a:cubicBezTo>
                  <a:pt x="1068153" y="1645313"/>
                  <a:pt x="1069657" y="1638577"/>
                  <a:pt x="1075330" y="1639362"/>
                </a:cubicBezTo>
                <a:cubicBezTo>
                  <a:pt x="1081002" y="1640147"/>
                  <a:pt x="1081277" y="1646551"/>
                  <a:pt x="1082110" y="1651007"/>
                </a:cubicBezTo>
                <a:cubicBezTo>
                  <a:pt x="1082942" y="1655464"/>
                  <a:pt x="1086170" y="1653016"/>
                  <a:pt x="1089005" y="1653408"/>
                </a:cubicBezTo>
                <a:cubicBezTo>
                  <a:pt x="1091674" y="1652910"/>
                  <a:pt x="1094345" y="1652411"/>
                  <a:pt x="1092789" y="1649013"/>
                </a:cubicBezTo>
                <a:cubicBezTo>
                  <a:pt x="1089178" y="1639542"/>
                  <a:pt x="1094018" y="1635871"/>
                  <a:pt x="1101862" y="1633483"/>
                </a:cubicBezTo>
                <a:cubicBezTo>
                  <a:pt x="1109704" y="1631096"/>
                  <a:pt x="1109928" y="1627365"/>
                  <a:pt x="1103423" y="1622124"/>
                </a:cubicBezTo>
                <a:cubicBezTo>
                  <a:pt x="1102201" y="1620508"/>
                  <a:pt x="1099364" y="1620115"/>
                  <a:pt x="1096528" y="1619723"/>
                </a:cubicBezTo>
                <a:cubicBezTo>
                  <a:pt x="1071392" y="1613350"/>
                  <a:pt x="1045475" y="1612657"/>
                  <a:pt x="1019169" y="1614804"/>
                </a:cubicBezTo>
                <a:cubicBezTo>
                  <a:pt x="998201" y="1615954"/>
                  <a:pt x="978679" y="1614988"/>
                  <a:pt x="959274" y="1604778"/>
                </a:cubicBezTo>
                <a:cubicBezTo>
                  <a:pt x="947987" y="1598586"/>
                  <a:pt x="938870" y="1589220"/>
                  <a:pt x="930477" y="1578799"/>
                </a:cubicBezTo>
                <a:cubicBezTo>
                  <a:pt x="926245" y="1590657"/>
                  <a:pt x="921962" y="1592380"/>
                  <a:pt x="911397" y="1585129"/>
                </a:cubicBezTo>
                <a:cubicBezTo>
                  <a:pt x="908228" y="1582954"/>
                  <a:pt x="905617" y="1578831"/>
                  <a:pt x="905674" y="1574209"/>
                </a:cubicBezTo>
                <a:cubicBezTo>
                  <a:pt x="905065" y="1566021"/>
                  <a:pt x="898337" y="1564511"/>
                  <a:pt x="891941" y="1564783"/>
                </a:cubicBezTo>
                <a:cubicBezTo>
                  <a:pt x="885378" y="1564165"/>
                  <a:pt x="883541" y="1569120"/>
                  <a:pt x="881704" y="1574074"/>
                </a:cubicBezTo>
                <a:cubicBezTo>
                  <a:pt x="880756" y="1578863"/>
                  <a:pt x="881754" y="1584210"/>
                  <a:pt x="877414" y="1590555"/>
                </a:cubicBezTo>
                <a:cubicBezTo>
                  <a:pt x="878086" y="1579362"/>
                  <a:pt x="872248" y="1577685"/>
                  <a:pt x="864794" y="1577232"/>
                </a:cubicBezTo>
                <a:cubicBezTo>
                  <a:pt x="858399" y="1577504"/>
                  <a:pt x="850447" y="1574379"/>
                  <a:pt x="850338" y="1568865"/>
                </a:cubicBezTo>
                <a:cubicBezTo>
                  <a:pt x="850286" y="1558729"/>
                  <a:pt x="849346" y="1548760"/>
                  <a:pt x="854077" y="1539576"/>
                </a:cubicBezTo>
                <a:cubicBezTo>
                  <a:pt x="856805" y="1534455"/>
                  <a:pt x="860198" y="1532899"/>
                  <a:pt x="866593" y="1532626"/>
                </a:cubicBezTo>
                <a:cubicBezTo>
                  <a:pt x="871377" y="1533577"/>
                  <a:pt x="873489" y="1535027"/>
                  <a:pt x="873598" y="1540542"/>
                </a:cubicBezTo>
                <a:cubicBezTo>
                  <a:pt x="874264" y="1544106"/>
                  <a:pt x="877266" y="1545390"/>
                  <a:pt x="879937" y="1544891"/>
                </a:cubicBezTo>
                <a:cubicBezTo>
                  <a:pt x="890449" y="1542005"/>
                  <a:pt x="897677" y="1546189"/>
                  <a:pt x="905072" y="1551263"/>
                </a:cubicBezTo>
                <a:cubicBezTo>
                  <a:pt x="912300" y="1555447"/>
                  <a:pt x="919753" y="1555900"/>
                  <a:pt x="924816" y="1548498"/>
                </a:cubicBezTo>
                <a:cubicBezTo>
                  <a:pt x="928434" y="1543211"/>
                  <a:pt x="930547" y="1544661"/>
                  <a:pt x="930655" y="1550175"/>
                </a:cubicBezTo>
                <a:cubicBezTo>
                  <a:pt x="931321" y="1553739"/>
                  <a:pt x="933268" y="1554297"/>
                  <a:pt x="937160" y="1555415"/>
                </a:cubicBezTo>
                <a:cubicBezTo>
                  <a:pt x="953288" y="1557937"/>
                  <a:pt x="969306" y="1554944"/>
                  <a:pt x="983437" y="1546772"/>
                </a:cubicBezTo>
                <a:cubicBezTo>
                  <a:pt x="990779" y="1541711"/>
                  <a:pt x="998789" y="1540215"/>
                  <a:pt x="1007131" y="1540501"/>
                </a:cubicBezTo>
                <a:cubicBezTo>
                  <a:pt x="1014584" y="1540954"/>
                  <a:pt x="1021645" y="1544247"/>
                  <a:pt x="1027818" y="1547705"/>
                </a:cubicBezTo>
                <a:cubicBezTo>
                  <a:pt x="1030987" y="1549880"/>
                  <a:pt x="1033432" y="1553113"/>
                  <a:pt x="1037383" y="1549608"/>
                </a:cubicBezTo>
                <a:cubicBezTo>
                  <a:pt x="1041333" y="1546103"/>
                  <a:pt x="1040667" y="1542538"/>
                  <a:pt x="1038944" y="1538249"/>
                </a:cubicBezTo>
                <a:cubicBezTo>
                  <a:pt x="1037389" y="1534850"/>
                  <a:pt x="1035109" y="1532508"/>
                  <a:pt x="1035333" y="1528777"/>
                </a:cubicBezTo>
                <a:cubicBezTo>
                  <a:pt x="1033503" y="1518975"/>
                  <a:pt x="1028220" y="1515349"/>
                  <a:pt x="1018988" y="1515229"/>
                </a:cubicBezTo>
                <a:cubicBezTo>
                  <a:pt x="1002304" y="1514656"/>
                  <a:pt x="987234" y="1512860"/>
                  <a:pt x="971105" y="1510338"/>
                </a:cubicBezTo>
                <a:cubicBezTo>
                  <a:pt x="961374" y="1507544"/>
                  <a:pt x="959651" y="1503255"/>
                  <a:pt x="964549" y="1494961"/>
                </a:cubicBezTo>
                <a:cubicBezTo>
                  <a:pt x="965439" y="1494795"/>
                  <a:pt x="965273" y="1493904"/>
                  <a:pt x="965106" y="1493013"/>
                </a:cubicBezTo>
                <a:cubicBezTo>
                  <a:pt x="965223" y="1483768"/>
                  <a:pt x="970452" y="1477257"/>
                  <a:pt x="975849" y="1471638"/>
                </a:cubicBezTo>
                <a:cubicBezTo>
                  <a:pt x="979634" y="1467241"/>
                  <a:pt x="981746" y="1468691"/>
                  <a:pt x="983302" y="1472090"/>
                </a:cubicBezTo>
                <a:cubicBezTo>
                  <a:pt x="986579" y="1479779"/>
                  <a:pt x="982796" y="1484175"/>
                  <a:pt x="975843" y="1486396"/>
                </a:cubicBezTo>
                <a:cubicBezTo>
                  <a:pt x="978456" y="1490519"/>
                  <a:pt x="981791" y="1493585"/>
                  <a:pt x="986240" y="1492754"/>
                </a:cubicBezTo>
                <a:cubicBezTo>
                  <a:pt x="988909" y="1492256"/>
                  <a:pt x="989134" y="1488525"/>
                  <a:pt x="989524" y="1485684"/>
                </a:cubicBezTo>
                <a:cubicBezTo>
                  <a:pt x="990587" y="1471651"/>
                  <a:pt x="993647" y="1468313"/>
                  <a:pt x="1007162" y="1466711"/>
                </a:cubicBezTo>
                <a:cubicBezTo>
                  <a:pt x="1019955" y="1466166"/>
                  <a:pt x="1033303" y="1463673"/>
                  <a:pt x="1045430" y="1459564"/>
                </a:cubicBezTo>
                <a:cubicBezTo>
                  <a:pt x="1061839" y="1453731"/>
                  <a:pt x="1066064" y="1456631"/>
                  <a:pt x="1066558" y="1474063"/>
                </a:cubicBezTo>
                <a:cubicBezTo>
                  <a:pt x="1066724" y="1474954"/>
                  <a:pt x="1066891" y="1475845"/>
                  <a:pt x="1067057" y="1476736"/>
                </a:cubicBezTo>
                <a:cubicBezTo>
                  <a:pt x="1066666" y="1479576"/>
                  <a:pt x="1064663" y="1483640"/>
                  <a:pt x="1069445" y="1484592"/>
                </a:cubicBezTo>
                <a:cubicBezTo>
                  <a:pt x="1074061" y="1484651"/>
                  <a:pt x="1078844" y="1485602"/>
                  <a:pt x="1080515" y="1479757"/>
                </a:cubicBezTo>
                <a:cubicBezTo>
                  <a:pt x="1081628" y="1475859"/>
                  <a:pt x="1082909" y="1472853"/>
                  <a:pt x="1083133" y="1469122"/>
                </a:cubicBezTo>
                <a:cubicBezTo>
                  <a:pt x="1085694" y="1463110"/>
                  <a:pt x="1089087" y="1461554"/>
                  <a:pt x="1095093" y="1464121"/>
                </a:cubicBezTo>
                <a:cubicBezTo>
                  <a:pt x="1100932" y="1465798"/>
                  <a:pt x="1100874" y="1470420"/>
                  <a:pt x="1097980" y="1474650"/>
                </a:cubicBezTo>
                <a:cubicBezTo>
                  <a:pt x="1097424" y="1476598"/>
                  <a:pt x="1096700" y="1477656"/>
                  <a:pt x="1096143" y="1479604"/>
                </a:cubicBezTo>
                <a:cubicBezTo>
                  <a:pt x="1094696" y="1481720"/>
                  <a:pt x="1095196" y="1484393"/>
                  <a:pt x="1097308" y="1485843"/>
                </a:cubicBezTo>
                <a:cubicBezTo>
                  <a:pt x="1100311" y="1487127"/>
                  <a:pt x="1100702" y="1484287"/>
                  <a:pt x="1102314" y="1483063"/>
                </a:cubicBezTo>
                <a:cubicBezTo>
                  <a:pt x="1105374" y="1479725"/>
                  <a:pt x="1107380" y="1475661"/>
                  <a:pt x="1108326" y="1470873"/>
                </a:cubicBezTo>
                <a:cubicBezTo>
                  <a:pt x="1112392" y="1458123"/>
                  <a:pt x="1117398" y="1455344"/>
                  <a:pt x="1130133" y="1459422"/>
                </a:cubicBezTo>
                <a:cubicBezTo>
                  <a:pt x="1135971" y="1461097"/>
                  <a:pt x="1141978" y="1463664"/>
                  <a:pt x="1147816" y="1465341"/>
                </a:cubicBezTo>
                <a:cubicBezTo>
                  <a:pt x="1151708" y="1466459"/>
                  <a:pt x="1156325" y="1466519"/>
                  <a:pt x="1159052" y="1461398"/>
                </a:cubicBezTo>
                <a:cubicBezTo>
                  <a:pt x="1162504" y="1455219"/>
                  <a:pt x="1164007" y="1448483"/>
                  <a:pt x="1173072" y="1447711"/>
                </a:cubicBezTo>
                <a:cubicBezTo>
                  <a:pt x="1178579" y="1447605"/>
                  <a:pt x="1181806" y="1445158"/>
                  <a:pt x="1186921" y="1447892"/>
                </a:cubicBezTo>
                <a:cubicBezTo>
                  <a:pt x="1212667" y="1462451"/>
                  <a:pt x="1238415" y="1462253"/>
                  <a:pt x="1265004" y="1451753"/>
                </a:cubicBezTo>
                <a:cubicBezTo>
                  <a:pt x="1269288" y="1450030"/>
                  <a:pt x="1273013" y="1450257"/>
                  <a:pt x="1277073" y="1452266"/>
                </a:cubicBezTo>
                <a:cubicBezTo>
                  <a:pt x="1286582" y="1458790"/>
                  <a:pt x="1296536" y="1457854"/>
                  <a:pt x="1306882" y="1454076"/>
                </a:cubicBezTo>
                <a:cubicBezTo>
                  <a:pt x="1321344" y="1447686"/>
                  <a:pt x="1333862" y="1440736"/>
                  <a:pt x="1345878" y="1431113"/>
                </a:cubicBezTo>
                <a:cubicBezTo>
                  <a:pt x="1351442" y="1426384"/>
                  <a:pt x="1357006" y="1421656"/>
                  <a:pt x="1364291" y="1421217"/>
                </a:cubicBezTo>
                <a:cubicBezTo>
                  <a:pt x="1388428" y="1422242"/>
                  <a:pt x="1413346" y="1417589"/>
                  <a:pt x="1436868" y="1425185"/>
                </a:cubicBezTo>
                <a:cubicBezTo>
                  <a:pt x="1441818" y="1427027"/>
                  <a:pt x="1445211" y="1425471"/>
                  <a:pt x="1448994" y="1421075"/>
                </a:cubicBezTo>
                <a:cubicBezTo>
                  <a:pt x="1450441" y="1418960"/>
                  <a:pt x="1451889" y="1416846"/>
                  <a:pt x="1453502" y="1415622"/>
                </a:cubicBezTo>
                <a:cubicBezTo>
                  <a:pt x="1457785" y="1413900"/>
                  <a:pt x="1456562" y="1412283"/>
                  <a:pt x="1455172" y="1409776"/>
                </a:cubicBezTo>
                <a:cubicBezTo>
                  <a:pt x="1452394" y="1404761"/>
                  <a:pt x="1448335" y="1402752"/>
                  <a:pt x="1442995" y="1403750"/>
                </a:cubicBezTo>
                <a:cubicBezTo>
                  <a:pt x="1436766" y="1404913"/>
                  <a:pt x="1433097" y="1400064"/>
                  <a:pt x="1432989" y="1394551"/>
                </a:cubicBezTo>
                <a:cubicBezTo>
                  <a:pt x="1433046" y="1389929"/>
                  <a:pt x="1438718" y="1390714"/>
                  <a:pt x="1442445" y="1390940"/>
                </a:cubicBezTo>
                <a:cubicBezTo>
                  <a:pt x="1452567" y="1390894"/>
                  <a:pt x="1456734" y="1398416"/>
                  <a:pt x="1460737" y="1405048"/>
                </a:cubicBezTo>
                <a:cubicBezTo>
                  <a:pt x="1477856" y="1427674"/>
                  <a:pt x="1500712" y="1431706"/>
                  <a:pt x="1523300" y="1414574"/>
                </a:cubicBezTo>
                <a:cubicBezTo>
                  <a:pt x="1529030" y="1410738"/>
                  <a:pt x="1534926" y="1407791"/>
                  <a:pt x="1541322" y="1407519"/>
                </a:cubicBezTo>
                <a:cubicBezTo>
                  <a:pt x="1545771" y="1406688"/>
                  <a:pt x="1547718" y="1407247"/>
                  <a:pt x="1548551" y="1411702"/>
                </a:cubicBezTo>
                <a:cubicBezTo>
                  <a:pt x="1550939" y="1419558"/>
                  <a:pt x="1554108" y="1421733"/>
                  <a:pt x="1561618" y="1417563"/>
                </a:cubicBezTo>
                <a:cubicBezTo>
                  <a:pt x="1575915" y="1410281"/>
                  <a:pt x="1590153" y="1407622"/>
                  <a:pt x="1605281" y="1404796"/>
                </a:cubicBezTo>
                <a:cubicBezTo>
                  <a:pt x="1629477" y="1401199"/>
                  <a:pt x="1650725" y="1391696"/>
                  <a:pt x="1666085" y="1370381"/>
                </a:cubicBezTo>
                <a:cubicBezTo>
                  <a:pt x="1666085" y="1370381"/>
                  <a:pt x="1667141" y="1371106"/>
                  <a:pt x="1667307" y="1371997"/>
                </a:cubicBezTo>
                <a:cubicBezTo>
                  <a:pt x="1666917" y="1374837"/>
                  <a:pt x="1665637" y="1377843"/>
                  <a:pt x="1665412" y="1381574"/>
                </a:cubicBezTo>
                <a:cubicBezTo>
                  <a:pt x="1665131" y="1389927"/>
                  <a:pt x="1667577" y="1393160"/>
                  <a:pt x="1675919" y="1393447"/>
                </a:cubicBezTo>
                <a:cubicBezTo>
                  <a:pt x="1686041" y="1393400"/>
                  <a:pt x="1688377" y="1391119"/>
                  <a:pt x="1687436" y="1381149"/>
                </a:cubicBezTo>
                <a:cubicBezTo>
                  <a:pt x="1686937" y="1378476"/>
                  <a:pt x="1684158" y="1373461"/>
                  <a:pt x="1689498" y="1372463"/>
                </a:cubicBezTo>
                <a:cubicBezTo>
                  <a:pt x="1697341" y="1370076"/>
                  <a:pt x="1704013" y="1376208"/>
                  <a:pt x="1701784" y="1384004"/>
                </a:cubicBezTo>
                <a:cubicBezTo>
                  <a:pt x="1699947" y="1388958"/>
                  <a:pt x="1701336" y="1391465"/>
                  <a:pt x="1707008" y="1392250"/>
                </a:cubicBezTo>
                <a:cubicBezTo>
                  <a:pt x="1719410" y="1394546"/>
                  <a:pt x="1731978" y="1397732"/>
                  <a:pt x="1743989" y="1402867"/>
                </a:cubicBezTo>
                <a:cubicBezTo>
                  <a:pt x="1753886" y="1406552"/>
                  <a:pt x="1763842" y="1405615"/>
                  <a:pt x="1772466" y="1397547"/>
                </a:cubicBezTo>
                <a:cubicBezTo>
                  <a:pt x="1774636" y="1394376"/>
                  <a:pt x="1778030" y="1392820"/>
                  <a:pt x="1782479" y="1391989"/>
                </a:cubicBezTo>
                <a:cubicBezTo>
                  <a:pt x="1789765" y="1391549"/>
                  <a:pt x="1797051" y="1391111"/>
                  <a:pt x="1804337" y="1390673"/>
                </a:cubicBezTo>
                <a:cubicBezTo>
                  <a:pt x="1809676" y="1389675"/>
                  <a:pt x="1814625" y="1391517"/>
                  <a:pt x="1817570" y="1397424"/>
                </a:cubicBezTo>
                <a:cubicBezTo>
                  <a:pt x="1819625" y="1403496"/>
                  <a:pt x="1823351" y="1403722"/>
                  <a:pt x="1828359" y="1400943"/>
                </a:cubicBezTo>
                <a:cubicBezTo>
                  <a:pt x="1832642" y="1399221"/>
                  <a:pt x="1837815" y="1397332"/>
                  <a:pt x="1842098" y="1395609"/>
                </a:cubicBezTo>
                <a:cubicBezTo>
                  <a:pt x="1852278" y="1390941"/>
                  <a:pt x="1857341" y="1383539"/>
                  <a:pt x="1857124" y="1372511"/>
                </a:cubicBezTo>
                <a:cubicBezTo>
                  <a:pt x="1857348" y="1368781"/>
                  <a:pt x="1856683" y="1365216"/>
                  <a:pt x="1856906" y="1361485"/>
                </a:cubicBezTo>
                <a:cubicBezTo>
                  <a:pt x="1864570" y="1387722"/>
                  <a:pt x="1884981" y="1388522"/>
                  <a:pt x="1906115" y="1388263"/>
                </a:cubicBezTo>
                <a:cubicBezTo>
                  <a:pt x="1912678" y="1388882"/>
                  <a:pt x="1916627" y="1385377"/>
                  <a:pt x="1920411" y="1380981"/>
                </a:cubicBezTo>
                <a:cubicBezTo>
                  <a:pt x="1924195" y="1376585"/>
                  <a:pt x="1925142" y="1371797"/>
                  <a:pt x="1922364" y="1366782"/>
                </a:cubicBezTo>
                <a:cubicBezTo>
                  <a:pt x="1919751" y="1362659"/>
                  <a:pt x="1915801" y="1366163"/>
                  <a:pt x="1912242" y="1366828"/>
                </a:cubicBezTo>
                <a:cubicBezTo>
                  <a:pt x="1909572" y="1367327"/>
                  <a:pt x="1905288" y="1369050"/>
                  <a:pt x="1903567" y="1364759"/>
                </a:cubicBezTo>
                <a:cubicBezTo>
                  <a:pt x="1902011" y="1361361"/>
                  <a:pt x="1902959" y="1356572"/>
                  <a:pt x="1906184" y="1354125"/>
                </a:cubicBezTo>
                <a:cubicBezTo>
                  <a:pt x="1909246" y="1350786"/>
                  <a:pt x="1913695" y="1349956"/>
                  <a:pt x="1917254" y="1349291"/>
                </a:cubicBezTo>
                <a:cubicBezTo>
                  <a:pt x="1921704" y="1348459"/>
                  <a:pt x="1926154" y="1347628"/>
                  <a:pt x="1928158" y="1343565"/>
                </a:cubicBezTo>
                <a:cubicBezTo>
                  <a:pt x="1922543" y="1338158"/>
                  <a:pt x="1914924" y="1336814"/>
                  <a:pt x="1908695" y="1337977"/>
                </a:cubicBezTo>
                <a:cubicBezTo>
                  <a:pt x="1889673" y="1339685"/>
                  <a:pt x="1871599" y="1336605"/>
                  <a:pt x="1853526" y="1333524"/>
                </a:cubicBezTo>
                <a:cubicBezTo>
                  <a:pt x="1841124" y="1331230"/>
                  <a:pt x="1829555" y="1333390"/>
                  <a:pt x="1819317" y="1342681"/>
                </a:cubicBezTo>
                <a:cubicBezTo>
                  <a:pt x="1816258" y="1346020"/>
                  <a:pt x="1812531" y="1345794"/>
                  <a:pt x="1808305" y="1342894"/>
                </a:cubicBezTo>
                <a:cubicBezTo>
                  <a:pt x="1800745" y="1336928"/>
                  <a:pt x="1791904" y="1333967"/>
                  <a:pt x="1783062" y="1331007"/>
                </a:cubicBezTo>
                <a:cubicBezTo>
                  <a:pt x="1778279" y="1330056"/>
                  <a:pt x="1773829" y="1330887"/>
                  <a:pt x="1769878" y="1334391"/>
                </a:cubicBezTo>
                <a:cubicBezTo>
                  <a:pt x="1761979" y="1341401"/>
                  <a:pt x="1752523" y="1345012"/>
                  <a:pt x="1742233" y="1344167"/>
                </a:cubicBezTo>
                <a:cubicBezTo>
                  <a:pt x="1732835" y="1343156"/>
                  <a:pt x="1723436" y="1342145"/>
                  <a:pt x="1714928" y="1340967"/>
                </a:cubicBezTo>
                <a:cubicBezTo>
                  <a:pt x="1708199" y="1339457"/>
                  <a:pt x="1704805" y="1341012"/>
                  <a:pt x="1705247" y="1348309"/>
                </a:cubicBezTo>
                <a:cubicBezTo>
                  <a:pt x="1705190" y="1352931"/>
                  <a:pt x="1703909" y="1355938"/>
                  <a:pt x="1699460" y="1356768"/>
                </a:cubicBezTo>
                <a:cubicBezTo>
                  <a:pt x="1689837" y="1359488"/>
                  <a:pt x="1686335" y="1355530"/>
                  <a:pt x="1687341" y="1346119"/>
                </a:cubicBezTo>
                <a:cubicBezTo>
                  <a:pt x="1688569" y="1332978"/>
                  <a:pt x="1685400" y="1330803"/>
                  <a:pt x="1672942" y="1333130"/>
                </a:cubicBezTo>
                <a:cubicBezTo>
                  <a:pt x="1664932" y="1334626"/>
                  <a:pt x="1657089" y="1337014"/>
                  <a:pt x="1650136" y="1339234"/>
                </a:cubicBezTo>
                <a:cubicBezTo>
                  <a:pt x="1638568" y="1341395"/>
                  <a:pt x="1628221" y="1345172"/>
                  <a:pt x="1616709" y="1342710"/>
                </a:cubicBezTo>
                <a:cubicBezTo>
                  <a:pt x="1610147" y="1342092"/>
                  <a:pt x="1605199" y="1340250"/>
                  <a:pt x="1605313" y="1331005"/>
                </a:cubicBezTo>
                <a:cubicBezTo>
                  <a:pt x="1605927" y="1324434"/>
                  <a:pt x="1601369" y="1319751"/>
                  <a:pt x="1594251" y="1321082"/>
                </a:cubicBezTo>
                <a:cubicBezTo>
                  <a:pt x="1571835" y="1324346"/>
                  <a:pt x="1550759" y="1319982"/>
                  <a:pt x="1529515" y="1314726"/>
                </a:cubicBezTo>
                <a:cubicBezTo>
                  <a:pt x="1513222" y="1311314"/>
                  <a:pt x="1504156" y="1312085"/>
                  <a:pt x="1497197" y="1329064"/>
                </a:cubicBezTo>
                <a:cubicBezTo>
                  <a:pt x="1496308" y="1329230"/>
                  <a:pt x="1495418" y="1329397"/>
                  <a:pt x="1495418" y="1329397"/>
                </a:cubicBezTo>
                <a:cubicBezTo>
                  <a:pt x="1491359" y="1327388"/>
                  <a:pt x="1494309" y="1318536"/>
                  <a:pt x="1488970" y="1319533"/>
                </a:cubicBezTo>
                <a:cubicBezTo>
                  <a:pt x="1484520" y="1320364"/>
                  <a:pt x="1481959" y="1326376"/>
                  <a:pt x="1480122" y="1331332"/>
                </a:cubicBezTo>
                <a:cubicBezTo>
                  <a:pt x="1479398" y="1332388"/>
                  <a:pt x="1478841" y="1334338"/>
                  <a:pt x="1478119" y="1335395"/>
                </a:cubicBezTo>
                <a:cubicBezTo>
                  <a:pt x="1475724" y="1342298"/>
                  <a:pt x="1474219" y="1349035"/>
                  <a:pt x="1473605" y="1355607"/>
                </a:cubicBezTo>
                <a:cubicBezTo>
                  <a:pt x="1472657" y="1360395"/>
                  <a:pt x="1469264" y="1361951"/>
                  <a:pt x="1464481" y="1360999"/>
                </a:cubicBezTo>
                <a:cubicBezTo>
                  <a:pt x="1461478" y="1359716"/>
                  <a:pt x="1457419" y="1357707"/>
                  <a:pt x="1458534" y="1353810"/>
                </a:cubicBezTo>
                <a:cubicBezTo>
                  <a:pt x="1464379" y="1340728"/>
                  <a:pt x="1457932" y="1330864"/>
                  <a:pt x="1452374" y="1320834"/>
                </a:cubicBezTo>
                <a:cubicBezTo>
                  <a:pt x="1449430" y="1314928"/>
                  <a:pt x="1447150" y="1312587"/>
                  <a:pt x="1442810" y="1318932"/>
                </a:cubicBezTo>
                <a:cubicBezTo>
                  <a:pt x="1435242" y="1327724"/>
                  <a:pt x="1424729" y="1330610"/>
                  <a:pt x="1415273" y="1334221"/>
                </a:cubicBezTo>
                <a:cubicBezTo>
                  <a:pt x="1411879" y="1335777"/>
                  <a:pt x="1409209" y="1336275"/>
                  <a:pt x="1407820" y="1333768"/>
                </a:cubicBezTo>
                <a:cubicBezTo>
                  <a:pt x="1400483" y="1324072"/>
                  <a:pt x="1390361" y="1324117"/>
                  <a:pt x="1380238" y="1324163"/>
                </a:cubicBezTo>
                <a:cubicBezTo>
                  <a:pt x="1370840" y="1323152"/>
                  <a:pt x="1361609" y="1323032"/>
                  <a:pt x="1355661" y="1315841"/>
                </a:cubicBezTo>
                <a:cubicBezTo>
                  <a:pt x="1353048" y="1311718"/>
                  <a:pt x="1351269" y="1312050"/>
                  <a:pt x="1346985" y="1313773"/>
                </a:cubicBezTo>
                <a:cubicBezTo>
                  <a:pt x="1331800" y="1321221"/>
                  <a:pt x="1316671" y="1324047"/>
                  <a:pt x="1301491" y="1316736"/>
                </a:cubicBezTo>
                <a:cubicBezTo>
                  <a:pt x="1295485" y="1314169"/>
                  <a:pt x="1291925" y="1314835"/>
                  <a:pt x="1287085" y="1318505"/>
                </a:cubicBezTo>
                <a:cubicBezTo>
                  <a:pt x="1276515" y="1326013"/>
                  <a:pt x="1264946" y="1328175"/>
                  <a:pt x="1251879" y="1322314"/>
                </a:cubicBezTo>
                <a:cubicBezTo>
                  <a:pt x="1248709" y="1320139"/>
                  <a:pt x="1245875" y="1319747"/>
                  <a:pt x="1242647" y="1322194"/>
                </a:cubicBezTo>
                <a:cubicBezTo>
                  <a:pt x="1228517" y="1330367"/>
                  <a:pt x="1201044" y="1326276"/>
                  <a:pt x="1190539" y="1314403"/>
                </a:cubicBezTo>
                <a:cubicBezTo>
                  <a:pt x="1184750" y="1322863"/>
                  <a:pt x="1176017" y="1325416"/>
                  <a:pt x="1167508" y="1324239"/>
                </a:cubicBezTo>
                <a:cubicBezTo>
                  <a:pt x="1155107" y="1321944"/>
                  <a:pt x="1142482" y="1323380"/>
                  <a:pt x="1129856" y="1324816"/>
                </a:cubicBezTo>
                <a:cubicBezTo>
                  <a:pt x="1112615" y="1326192"/>
                  <a:pt x="1101827" y="1322673"/>
                  <a:pt x="1093881" y="1304789"/>
                </a:cubicBezTo>
                <a:cubicBezTo>
                  <a:pt x="1093550" y="1303006"/>
                  <a:pt x="1092492" y="1302281"/>
                  <a:pt x="1092160" y="1300498"/>
                </a:cubicBezTo>
                <a:cubicBezTo>
                  <a:pt x="1089214" y="1294592"/>
                  <a:pt x="1085488" y="1294366"/>
                  <a:pt x="1081871" y="1299653"/>
                </a:cubicBezTo>
                <a:cubicBezTo>
                  <a:pt x="1078977" y="1303883"/>
                  <a:pt x="1076083" y="1308113"/>
                  <a:pt x="1072299" y="1312509"/>
                </a:cubicBezTo>
                <a:cubicBezTo>
                  <a:pt x="1058778" y="1328869"/>
                  <a:pt x="1040147" y="1327737"/>
                  <a:pt x="1026861" y="1310851"/>
                </a:cubicBezTo>
                <a:cubicBezTo>
                  <a:pt x="1021803" y="1303494"/>
                  <a:pt x="1015134" y="1297362"/>
                  <a:pt x="1006125" y="1293511"/>
                </a:cubicBezTo>
                <a:cubicBezTo>
                  <a:pt x="998006" y="1289494"/>
                  <a:pt x="989889" y="1285476"/>
                  <a:pt x="983941" y="1278285"/>
                </a:cubicBezTo>
                <a:cubicBezTo>
                  <a:pt x="980265" y="1288195"/>
                  <a:pt x="987603" y="1297893"/>
                  <a:pt x="983928" y="1307802"/>
                </a:cubicBezTo>
                <a:cubicBezTo>
                  <a:pt x="973755" y="1297712"/>
                  <a:pt x="973755" y="1297712"/>
                  <a:pt x="962461" y="1306278"/>
                </a:cubicBezTo>
                <a:cubicBezTo>
                  <a:pt x="957454" y="1309058"/>
                  <a:pt x="954061" y="1310614"/>
                  <a:pt x="948222" y="1308938"/>
                </a:cubicBezTo>
                <a:cubicBezTo>
                  <a:pt x="932818" y="1305358"/>
                  <a:pt x="917747" y="1303563"/>
                  <a:pt x="902676" y="1301766"/>
                </a:cubicBezTo>
                <a:cubicBezTo>
                  <a:pt x="856406" y="1295651"/>
                  <a:pt x="810246" y="1295051"/>
                  <a:pt x="764365" y="1286097"/>
                </a:cubicBezTo>
                <a:cubicBezTo>
                  <a:pt x="760641" y="1285870"/>
                  <a:pt x="755300" y="1286867"/>
                  <a:pt x="754468" y="1282411"/>
                </a:cubicBezTo>
                <a:cubicBezTo>
                  <a:pt x="752746" y="1278121"/>
                  <a:pt x="756862" y="1275508"/>
                  <a:pt x="759033" y="1272336"/>
                </a:cubicBezTo>
                <a:cubicBezTo>
                  <a:pt x="761369" y="1270054"/>
                  <a:pt x="764597" y="1267607"/>
                  <a:pt x="762150" y="1264375"/>
                </a:cubicBezTo>
                <a:cubicBezTo>
                  <a:pt x="760428" y="1260085"/>
                  <a:pt x="756535" y="1258967"/>
                  <a:pt x="752809" y="1258741"/>
                </a:cubicBezTo>
                <a:cubicBezTo>
                  <a:pt x="750140" y="1259239"/>
                  <a:pt x="747470" y="1259738"/>
                  <a:pt x="744800" y="1260236"/>
                </a:cubicBezTo>
                <a:cubicBezTo>
                  <a:pt x="732175" y="1261673"/>
                  <a:pt x="723724" y="1255873"/>
                  <a:pt x="721393" y="1243396"/>
                </a:cubicBezTo>
                <a:cubicBezTo>
                  <a:pt x="720561" y="1238940"/>
                  <a:pt x="719728" y="1234484"/>
                  <a:pt x="720676" y="1229695"/>
                </a:cubicBezTo>
                <a:cubicBezTo>
                  <a:pt x="720568" y="1224181"/>
                  <a:pt x="716507" y="1222173"/>
                  <a:pt x="711503" y="1224953"/>
                </a:cubicBezTo>
                <a:cubicBezTo>
                  <a:pt x="702212" y="1229455"/>
                  <a:pt x="699093" y="1237416"/>
                  <a:pt x="702315" y="1249726"/>
                </a:cubicBezTo>
                <a:cubicBezTo>
                  <a:pt x="694752" y="1243761"/>
                  <a:pt x="689139" y="1238353"/>
                  <a:pt x="685137" y="1231722"/>
                </a:cubicBezTo>
                <a:cubicBezTo>
                  <a:pt x="681134" y="1225091"/>
                  <a:pt x="680808" y="1208551"/>
                  <a:pt x="686040" y="1202040"/>
                </a:cubicBezTo>
                <a:cubicBezTo>
                  <a:pt x="692883" y="1194305"/>
                  <a:pt x="701724" y="1197265"/>
                  <a:pt x="708622" y="1199666"/>
                </a:cubicBezTo>
                <a:cubicBezTo>
                  <a:pt x="718518" y="1203351"/>
                  <a:pt x="728973" y="1205088"/>
                  <a:pt x="739653" y="1203093"/>
                </a:cubicBezTo>
                <a:cubicBezTo>
                  <a:pt x="745881" y="1201930"/>
                  <a:pt x="753002" y="1200599"/>
                  <a:pt x="760121" y="1199270"/>
                </a:cubicBezTo>
                <a:cubicBezTo>
                  <a:pt x="789489" y="1193785"/>
                  <a:pt x="818798" y="1192921"/>
                  <a:pt x="845931" y="1209989"/>
                </a:cubicBezTo>
                <a:cubicBezTo>
                  <a:pt x="856328" y="1216347"/>
                  <a:pt x="861169" y="1212677"/>
                  <a:pt x="863622" y="1201151"/>
                </a:cubicBezTo>
                <a:cubicBezTo>
                  <a:pt x="864177" y="1199202"/>
                  <a:pt x="861899" y="1196860"/>
                  <a:pt x="864402" y="1195471"/>
                </a:cubicBezTo>
                <a:cubicBezTo>
                  <a:pt x="867072" y="1194972"/>
                  <a:pt x="869185" y="1196422"/>
                  <a:pt x="870409" y="1198038"/>
                </a:cubicBezTo>
                <a:cubicBezTo>
                  <a:pt x="871631" y="1199654"/>
                  <a:pt x="872854" y="1201271"/>
                  <a:pt x="873909" y="1201995"/>
                </a:cubicBezTo>
                <a:cubicBezTo>
                  <a:pt x="877411" y="1205954"/>
                  <a:pt x="881637" y="1208854"/>
                  <a:pt x="885254" y="1203566"/>
                </a:cubicBezTo>
                <a:cubicBezTo>
                  <a:pt x="889761" y="1198112"/>
                  <a:pt x="882475" y="1198551"/>
                  <a:pt x="880197" y="1196210"/>
                </a:cubicBezTo>
                <a:cubicBezTo>
                  <a:pt x="880030" y="1195318"/>
                  <a:pt x="879140" y="1195485"/>
                  <a:pt x="878974" y="1194594"/>
                </a:cubicBezTo>
                <a:cubicBezTo>
                  <a:pt x="876861" y="1193143"/>
                  <a:pt x="875472" y="1190636"/>
                  <a:pt x="876918" y="1188521"/>
                </a:cubicBezTo>
                <a:cubicBezTo>
                  <a:pt x="878199" y="1185515"/>
                  <a:pt x="879978" y="1185183"/>
                  <a:pt x="882982" y="1186467"/>
                </a:cubicBezTo>
                <a:cubicBezTo>
                  <a:pt x="894660" y="1189819"/>
                  <a:pt x="903783" y="1184426"/>
                  <a:pt x="909071" y="1173293"/>
                </a:cubicBezTo>
                <a:cubicBezTo>
                  <a:pt x="910517" y="1171178"/>
                  <a:pt x="913744" y="1168730"/>
                  <a:pt x="913246" y="1166057"/>
                </a:cubicBezTo>
                <a:cubicBezTo>
                  <a:pt x="911413" y="1156253"/>
                  <a:pt x="899793" y="1148278"/>
                  <a:pt x="891228" y="1151723"/>
                </a:cubicBezTo>
                <a:cubicBezTo>
                  <a:pt x="874095" y="1158613"/>
                  <a:pt x="856686" y="1159098"/>
                  <a:pt x="838280" y="1154235"/>
                </a:cubicBezTo>
                <a:cubicBezTo>
                  <a:pt x="831718" y="1153616"/>
                  <a:pt x="825155" y="1152997"/>
                  <a:pt x="820648" y="1158451"/>
                </a:cubicBezTo>
                <a:cubicBezTo>
                  <a:pt x="816697" y="1161955"/>
                  <a:pt x="814752" y="1161396"/>
                  <a:pt x="812864" y="1156215"/>
                </a:cubicBezTo>
                <a:cubicBezTo>
                  <a:pt x="810642" y="1149252"/>
                  <a:pt x="805359" y="1145626"/>
                  <a:pt x="797907" y="1145175"/>
                </a:cubicBezTo>
                <a:cubicBezTo>
                  <a:pt x="790288" y="1143831"/>
                  <a:pt x="781779" y="1142653"/>
                  <a:pt x="773270" y="1141475"/>
                </a:cubicBezTo>
                <a:cubicBezTo>
                  <a:pt x="765818" y="1141022"/>
                  <a:pt x="762150" y="1136174"/>
                  <a:pt x="761708" y="1128877"/>
                </a:cubicBezTo>
                <a:cubicBezTo>
                  <a:pt x="761542" y="1127986"/>
                  <a:pt x="761208" y="1126204"/>
                  <a:pt x="761765" y="1124255"/>
                </a:cubicBezTo>
                <a:cubicBezTo>
                  <a:pt x="760934" y="1119800"/>
                  <a:pt x="757597" y="1116734"/>
                  <a:pt x="753148" y="1117565"/>
                </a:cubicBezTo>
                <a:cubicBezTo>
                  <a:pt x="749422" y="1117338"/>
                  <a:pt x="750255" y="1121794"/>
                  <a:pt x="750920" y="1125360"/>
                </a:cubicBezTo>
                <a:cubicBezTo>
                  <a:pt x="750696" y="1129090"/>
                  <a:pt x="751362" y="1132655"/>
                  <a:pt x="746189" y="1134544"/>
                </a:cubicBezTo>
                <a:cubicBezTo>
                  <a:pt x="738179" y="1136040"/>
                  <a:pt x="729396" y="1128458"/>
                  <a:pt x="729677" y="1120104"/>
                </a:cubicBezTo>
                <a:cubicBezTo>
                  <a:pt x="729178" y="1117430"/>
                  <a:pt x="730624" y="1115316"/>
                  <a:pt x="728345" y="1112974"/>
                </a:cubicBezTo>
                <a:cubicBezTo>
                  <a:pt x="725676" y="1113472"/>
                  <a:pt x="726175" y="1116147"/>
                  <a:pt x="724561" y="1117370"/>
                </a:cubicBezTo>
                <a:cubicBezTo>
                  <a:pt x="721111" y="1123549"/>
                  <a:pt x="717551" y="1124214"/>
                  <a:pt x="712825" y="1118640"/>
                </a:cubicBezTo>
                <a:cubicBezTo>
                  <a:pt x="706546" y="1109668"/>
                  <a:pt x="698094" y="1103868"/>
                  <a:pt x="689809" y="1098959"/>
                </a:cubicBezTo>
                <a:cubicBezTo>
                  <a:pt x="680301" y="1092434"/>
                  <a:pt x="671517" y="1084851"/>
                  <a:pt x="668297" y="1072541"/>
                </a:cubicBezTo>
                <a:cubicBezTo>
                  <a:pt x="666575" y="1068251"/>
                  <a:pt x="663796" y="1063236"/>
                  <a:pt x="659013" y="1062285"/>
                </a:cubicBezTo>
                <a:cubicBezTo>
                  <a:pt x="639551" y="1056697"/>
                  <a:pt x="630216" y="1036305"/>
                  <a:pt x="611310" y="1028769"/>
                </a:cubicBezTo>
                <a:cubicBezTo>
                  <a:pt x="606194" y="1026036"/>
                  <a:pt x="606252" y="1021414"/>
                  <a:pt x="607199" y="1016625"/>
                </a:cubicBezTo>
                <a:cubicBezTo>
                  <a:pt x="609036" y="1011669"/>
                  <a:pt x="613985" y="1013513"/>
                  <a:pt x="617155" y="1015687"/>
                </a:cubicBezTo>
                <a:cubicBezTo>
                  <a:pt x="623327" y="1019146"/>
                  <a:pt x="628501" y="1017258"/>
                  <a:pt x="633173" y="1012695"/>
                </a:cubicBezTo>
                <a:cubicBezTo>
                  <a:pt x="638570" y="1007075"/>
                  <a:pt x="645357" y="1003964"/>
                  <a:pt x="653366" y="1002467"/>
                </a:cubicBezTo>
                <a:cubicBezTo>
                  <a:pt x="666882" y="1000865"/>
                  <a:pt x="675832" y="1009339"/>
                  <a:pt x="674603" y="1022481"/>
                </a:cubicBezTo>
                <a:cubicBezTo>
                  <a:pt x="674212" y="1025320"/>
                  <a:pt x="673989" y="1029052"/>
                  <a:pt x="674488" y="1031725"/>
                </a:cubicBezTo>
                <a:cubicBezTo>
                  <a:pt x="674655" y="1032616"/>
                  <a:pt x="673931" y="1033674"/>
                  <a:pt x="673931" y="1033674"/>
                </a:cubicBezTo>
                <a:cubicBezTo>
                  <a:pt x="674821" y="1033508"/>
                  <a:pt x="674821" y="1033508"/>
                  <a:pt x="675545" y="1032450"/>
                </a:cubicBezTo>
                <a:cubicBezTo>
                  <a:pt x="679104" y="1031786"/>
                  <a:pt x="681775" y="1031287"/>
                  <a:pt x="685500" y="1031513"/>
                </a:cubicBezTo>
                <a:cubicBezTo>
                  <a:pt x="703241" y="1032811"/>
                  <a:pt x="708081" y="1029140"/>
                  <a:pt x="710258" y="1011209"/>
                </a:cubicBezTo>
                <a:cubicBezTo>
                  <a:pt x="710540" y="1002855"/>
                  <a:pt x="715546" y="1000076"/>
                  <a:pt x="723889" y="1000363"/>
                </a:cubicBezTo>
                <a:cubicBezTo>
                  <a:pt x="730284" y="1000090"/>
                  <a:pt x="734510" y="1002990"/>
                  <a:pt x="739235" y="1008564"/>
                </a:cubicBezTo>
                <a:cubicBezTo>
                  <a:pt x="752353" y="1024560"/>
                  <a:pt x="769647" y="1033320"/>
                  <a:pt x="790947" y="1033953"/>
                </a:cubicBezTo>
                <a:cubicBezTo>
                  <a:pt x="808855" y="1036142"/>
                  <a:pt x="808855" y="1036142"/>
                  <a:pt x="801965" y="1018982"/>
                </a:cubicBezTo>
                <a:cubicBezTo>
                  <a:pt x="798354" y="1009511"/>
                  <a:pt x="799302" y="1004723"/>
                  <a:pt x="806646" y="999662"/>
                </a:cubicBezTo>
                <a:cubicBezTo>
                  <a:pt x="811812" y="1012532"/>
                  <a:pt x="814981" y="1014706"/>
                  <a:pt x="828496" y="1013104"/>
                </a:cubicBezTo>
                <a:cubicBezTo>
                  <a:pt x="837396" y="1011442"/>
                  <a:pt x="846686" y="1006940"/>
                  <a:pt x="854579" y="1014688"/>
                </a:cubicBezTo>
                <a:cubicBezTo>
                  <a:pt x="854747" y="1015579"/>
                  <a:pt x="855636" y="1015413"/>
                  <a:pt x="856526" y="1015247"/>
                </a:cubicBezTo>
                <a:cubicBezTo>
                  <a:pt x="866540" y="1009688"/>
                  <a:pt x="870380" y="1000670"/>
                  <a:pt x="869106" y="988917"/>
                </a:cubicBezTo>
                <a:cubicBezTo>
                  <a:pt x="867941" y="982678"/>
                  <a:pt x="866776" y="976440"/>
                  <a:pt x="873396" y="972437"/>
                </a:cubicBezTo>
                <a:cubicBezTo>
                  <a:pt x="874119" y="971379"/>
                  <a:pt x="876456" y="969098"/>
                  <a:pt x="876955" y="971772"/>
                </a:cubicBezTo>
                <a:cubicBezTo>
                  <a:pt x="879177" y="978736"/>
                  <a:pt x="885573" y="978463"/>
                  <a:pt x="891411" y="980139"/>
                </a:cubicBezTo>
                <a:cubicBezTo>
                  <a:pt x="898141" y="981649"/>
                  <a:pt x="902533" y="985440"/>
                  <a:pt x="902975" y="992737"/>
                </a:cubicBezTo>
                <a:cubicBezTo>
                  <a:pt x="903583" y="1000924"/>
                  <a:pt x="908308" y="1006497"/>
                  <a:pt x="916093" y="1008733"/>
                </a:cubicBezTo>
                <a:cubicBezTo>
                  <a:pt x="923155" y="1012025"/>
                  <a:pt x="928884" y="1008188"/>
                  <a:pt x="934282" y="1002568"/>
                </a:cubicBezTo>
                <a:cubicBezTo>
                  <a:pt x="938622" y="996223"/>
                  <a:pt x="941069" y="999456"/>
                  <a:pt x="942068" y="1004803"/>
                </a:cubicBezTo>
                <a:cubicBezTo>
                  <a:pt x="943566" y="1012824"/>
                  <a:pt x="948515" y="1014666"/>
                  <a:pt x="955301" y="1011555"/>
                </a:cubicBezTo>
                <a:cubicBezTo>
                  <a:pt x="957081" y="1011221"/>
                  <a:pt x="958862" y="1010889"/>
                  <a:pt x="960474" y="1009665"/>
                </a:cubicBezTo>
                <a:cubicBezTo>
                  <a:pt x="968151" y="1006387"/>
                  <a:pt x="974546" y="1006114"/>
                  <a:pt x="979771" y="1014362"/>
                </a:cubicBezTo>
                <a:cubicBezTo>
                  <a:pt x="985719" y="1021552"/>
                  <a:pt x="994561" y="1024512"/>
                  <a:pt x="1002737" y="1023907"/>
                </a:cubicBezTo>
                <a:cubicBezTo>
                  <a:pt x="1009298" y="1024526"/>
                  <a:pt x="1016419" y="1023196"/>
                  <a:pt x="1012807" y="1013725"/>
                </a:cubicBezTo>
                <a:cubicBezTo>
                  <a:pt x="1012307" y="1011051"/>
                  <a:pt x="1012532" y="1007320"/>
                  <a:pt x="1012922" y="1004481"/>
                </a:cubicBezTo>
                <a:cubicBezTo>
                  <a:pt x="1011757" y="998243"/>
                  <a:pt x="1013261" y="991505"/>
                  <a:pt x="1008703" y="986823"/>
                </a:cubicBezTo>
                <a:cubicBezTo>
                  <a:pt x="996916" y="977957"/>
                  <a:pt x="995475" y="965314"/>
                  <a:pt x="992978" y="951946"/>
                </a:cubicBezTo>
                <a:cubicBezTo>
                  <a:pt x="999874" y="954346"/>
                  <a:pt x="1006769" y="956748"/>
                  <a:pt x="1013888" y="955418"/>
                </a:cubicBezTo>
                <a:cubicBezTo>
                  <a:pt x="1022623" y="952865"/>
                  <a:pt x="1031130" y="954042"/>
                  <a:pt x="1039249" y="958060"/>
                </a:cubicBezTo>
                <a:cubicBezTo>
                  <a:pt x="1046310" y="961352"/>
                  <a:pt x="1054096" y="963587"/>
                  <a:pt x="1061881" y="965822"/>
                </a:cubicBezTo>
                <a:cubicBezTo>
                  <a:pt x="1084513" y="973585"/>
                  <a:pt x="1108593" y="979232"/>
                  <a:pt x="1130277" y="991784"/>
                </a:cubicBezTo>
                <a:cubicBezTo>
                  <a:pt x="1135392" y="994517"/>
                  <a:pt x="1137729" y="992236"/>
                  <a:pt x="1138677" y="987447"/>
                </a:cubicBezTo>
                <a:cubicBezTo>
                  <a:pt x="1139234" y="985499"/>
                  <a:pt x="1139458" y="981768"/>
                  <a:pt x="1143184" y="981995"/>
                </a:cubicBezTo>
                <a:cubicBezTo>
                  <a:pt x="1146021" y="982387"/>
                  <a:pt x="1146686" y="985951"/>
                  <a:pt x="1147018" y="987734"/>
                </a:cubicBezTo>
                <a:cubicBezTo>
                  <a:pt x="1148741" y="992025"/>
                  <a:pt x="1150298" y="995423"/>
                  <a:pt x="1154023" y="995648"/>
                </a:cubicBezTo>
                <a:cubicBezTo>
                  <a:pt x="1158639" y="995709"/>
                  <a:pt x="1162865" y="998609"/>
                  <a:pt x="1167481" y="998669"/>
                </a:cubicBezTo>
                <a:cubicBezTo>
                  <a:pt x="1174044" y="999288"/>
                  <a:pt x="1175599" y="1002686"/>
                  <a:pt x="1173929" y="1008533"/>
                </a:cubicBezTo>
                <a:cubicBezTo>
                  <a:pt x="1169198" y="1017717"/>
                  <a:pt x="1176649" y="1018169"/>
                  <a:pt x="1182655" y="1020737"/>
                </a:cubicBezTo>
                <a:cubicBezTo>
                  <a:pt x="1190606" y="1023863"/>
                  <a:pt x="1189276" y="1016734"/>
                  <a:pt x="1190389" y="1012837"/>
                </a:cubicBezTo>
                <a:cubicBezTo>
                  <a:pt x="1190946" y="1010887"/>
                  <a:pt x="1190613" y="1009105"/>
                  <a:pt x="1193282" y="1008607"/>
                </a:cubicBezTo>
                <a:cubicBezTo>
                  <a:pt x="1195895" y="1012730"/>
                  <a:pt x="1199397" y="1016687"/>
                  <a:pt x="1201285" y="1021869"/>
                </a:cubicBezTo>
                <a:cubicBezTo>
                  <a:pt x="1203731" y="1025101"/>
                  <a:pt x="1206901" y="1027276"/>
                  <a:pt x="1210460" y="1026611"/>
                </a:cubicBezTo>
                <a:cubicBezTo>
                  <a:pt x="1214910" y="1025780"/>
                  <a:pt x="1214077" y="1021324"/>
                  <a:pt x="1214468" y="1018484"/>
                </a:cubicBezTo>
                <a:cubicBezTo>
                  <a:pt x="1218258" y="999329"/>
                  <a:pt x="1228105" y="992880"/>
                  <a:pt x="1247235" y="996684"/>
                </a:cubicBezTo>
                <a:cubicBezTo>
                  <a:pt x="1251128" y="997802"/>
                  <a:pt x="1254854" y="998028"/>
                  <a:pt x="1258023" y="1000203"/>
                </a:cubicBezTo>
                <a:cubicBezTo>
                  <a:pt x="1274650" y="1005398"/>
                  <a:pt x="1288498" y="1005579"/>
                  <a:pt x="1298128" y="988101"/>
                </a:cubicBezTo>
                <a:cubicBezTo>
                  <a:pt x="1298128" y="988101"/>
                  <a:pt x="1299016" y="987935"/>
                  <a:pt x="1298850" y="987044"/>
                </a:cubicBezTo>
                <a:cubicBezTo>
                  <a:pt x="1302968" y="984430"/>
                  <a:pt x="1306360" y="982874"/>
                  <a:pt x="1311309" y="984716"/>
                </a:cubicBezTo>
                <a:cubicBezTo>
                  <a:pt x="1313256" y="985275"/>
                  <a:pt x="1315368" y="986725"/>
                  <a:pt x="1314978" y="989565"/>
                </a:cubicBezTo>
                <a:cubicBezTo>
                  <a:pt x="1314920" y="994188"/>
                  <a:pt x="1310637" y="995909"/>
                  <a:pt x="1307245" y="997465"/>
                </a:cubicBezTo>
                <a:cubicBezTo>
                  <a:pt x="1304576" y="997964"/>
                  <a:pt x="1301181" y="999521"/>
                  <a:pt x="1301680" y="1002194"/>
                </a:cubicBezTo>
                <a:cubicBezTo>
                  <a:pt x="1301457" y="1005925"/>
                  <a:pt x="1305740" y="1004203"/>
                  <a:pt x="1307852" y="1005653"/>
                </a:cubicBezTo>
                <a:cubicBezTo>
                  <a:pt x="1312635" y="1006604"/>
                  <a:pt x="1317252" y="1006665"/>
                  <a:pt x="1322033" y="1007615"/>
                </a:cubicBezTo>
                <a:cubicBezTo>
                  <a:pt x="1328595" y="1008234"/>
                  <a:pt x="1334435" y="1009910"/>
                  <a:pt x="1338993" y="1014593"/>
                </a:cubicBezTo>
                <a:cubicBezTo>
                  <a:pt x="1342329" y="1017659"/>
                  <a:pt x="1344999" y="1017160"/>
                  <a:pt x="1349115" y="1014547"/>
                </a:cubicBezTo>
                <a:cubicBezTo>
                  <a:pt x="1360743" y="1007763"/>
                  <a:pt x="1369251" y="1008941"/>
                  <a:pt x="1379257" y="1018140"/>
                </a:cubicBezTo>
                <a:cubicBezTo>
                  <a:pt x="1384706" y="1022656"/>
                  <a:pt x="1388541" y="1028396"/>
                  <a:pt x="1393266" y="1033969"/>
                </a:cubicBezTo>
                <a:cubicBezTo>
                  <a:pt x="1399047" y="1040268"/>
                  <a:pt x="1406109" y="1043560"/>
                  <a:pt x="1414618" y="1044738"/>
                </a:cubicBezTo>
                <a:cubicBezTo>
                  <a:pt x="1424016" y="1045750"/>
                  <a:pt x="1428133" y="1043136"/>
                  <a:pt x="1430752" y="1032502"/>
                </a:cubicBezTo>
                <a:cubicBezTo>
                  <a:pt x="1433204" y="1020976"/>
                  <a:pt x="1439267" y="1018921"/>
                  <a:pt x="1450221" y="1023331"/>
                </a:cubicBezTo>
                <a:cubicBezTo>
                  <a:pt x="1454114" y="1024448"/>
                  <a:pt x="1456227" y="1025898"/>
                  <a:pt x="1460509" y="1024176"/>
                </a:cubicBezTo>
                <a:cubicBezTo>
                  <a:pt x="1470522" y="1018617"/>
                  <a:pt x="1470522" y="1018617"/>
                  <a:pt x="1472687" y="1030202"/>
                </a:cubicBezTo>
                <a:cubicBezTo>
                  <a:pt x="1472129" y="1032151"/>
                  <a:pt x="1472297" y="1033042"/>
                  <a:pt x="1473519" y="1034658"/>
                </a:cubicBezTo>
                <a:cubicBezTo>
                  <a:pt x="1474852" y="1041788"/>
                  <a:pt x="1478911" y="1043797"/>
                  <a:pt x="1485531" y="1039794"/>
                </a:cubicBezTo>
                <a:cubicBezTo>
                  <a:pt x="1490537" y="1037014"/>
                  <a:pt x="1495210" y="1032452"/>
                  <a:pt x="1500384" y="1030563"/>
                </a:cubicBezTo>
                <a:cubicBezTo>
                  <a:pt x="1522189" y="1019112"/>
                  <a:pt x="1548715" y="1027991"/>
                  <a:pt x="1558049" y="1048384"/>
                </a:cubicBezTo>
                <a:cubicBezTo>
                  <a:pt x="1561327" y="1056072"/>
                  <a:pt x="1559100" y="1063867"/>
                  <a:pt x="1560598" y="1071887"/>
                </a:cubicBezTo>
                <a:cubicBezTo>
                  <a:pt x="1561872" y="1083639"/>
                  <a:pt x="1567321" y="1088155"/>
                  <a:pt x="1578666" y="1089726"/>
                </a:cubicBezTo>
                <a:cubicBezTo>
                  <a:pt x="1584338" y="1090511"/>
                  <a:pt x="1589844" y="1090405"/>
                  <a:pt x="1595516" y="1091190"/>
                </a:cubicBezTo>
                <a:cubicBezTo>
                  <a:pt x="1606861" y="1092760"/>
                  <a:pt x="1612757" y="1089814"/>
                  <a:pt x="1615210" y="1078288"/>
                </a:cubicBezTo>
                <a:cubicBezTo>
                  <a:pt x="1617604" y="1071385"/>
                  <a:pt x="1620440" y="1071777"/>
                  <a:pt x="1625722" y="1075402"/>
                </a:cubicBezTo>
                <a:cubicBezTo>
                  <a:pt x="1637176" y="1082486"/>
                  <a:pt x="1643962" y="1079374"/>
                  <a:pt x="1646972" y="1065900"/>
                </a:cubicBezTo>
                <a:cubicBezTo>
                  <a:pt x="1647196" y="1062168"/>
                  <a:pt x="1646530" y="1058603"/>
                  <a:pt x="1642637" y="1057486"/>
                </a:cubicBezTo>
                <a:cubicBezTo>
                  <a:pt x="1637855" y="1056535"/>
                  <a:pt x="1637631" y="1060266"/>
                  <a:pt x="1637407" y="1063997"/>
                </a:cubicBezTo>
                <a:cubicBezTo>
                  <a:pt x="1637906" y="1066670"/>
                  <a:pt x="1636626" y="1069677"/>
                  <a:pt x="1632899" y="1069450"/>
                </a:cubicBezTo>
                <a:cubicBezTo>
                  <a:pt x="1629340" y="1070115"/>
                  <a:pt x="1626170" y="1067941"/>
                  <a:pt x="1626395" y="1064209"/>
                </a:cubicBezTo>
                <a:cubicBezTo>
                  <a:pt x="1625453" y="1054240"/>
                  <a:pt x="1622733" y="1044602"/>
                  <a:pt x="1621624" y="1033741"/>
                </a:cubicBezTo>
                <a:cubicBezTo>
                  <a:pt x="1624794" y="1035916"/>
                  <a:pt x="1625850" y="1036641"/>
                  <a:pt x="1627073" y="1038257"/>
                </a:cubicBezTo>
                <a:cubicBezTo>
                  <a:pt x="1633411" y="1042608"/>
                  <a:pt x="1640531" y="1041278"/>
                  <a:pt x="1647093" y="1041897"/>
                </a:cubicBezTo>
                <a:cubicBezTo>
                  <a:pt x="1650820" y="1042123"/>
                  <a:pt x="1650710" y="1036609"/>
                  <a:pt x="1653047" y="1034328"/>
                </a:cubicBezTo>
                <a:cubicBezTo>
                  <a:pt x="1656997" y="1030824"/>
                  <a:pt x="1661114" y="1028210"/>
                  <a:pt x="1667677" y="1028829"/>
                </a:cubicBezTo>
                <a:cubicBezTo>
                  <a:pt x="1673183" y="1028723"/>
                  <a:pt x="1679413" y="1027559"/>
                  <a:pt x="1685974" y="1028178"/>
                </a:cubicBezTo>
                <a:cubicBezTo>
                  <a:pt x="1682139" y="1022438"/>
                  <a:pt x="1673465" y="1020369"/>
                  <a:pt x="1677805" y="1014025"/>
                </a:cubicBezTo>
                <a:cubicBezTo>
                  <a:pt x="1680532" y="1008904"/>
                  <a:pt x="1683484" y="1000051"/>
                  <a:pt x="1692992" y="1006577"/>
                </a:cubicBezTo>
                <a:cubicBezTo>
                  <a:pt x="1692992" y="1006577"/>
                  <a:pt x="1694605" y="1005354"/>
                  <a:pt x="1694438" y="1004461"/>
                </a:cubicBezTo>
                <a:cubicBezTo>
                  <a:pt x="1694496" y="999839"/>
                  <a:pt x="1695443" y="995050"/>
                  <a:pt x="1689047" y="995324"/>
                </a:cubicBezTo>
                <a:cubicBezTo>
                  <a:pt x="1681761" y="995762"/>
                  <a:pt x="1674866" y="993360"/>
                  <a:pt x="1668860" y="990793"/>
                </a:cubicBezTo>
                <a:cubicBezTo>
                  <a:pt x="1661075" y="988558"/>
                  <a:pt x="1655012" y="990613"/>
                  <a:pt x="1652618" y="997516"/>
                </a:cubicBezTo>
                <a:cubicBezTo>
                  <a:pt x="1649333" y="1004586"/>
                  <a:pt x="1646331" y="1003302"/>
                  <a:pt x="1642105" y="1000402"/>
                </a:cubicBezTo>
                <a:cubicBezTo>
                  <a:pt x="1633654" y="994603"/>
                  <a:pt x="1626817" y="987578"/>
                  <a:pt x="1617642" y="982836"/>
                </a:cubicBezTo>
                <a:cubicBezTo>
                  <a:pt x="1612526" y="980102"/>
                  <a:pt x="1608800" y="979876"/>
                  <a:pt x="1603961" y="983547"/>
                </a:cubicBezTo>
                <a:cubicBezTo>
                  <a:pt x="1600010" y="987052"/>
                  <a:pt x="1597116" y="991282"/>
                  <a:pt x="1591443" y="990497"/>
                </a:cubicBezTo>
                <a:cubicBezTo>
                  <a:pt x="1585938" y="990603"/>
                  <a:pt x="1584049" y="985422"/>
                  <a:pt x="1580714" y="982356"/>
                </a:cubicBezTo>
                <a:cubicBezTo>
                  <a:pt x="1574702" y="994546"/>
                  <a:pt x="1574702" y="994546"/>
                  <a:pt x="1562524" y="988520"/>
                </a:cubicBezTo>
                <a:cubicBezTo>
                  <a:pt x="1557575" y="986678"/>
                  <a:pt x="1552460" y="983944"/>
                  <a:pt x="1546896" y="988672"/>
                </a:cubicBezTo>
                <a:cubicBezTo>
                  <a:pt x="1534546" y="996512"/>
                  <a:pt x="1531710" y="996120"/>
                  <a:pt x="1522260" y="984973"/>
                </a:cubicBezTo>
                <a:cubicBezTo>
                  <a:pt x="1517702" y="980291"/>
                  <a:pt x="1513143" y="975608"/>
                  <a:pt x="1507694" y="971092"/>
                </a:cubicBezTo>
                <a:cubicBezTo>
                  <a:pt x="1495409" y="959552"/>
                  <a:pt x="1490959" y="960383"/>
                  <a:pt x="1482610" y="974856"/>
                </a:cubicBezTo>
                <a:cubicBezTo>
                  <a:pt x="1480440" y="978028"/>
                  <a:pt x="1479326" y="981925"/>
                  <a:pt x="1476433" y="986154"/>
                </a:cubicBezTo>
                <a:cubicBezTo>
                  <a:pt x="1473321" y="979357"/>
                  <a:pt x="1470542" y="974343"/>
                  <a:pt x="1467430" y="967545"/>
                </a:cubicBezTo>
                <a:cubicBezTo>
                  <a:pt x="1465983" y="969659"/>
                  <a:pt x="1466150" y="970551"/>
                  <a:pt x="1465427" y="971609"/>
                </a:cubicBezTo>
                <a:cubicBezTo>
                  <a:pt x="1460414" y="989146"/>
                  <a:pt x="1451514" y="990809"/>
                  <a:pt x="1439061" y="978378"/>
                </a:cubicBezTo>
                <a:cubicBezTo>
                  <a:pt x="1436783" y="976036"/>
                  <a:pt x="1434503" y="973695"/>
                  <a:pt x="1432058" y="970463"/>
                </a:cubicBezTo>
                <a:cubicBezTo>
                  <a:pt x="1430835" y="968847"/>
                  <a:pt x="1429612" y="967231"/>
                  <a:pt x="1430892" y="964224"/>
                </a:cubicBezTo>
                <a:cubicBezTo>
                  <a:pt x="1436847" y="956656"/>
                  <a:pt x="1430674" y="953197"/>
                  <a:pt x="1425392" y="949572"/>
                </a:cubicBezTo>
                <a:cubicBezTo>
                  <a:pt x="1410046" y="941371"/>
                  <a:pt x="1393194" y="939908"/>
                  <a:pt x="1376344" y="938443"/>
                </a:cubicBezTo>
                <a:cubicBezTo>
                  <a:pt x="1349371" y="937025"/>
                  <a:pt x="1321841" y="937556"/>
                  <a:pt x="1296430" y="924778"/>
                </a:cubicBezTo>
                <a:cubicBezTo>
                  <a:pt x="1288313" y="920761"/>
                  <a:pt x="1279969" y="920474"/>
                  <a:pt x="1271237" y="923028"/>
                </a:cubicBezTo>
                <a:cubicBezTo>
                  <a:pt x="1264284" y="925249"/>
                  <a:pt x="1257554" y="923739"/>
                  <a:pt x="1252273" y="920114"/>
                </a:cubicBezTo>
                <a:cubicBezTo>
                  <a:pt x="1242043" y="914646"/>
                  <a:pt x="1231420" y="912019"/>
                  <a:pt x="1219353" y="911507"/>
                </a:cubicBezTo>
                <a:cubicBezTo>
                  <a:pt x="1208174" y="910827"/>
                  <a:pt x="1196605" y="912989"/>
                  <a:pt x="1185483" y="907687"/>
                </a:cubicBezTo>
                <a:cubicBezTo>
                  <a:pt x="1175586" y="904001"/>
                  <a:pt x="1166188" y="902991"/>
                  <a:pt x="1158062" y="913731"/>
                </a:cubicBezTo>
                <a:cubicBezTo>
                  <a:pt x="1154342" y="898747"/>
                  <a:pt x="1144387" y="899684"/>
                  <a:pt x="1133541" y="900788"/>
                </a:cubicBezTo>
                <a:cubicBezTo>
                  <a:pt x="1125532" y="902283"/>
                  <a:pt x="1117356" y="902888"/>
                  <a:pt x="1109961" y="897813"/>
                </a:cubicBezTo>
                <a:cubicBezTo>
                  <a:pt x="1099231" y="889672"/>
                  <a:pt x="1087720" y="887211"/>
                  <a:pt x="1075319" y="884916"/>
                </a:cubicBezTo>
                <a:cubicBezTo>
                  <a:pt x="1053519" y="881609"/>
                  <a:pt x="1031163" y="880251"/>
                  <a:pt x="1010310" y="872157"/>
                </a:cubicBezTo>
                <a:cubicBezTo>
                  <a:pt x="993515" y="866070"/>
                  <a:pt x="976332" y="862823"/>
                  <a:pt x="958201" y="864366"/>
                </a:cubicBezTo>
                <a:cubicBezTo>
                  <a:pt x="952860" y="865363"/>
                  <a:pt x="948801" y="863354"/>
                  <a:pt x="946023" y="858339"/>
                </a:cubicBezTo>
                <a:cubicBezTo>
                  <a:pt x="935741" y="842736"/>
                  <a:pt x="934851" y="842902"/>
                  <a:pt x="916330" y="847284"/>
                </a:cubicBezTo>
                <a:cubicBezTo>
                  <a:pt x="914549" y="847616"/>
                  <a:pt x="912769" y="847949"/>
                  <a:pt x="910099" y="848447"/>
                </a:cubicBezTo>
                <a:cubicBezTo>
                  <a:pt x="911771" y="842602"/>
                  <a:pt x="913442" y="836755"/>
                  <a:pt x="915280" y="831801"/>
                </a:cubicBezTo>
                <a:cubicBezTo>
                  <a:pt x="917174" y="822224"/>
                  <a:pt x="923628" y="817330"/>
                  <a:pt x="932695" y="816558"/>
                </a:cubicBezTo>
                <a:cubicBezTo>
                  <a:pt x="938033" y="815561"/>
                  <a:pt x="942816" y="816512"/>
                  <a:pt x="947988" y="814624"/>
                </a:cubicBezTo>
                <a:cubicBezTo>
                  <a:pt x="956556" y="811179"/>
                  <a:pt x="959558" y="812463"/>
                  <a:pt x="963001" y="821042"/>
                </a:cubicBezTo>
                <a:cubicBezTo>
                  <a:pt x="963667" y="824608"/>
                  <a:pt x="964334" y="828172"/>
                  <a:pt x="965000" y="831737"/>
                </a:cubicBezTo>
                <a:cubicBezTo>
                  <a:pt x="965109" y="837251"/>
                  <a:pt x="967945" y="837644"/>
                  <a:pt x="972394" y="836811"/>
                </a:cubicBezTo>
                <a:cubicBezTo>
                  <a:pt x="982350" y="835875"/>
                  <a:pt x="988637" y="830089"/>
                  <a:pt x="993702" y="822687"/>
                </a:cubicBezTo>
                <a:cubicBezTo>
                  <a:pt x="995316" y="821463"/>
                  <a:pt x="995705" y="818623"/>
                  <a:pt x="998542" y="819016"/>
                </a:cubicBezTo>
                <a:cubicBezTo>
                  <a:pt x="1000487" y="819575"/>
                  <a:pt x="1000987" y="822248"/>
                  <a:pt x="1002210" y="823864"/>
                </a:cubicBezTo>
                <a:cubicBezTo>
                  <a:pt x="1002543" y="825646"/>
                  <a:pt x="1002709" y="826539"/>
                  <a:pt x="1003043" y="828320"/>
                </a:cubicBezTo>
                <a:cubicBezTo>
                  <a:pt x="1004207" y="834559"/>
                  <a:pt x="1007210" y="835843"/>
                  <a:pt x="1012217" y="833063"/>
                </a:cubicBezTo>
                <a:cubicBezTo>
                  <a:pt x="1017057" y="829392"/>
                  <a:pt x="1020228" y="831567"/>
                  <a:pt x="1023729" y="835525"/>
                </a:cubicBezTo>
                <a:cubicBezTo>
                  <a:pt x="1027064" y="838591"/>
                  <a:pt x="1026840" y="842322"/>
                  <a:pt x="1024669" y="845494"/>
                </a:cubicBezTo>
                <a:cubicBezTo>
                  <a:pt x="1022665" y="849558"/>
                  <a:pt x="1017883" y="848606"/>
                  <a:pt x="1013824" y="846598"/>
                </a:cubicBezTo>
                <a:cubicBezTo>
                  <a:pt x="1010988" y="846205"/>
                  <a:pt x="1008875" y="844755"/>
                  <a:pt x="1006871" y="848818"/>
                </a:cubicBezTo>
                <a:cubicBezTo>
                  <a:pt x="1004867" y="852883"/>
                  <a:pt x="1006980" y="854332"/>
                  <a:pt x="1009259" y="856673"/>
                </a:cubicBezTo>
                <a:cubicBezTo>
                  <a:pt x="1014541" y="860298"/>
                  <a:pt x="1029894" y="853741"/>
                  <a:pt x="1030341" y="846279"/>
                </a:cubicBezTo>
                <a:cubicBezTo>
                  <a:pt x="1031738" y="834028"/>
                  <a:pt x="1040080" y="834315"/>
                  <a:pt x="1048422" y="834601"/>
                </a:cubicBezTo>
                <a:cubicBezTo>
                  <a:pt x="1065830" y="834117"/>
                  <a:pt x="1083347" y="839146"/>
                  <a:pt x="1100197" y="840609"/>
                </a:cubicBezTo>
                <a:cubicBezTo>
                  <a:pt x="1104981" y="841560"/>
                  <a:pt x="1105646" y="845125"/>
                  <a:pt x="1104533" y="849023"/>
                </a:cubicBezTo>
                <a:cubicBezTo>
                  <a:pt x="1103585" y="853811"/>
                  <a:pt x="1102638" y="858599"/>
                  <a:pt x="1102746" y="864113"/>
                </a:cubicBezTo>
                <a:cubicBezTo>
                  <a:pt x="1103745" y="869460"/>
                  <a:pt x="1107638" y="870578"/>
                  <a:pt x="1111530" y="871696"/>
                </a:cubicBezTo>
                <a:cubicBezTo>
                  <a:pt x="1114534" y="872979"/>
                  <a:pt x="1114591" y="868357"/>
                  <a:pt x="1116204" y="867134"/>
                </a:cubicBezTo>
                <a:cubicBezTo>
                  <a:pt x="1119489" y="860064"/>
                  <a:pt x="1123663" y="852828"/>
                  <a:pt x="1126947" y="845759"/>
                </a:cubicBezTo>
                <a:cubicBezTo>
                  <a:pt x="1128170" y="847375"/>
                  <a:pt x="1128336" y="848266"/>
                  <a:pt x="1128503" y="849157"/>
                </a:cubicBezTo>
                <a:cubicBezTo>
                  <a:pt x="1131390" y="859686"/>
                  <a:pt x="1131390" y="859686"/>
                  <a:pt x="1140180" y="852510"/>
                </a:cubicBezTo>
                <a:cubicBezTo>
                  <a:pt x="1143241" y="849171"/>
                  <a:pt x="1144464" y="850788"/>
                  <a:pt x="1145853" y="853295"/>
                </a:cubicBezTo>
                <a:cubicBezTo>
                  <a:pt x="1149855" y="859926"/>
                  <a:pt x="1155693" y="861602"/>
                  <a:pt x="1161590" y="858657"/>
                </a:cubicBezTo>
                <a:cubicBezTo>
                  <a:pt x="1170547" y="852372"/>
                  <a:pt x="1180502" y="851434"/>
                  <a:pt x="1190293" y="849606"/>
                </a:cubicBezTo>
                <a:cubicBezTo>
                  <a:pt x="1195631" y="848608"/>
                  <a:pt x="1198135" y="847218"/>
                  <a:pt x="1193576" y="842536"/>
                </a:cubicBezTo>
                <a:cubicBezTo>
                  <a:pt x="1189908" y="837688"/>
                  <a:pt x="1190131" y="833957"/>
                  <a:pt x="1195695" y="829228"/>
                </a:cubicBezTo>
                <a:cubicBezTo>
                  <a:pt x="1187186" y="828050"/>
                  <a:pt x="1178844" y="827764"/>
                  <a:pt x="1171060" y="825529"/>
                </a:cubicBezTo>
                <a:cubicBezTo>
                  <a:pt x="1163440" y="824185"/>
                  <a:pt x="1155654" y="821950"/>
                  <a:pt x="1149150" y="816709"/>
                </a:cubicBezTo>
                <a:cubicBezTo>
                  <a:pt x="1160220" y="811874"/>
                  <a:pt x="1160220" y="811874"/>
                  <a:pt x="1178626" y="816737"/>
                </a:cubicBezTo>
                <a:cubicBezTo>
                  <a:pt x="1190305" y="820089"/>
                  <a:pt x="1195477" y="818201"/>
                  <a:pt x="1200209" y="809016"/>
                </a:cubicBezTo>
                <a:cubicBezTo>
                  <a:pt x="1204773" y="798940"/>
                  <a:pt x="1204773" y="798940"/>
                  <a:pt x="1211944" y="807747"/>
                </a:cubicBezTo>
                <a:cubicBezTo>
                  <a:pt x="1212110" y="808638"/>
                  <a:pt x="1213167" y="809363"/>
                  <a:pt x="1213333" y="810254"/>
                </a:cubicBezTo>
                <a:cubicBezTo>
                  <a:pt x="1230121" y="831099"/>
                  <a:pt x="1242746" y="829662"/>
                  <a:pt x="1255993" y="806897"/>
                </a:cubicBezTo>
                <a:cubicBezTo>
                  <a:pt x="1260724" y="797713"/>
                  <a:pt x="1268623" y="790703"/>
                  <a:pt x="1278080" y="787093"/>
                </a:cubicBezTo>
                <a:cubicBezTo>
                  <a:pt x="1288593" y="784206"/>
                  <a:pt x="1298158" y="786109"/>
                  <a:pt x="1308613" y="787846"/>
                </a:cubicBezTo>
                <a:cubicBezTo>
                  <a:pt x="1321180" y="791032"/>
                  <a:pt x="1334639" y="794052"/>
                  <a:pt x="1347430" y="793508"/>
                </a:cubicBezTo>
                <a:cubicBezTo>
                  <a:pt x="1357386" y="792571"/>
                  <a:pt x="1367674" y="793415"/>
                  <a:pt x="1376517" y="796375"/>
                </a:cubicBezTo>
                <a:cubicBezTo>
                  <a:pt x="1383411" y="798777"/>
                  <a:pt x="1392087" y="800846"/>
                  <a:pt x="1398707" y="796843"/>
                </a:cubicBezTo>
                <a:cubicBezTo>
                  <a:pt x="1406940" y="791615"/>
                  <a:pt x="1412222" y="795240"/>
                  <a:pt x="1417836" y="800647"/>
                </a:cubicBezTo>
                <a:cubicBezTo>
                  <a:pt x="1428010" y="810737"/>
                  <a:pt x="1434957" y="823274"/>
                  <a:pt x="1437787" y="838425"/>
                </a:cubicBezTo>
                <a:cubicBezTo>
                  <a:pt x="1438452" y="841990"/>
                  <a:pt x="1439119" y="845555"/>
                  <a:pt x="1444791" y="846340"/>
                </a:cubicBezTo>
                <a:cubicBezTo>
                  <a:pt x="1450630" y="848015"/>
                  <a:pt x="1451577" y="843227"/>
                  <a:pt x="1453748" y="840055"/>
                </a:cubicBezTo>
                <a:cubicBezTo>
                  <a:pt x="1455028" y="837049"/>
                  <a:pt x="1456309" y="834043"/>
                  <a:pt x="1457755" y="831928"/>
                </a:cubicBezTo>
                <a:cubicBezTo>
                  <a:pt x="1463377" y="822577"/>
                  <a:pt x="1472833" y="818967"/>
                  <a:pt x="1482456" y="816247"/>
                </a:cubicBezTo>
                <a:cubicBezTo>
                  <a:pt x="1490465" y="814751"/>
                  <a:pt x="1491796" y="821880"/>
                  <a:pt x="1496188" y="825671"/>
                </a:cubicBezTo>
                <a:cubicBezTo>
                  <a:pt x="1499140" y="816819"/>
                  <a:pt x="1505594" y="811925"/>
                  <a:pt x="1513936" y="812212"/>
                </a:cubicBezTo>
                <a:cubicBezTo>
                  <a:pt x="1524224" y="813056"/>
                  <a:pt x="1533847" y="810337"/>
                  <a:pt x="1543470" y="807617"/>
                </a:cubicBezTo>
                <a:cubicBezTo>
                  <a:pt x="1563772" y="802903"/>
                  <a:pt x="1584182" y="803702"/>
                  <a:pt x="1602307" y="816918"/>
                </a:cubicBezTo>
                <a:cubicBezTo>
                  <a:pt x="1605477" y="819093"/>
                  <a:pt x="1608646" y="821268"/>
                  <a:pt x="1611872" y="818820"/>
                </a:cubicBezTo>
                <a:cubicBezTo>
                  <a:pt x="1618160" y="813035"/>
                  <a:pt x="1625445" y="812596"/>
                  <a:pt x="1632732" y="812158"/>
                </a:cubicBezTo>
                <a:cubicBezTo>
                  <a:pt x="1635401" y="811658"/>
                  <a:pt x="1637014" y="810435"/>
                  <a:pt x="1638295" y="807429"/>
                </a:cubicBezTo>
                <a:cubicBezTo>
                  <a:pt x="1639242" y="802640"/>
                  <a:pt x="1642969" y="802866"/>
                  <a:pt x="1646861" y="803984"/>
                </a:cubicBezTo>
                <a:cubicBezTo>
                  <a:pt x="1651644" y="804935"/>
                  <a:pt x="1657706" y="802881"/>
                  <a:pt x="1659928" y="809844"/>
                </a:cubicBezTo>
                <a:cubicBezTo>
                  <a:pt x="1661260" y="816974"/>
                  <a:pt x="1666209" y="818817"/>
                  <a:pt x="1671882" y="819602"/>
                </a:cubicBezTo>
                <a:cubicBezTo>
                  <a:pt x="1676664" y="820553"/>
                  <a:pt x="1682004" y="819555"/>
                  <a:pt x="1684449" y="822788"/>
                </a:cubicBezTo>
                <a:cubicBezTo>
                  <a:pt x="1689507" y="830144"/>
                  <a:pt x="1695403" y="827198"/>
                  <a:pt x="1702523" y="825868"/>
                </a:cubicBezTo>
                <a:cubicBezTo>
                  <a:pt x="1705027" y="824478"/>
                  <a:pt x="1707863" y="824871"/>
                  <a:pt x="1710532" y="824372"/>
                </a:cubicBezTo>
                <a:cubicBezTo>
                  <a:pt x="1723157" y="822936"/>
                  <a:pt x="1736116" y="823283"/>
                  <a:pt x="1748409" y="820064"/>
                </a:cubicBezTo>
                <a:cubicBezTo>
                  <a:pt x="1753582" y="818176"/>
                  <a:pt x="1760701" y="816846"/>
                  <a:pt x="1761815" y="812949"/>
                </a:cubicBezTo>
                <a:cubicBezTo>
                  <a:pt x="1762596" y="807269"/>
                  <a:pt x="1754978" y="805925"/>
                  <a:pt x="1750028" y="804083"/>
                </a:cubicBezTo>
                <a:cubicBezTo>
                  <a:pt x="1748972" y="803358"/>
                  <a:pt x="1747916" y="802633"/>
                  <a:pt x="1747026" y="802799"/>
                </a:cubicBezTo>
                <a:cubicBezTo>
                  <a:pt x="1731846" y="795489"/>
                  <a:pt x="1728235" y="786018"/>
                  <a:pt x="1736417" y="770654"/>
                </a:cubicBezTo>
                <a:cubicBezTo>
                  <a:pt x="1740975" y="775338"/>
                  <a:pt x="1745143" y="782859"/>
                  <a:pt x="1752929" y="785095"/>
                </a:cubicBezTo>
                <a:cubicBezTo>
                  <a:pt x="1761604" y="787163"/>
                  <a:pt x="1766835" y="780652"/>
                  <a:pt x="1773455" y="776649"/>
                </a:cubicBezTo>
                <a:cubicBezTo>
                  <a:pt x="1775791" y="774368"/>
                  <a:pt x="1778627" y="774760"/>
                  <a:pt x="1778569" y="779383"/>
                </a:cubicBezTo>
                <a:cubicBezTo>
                  <a:pt x="1778013" y="781332"/>
                  <a:pt x="1778346" y="783114"/>
                  <a:pt x="1777789" y="785062"/>
                </a:cubicBezTo>
                <a:cubicBezTo>
                  <a:pt x="1777398" y="787902"/>
                  <a:pt x="1777007" y="790743"/>
                  <a:pt x="1779287" y="793084"/>
                </a:cubicBezTo>
                <a:cubicBezTo>
                  <a:pt x="1780510" y="794700"/>
                  <a:pt x="1782680" y="791528"/>
                  <a:pt x="1784461" y="791195"/>
                </a:cubicBezTo>
                <a:cubicBezTo>
                  <a:pt x="1790190" y="787358"/>
                  <a:pt x="1792470" y="789699"/>
                  <a:pt x="1792578" y="795213"/>
                </a:cubicBezTo>
                <a:cubicBezTo>
                  <a:pt x="1792911" y="796995"/>
                  <a:pt x="1791464" y="799110"/>
                  <a:pt x="1794467" y="800394"/>
                </a:cubicBezTo>
                <a:cubicBezTo>
                  <a:pt x="1805933" y="777961"/>
                  <a:pt x="1812720" y="774849"/>
                  <a:pt x="1838746" y="781055"/>
                </a:cubicBezTo>
                <a:cubicBezTo>
                  <a:pt x="1839635" y="780889"/>
                  <a:pt x="1839635" y="780889"/>
                  <a:pt x="1840692" y="781614"/>
                </a:cubicBezTo>
                <a:cubicBezTo>
                  <a:pt x="1861044" y="787036"/>
                  <a:pt x="1881622" y="788726"/>
                  <a:pt x="1901591" y="782229"/>
                </a:cubicBezTo>
                <a:cubicBezTo>
                  <a:pt x="1908543" y="780008"/>
                  <a:pt x="1913493" y="781850"/>
                  <a:pt x="1917161" y="786699"/>
                </a:cubicBezTo>
                <a:cubicBezTo>
                  <a:pt x="1921886" y="792273"/>
                  <a:pt x="1928782" y="794674"/>
                  <a:pt x="1935178" y="794402"/>
                </a:cubicBezTo>
                <a:cubicBezTo>
                  <a:pt x="1946356" y="795080"/>
                  <a:pt x="1958258" y="794702"/>
                  <a:pt x="1969828" y="792541"/>
                </a:cubicBezTo>
                <a:cubicBezTo>
                  <a:pt x="1979617" y="790713"/>
                  <a:pt x="1980730" y="786815"/>
                  <a:pt x="1975506" y="778568"/>
                </a:cubicBezTo>
                <a:cubicBezTo>
                  <a:pt x="1974117" y="776061"/>
                  <a:pt x="1971114" y="774777"/>
                  <a:pt x="1973284" y="771605"/>
                </a:cubicBezTo>
                <a:cubicBezTo>
                  <a:pt x="1977069" y="767209"/>
                  <a:pt x="1975180" y="762028"/>
                  <a:pt x="1974180" y="756680"/>
                </a:cubicBezTo>
                <a:cubicBezTo>
                  <a:pt x="1973682" y="754007"/>
                  <a:pt x="1972126" y="750608"/>
                  <a:pt x="1975519" y="749052"/>
                </a:cubicBezTo>
                <a:cubicBezTo>
                  <a:pt x="1978912" y="747495"/>
                  <a:pt x="1981357" y="750728"/>
                  <a:pt x="1982747" y="753236"/>
                </a:cubicBezTo>
                <a:cubicBezTo>
                  <a:pt x="1986748" y="759867"/>
                  <a:pt x="1990583" y="765606"/>
                  <a:pt x="1994418" y="771346"/>
                </a:cubicBezTo>
                <a:cubicBezTo>
                  <a:pt x="2004201" y="784276"/>
                  <a:pt x="2016211" y="789411"/>
                  <a:pt x="2032064" y="785528"/>
                </a:cubicBezTo>
                <a:cubicBezTo>
                  <a:pt x="2040073" y="784032"/>
                  <a:pt x="2047917" y="781645"/>
                  <a:pt x="2055926" y="780148"/>
                </a:cubicBezTo>
                <a:cubicBezTo>
                  <a:pt x="2065549" y="777429"/>
                  <a:pt x="2071720" y="780888"/>
                  <a:pt x="2076055" y="789301"/>
                </a:cubicBezTo>
                <a:cubicBezTo>
                  <a:pt x="2077277" y="790917"/>
                  <a:pt x="2076886" y="793757"/>
                  <a:pt x="2079723" y="794149"/>
                </a:cubicBezTo>
                <a:cubicBezTo>
                  <a:pt x="2082118" y="787246"/>
                  <a:pt x="2085236" y="779285"/>
                  <a:pt x="2087464" y="771491"/>
                </a:cubicBezTo>
                <a:cubicBezTo>
                  <a:pt x="2091305" y="762473"/>
                  <a:pt x="2091305" y="762473"/>
                  <a:pt x="2097253" y="769662"/>
                </a:cubicBezTo>
                <a:cubicBezTo>
                  <a:pt x="2102144" y="776127"/>
                  <a:pt x="2106927" y="777078"/>
                  <a:pt x="2113048" y="770402"/>
                </a:cubicBezTo>
                <a:cubicBezTo>
                  <a:pt x="2118445" y="764782"/>
                  <a:pt x="2125397" y="762560"/>
                  <a:pt x="2133740" y="762847"/>
                </a:cubicBezTo>
                <a:cubicBezTo>
                  <a:pt x="2145642" y="762469"/>
                  <a:pt x="2157319" y="765822"/>
                  <a:pt x="2168997" y="769174"/>
                </a:cubicBezTo>
                <a:cubicBezTo>
                  <a:pt x="2180675" y="772526"/>
                  <a:pt x="2184958" y="770804"/>
                  <a:pt x="2191470" y="761287"/>
                </a:cubicBezTo>
                <a:cubicBezTo>
                  <a:pt x="2198538" y="749821"/>
                  <a:pt x="2208493" y="748884"/>
                  <a:pt x="2216887" y="759306"/>
                </a:cubicBezTo>
                <a:cubicBezTo>
                  <a:pt x="2224947" y="767946"/>
                  <a:pt x="2224947" y="767946"/>
                  <a:pt x="2231292" y="757537"/>
                </a:cubicBezTo>
                <a:cubicBezTo>
                  <a:pt x="2232182" y="757371"/>
                  <a:pt x="2232016" y="756480"/>
                  <a:pt x="2232905" y="756314"/>
                </a:cubicBezTo>
                <a:cubicBezTo>
                  <a:pt x="2235632" y="751194"/>
                  <a:pt x="2239359" y="751420"/>
                  <a:pt x="2243028" y="756268"/>
                </a:cubicBezTo>
                <a:cubicBezTo>
                  <a:pt x="2244416" y="758776"/>
                  <a:pt x="2245806" y="761283"/>
                  <a:pt x="2247195" y="763790"/>
                </a:cubicBezTo>
                <a:cubicBezTo>
                  <a:pt x="2252420" y="772038"/>
                  <a:pt x="2259482" y="775331"/>
                  <a:pt x="2267881" y="770994"/>
                </a:cubicBezTo>
                <a:cubicBezTo>
                  <a:pt x="2282177" y="763712"/>
                  <a:pt x="2297140" y="759995"/>
                  <a:pt x="2309880" y="749315"/>
                </a:cubicBezTo>
                <a:cubicBezTo>
                  <a:pt x="2313831" y="745809"/>
                  <a:pt x="2319003" y="743921"/>
                  <a:pt x="2321225" y="750885"/>
                </a:cubicBezTo>
                <a:cubicBezTo>
                  <a:pt x="2324004" y="755900"/>
                  <a:pt x="2327564" y="755235"/>
                  <a:pt x="2330791" y="752788"/>
                </a:cubicBezTo>
                <a:cubicBezTo>
                  <a:pt x="2337411" y="748784"/>
                  <a:pt x="2345420" y="747289"/>
                  <a:pt x="2352539" y="745958"/>
                </a:cubicBezTo>
                <a:cubicBezTo>
                  <a:pt x="2364108" y="743798"/>
                  <a:pt x="2367892" y="739401"/>
                  <a:pt x="2368564" y="728208"/>
                </a:cubicBezTo>
                <a:cubicBezTo>
                  <a:pt x="2368289" y="721804"/>
                  <a:pt x="2370958" y="721305"/>
                  <a:pt x="2376298" y="720307"/>
                </a:cubicBezTo>
                <a:cubicBezTo>
                  <a:pt x="2382528" y="719144"/>
                  <a:pt x="2389757" y="723327"/>
                  <a:pt x="2394987" y="716816"/>
                </a:cubicBezTo>
                <a:cubicBezTo>
                  <a:pt x="2399494" y="711363"/>
                  <a:pt x="2395326" y="703842"/>
                  <a:pt x="2396664" y="696213"/>
                </a:cubicBezTo>
                <a:cubicBezTo>
                  <a:pt x="2402279" y="701620"/>
                  <a:pt x="2405058" y="706634"/>
                  <a:pt x="2405333" y="713040"/>
                </a:cubicBezTo>
                <a:cubicBezTo>
                  <a:pt x="2405883" y="725849"/>
                  <a:pt x="2393758" y="729958"/>
                  <a:pt x="2386914" y="737694"/>
                </a:cubicBezTo>
                <a:cubicBezTo>
                  <a:pt x="2403317" y="746620"/>
                  <a:pt x="2412049" y="744066"/>
                  <a:pt x="2419009" y="727086"/>
                </a:cubicBezTo>
                <a:cubicBezTo>
                  <a:pt x="2420289" y="724081"/>
                  <a:pt x="2422459" y="720908"/>
                  <a:pt x="2423573" y="717011"/>
                </a:cubicBezTo>
                <a:cubicBezTo>
                  <a:pt x="2426691" y="709050"/>
                  <a:pt x="2429975" y="701981"/>
                  <a:pt x="2438542" y="698536"/>
                </a:cubicBezTo>
                <a:cubicBezTo>
                  <a:pt x="2441935" y="696979"/>
                  <a:pt x="2441436" y="694306"/>
                  <a:pt x="2441660" y="690575"/>
                </a:cubicBezTo>
                <a:cubicBezTo>
                  <a:pt x="2442440" y="684895"/>
                  <a:pt x="2440219" y="677932"/>
                  <a:pt x="2444560" y="671587"/>
                </a:cubicBezTo>
                <a:cubicBezTo>
                  <a:pt x="2445949" y="674094"/>
                  <a:pt x="2447172" y="675711"/>
                  <a:pt x="2448561" y="678219"/>
                </a:cubicBezTo>
                <a:cubicBezTo>
                  <a:pt x="2455566" y="686133"/>
                  <a:pt x="2461238" y="686918"/>
                  <a:pt x="2469139" y="679908"/>
                </a:cubicBezTo>
                <a:cubicBezTo>
                  <a:pt x="2476148" y="673065"/>
                  <a:pt x="2484882" y="670512"/>
                  <a:pt x="2494114" y="670631"/>
                </a:cubicBezTo>
                <a:cubicBezTo>
                  <a:pt x="2500676" y="671250"/>
                  <a:pt x="2507072" y="670978"/>
                  <a:pt x="2514524" y="671431"/>
                </a:cubicBezTo>
                <a:cubicBezTo>
                  <a:pt x="2534936" y="672230"/>
                  <a:pt x="2555512" y="673921"/>
                  <a:pt x="2575142" y="680399"/>
                </a:cubicBezTo>
                <a:cubicBezTo>
                  <a:pt x="2582927" y="682634"/>
                  <a:pt x="2584650" y="686925"/>
                  <a:pt x="2582255" y="693827"/>
                </a:cubicBezTo>
                <a:cubicBezTo>
                  <a:pt x="2579694" y="699840"/>
                  <a:pt x="2575910" y="704236"/>
                  <a:pt x="2571237" y="708798"/>
                </a:cubicBezTo>
                <a:cubicBezTo>
                  <a:pt x="2566729" y="714251"/>
                  <a:pt x="2560109" y="718255"/>
                  <a:pt x="2555936" y="725491"/>
                </a:cubicBezTo>
                <a:cubicBezTo>
                  <a:pt x="2586026" y="718948"/>
                  <a:pt x="2614504" y="713629"/>
                  <a:pt x="2632424" y="686302"/>
                </a:cubicBezTo>
                <a:cubicBezTo>
                  <a:pt x="2634760" y="684021"/>
                  <a:pt x="2637987" y="681573"/>
                  <a:pt x="2641880" y="682690"/>
                </a:cubicBezTo>
                <a:cubicBezTo>
                  <a:pt x="2645939" y="684699"/>
                  <a:pt x="2649109" y="686874"/>
                  <a:pt x="2650107" y="692222"/>
                </a:cubicBezTo>
                <a:cubicBezTo>
                  <a:pt x="2650606" y="694895"/>
                  <a:pt x="2649326" y="697901"/>
                  <a:pt x="2648045" y="700907"/>
                </a:cubicBezTo>
                <a:cubicBezTo>
                  <a:pt x="2644928" y="708868"/>
                  <a:pt x="2638807" y="715545"/>
                  <a:pt x="2636746" y="724231"/>
                </a:cubicBezTo>
                <a:cubicBezTo>
                  <a:pt x="2634685" y="732917"/>
                  <a:pt x="2639685" y="744895"/>
                  <a:pt x="2646413" y="746405"/>
                </a:cubicBezTo>
                <a:cubicBezTo>
                  <a:pt x="2654198" y="748641"/>
                  <a:pt x="2658540" y="742295"/>
                  <a:pt x="2663046" y="736843"/>
                </a:cubicBezTo>
                <a:cubicBezTo>
                  <a:pt x="2666107" y="733504"/>
                  <a:pt x="2665441" y="729939"/>
                  <a:pt x="2665665" y="726208"/>
                </a:cubicBezTo>
                <a:cubicBezTo>
                  <a:pt x="2664672" y="706102"/>
                  <a:pt x="2670626" y="698535"/>
                  <a:pt x="2690538" y="696660"/>
                </a:cubicBezTo>
                <a:cubicBezTo>
                  <a:pt x="2699603" y="695888"/>
                  <a:pt x="2707446" y="693501"/>
                  <a:pt x="2714957" y="689331"/>
                </a:cubicBezTo>
                <a:cubicBezTo>
                  <a:pt x="2735707" y="677155"/>
                  <a:pt x="2757397" y="674949"/>
                  <a:pt x="2778692" y="690339"/>
                </a:cubicBezTo>
                <a:cubicBezTo>
                  <a:pt x="2789255" y="697589"/>
                  <a:pt x="2789255" y="697589"/>
                  <a:pt x="2794211" y="684673"/>
                </a:cubicBezTo>
                <a:cubicBezTo>
                  <a:pt x="2797886" y="674764"/>
                  <a:pt x="2813072" y="667316"/>
                  <a:pt x="2818687" y="672723"/>
                </a:cubicBezTo>
                <a:lnTo>
                  <a:pt x="2824861" y="67621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73CE2BF-7F90-F5B7-D55E-009FBEB47CBD}"/>
              </a:ext>
            </a:extLst>
          </p:cNvPr>
          <p:cNvSpPr/>
          <p:nvPr/>
        </p:nvSpPr>
        <p:spPr>
          <a:xfrm rot="20056210" flipH="1">
            <a:off x="8613289" y="4201979"/>
            <a:ext cx="1525105" cy="483560"/>
          </a:xfrm>
          <a:custGeom>
            <a:avLst/>
            <a:gdLst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91392 w 5673186"/>
              <a:gd name="connsiteY110" fmla="*/ 1414998 h 1798781"/>
              <a:gd name="connsiteX111" fmla="*/ 1732488 w 5673186"/>
              <a:gd name="connsiteY111" fmla="*/ 1414998 h 1798781"/>
              <a:gd name="connsiteX112" fmla="*/ 1730789 w 5673186"/>
              <a:gd name="connsiteY112" fmla="*/ 1403104 h 1798781"/>
              <a:gd name="connsiteX113" fmla="*/ 1695546 w 5673186"/>
              <a:gd name="connsiteY113" fmla="*/ 1450729 h 1798781"/>
              <a:gd name="connsiteX114" fmla="*/ 1694594 w 5673186"/>
              <a:gd name="connsiteY114" fmla="*/ 1474542 h 1798781"/>
              <a:gd name="connsiteX115" fmla="*/ 1706024 w 5673186"/>
              <a:gd name="connsiteY115" fmla="*/ 1482162 h 1798781"/>
              <a:gd name="connsiteX116" fmla="*/ 1711416 w 5673186"/>
              <a:gd name="connsiteY116" fmla="*/ 1472171 h 1798781"/>
              <a:gd name="connsiteX117" fmla="*/ 1711416 w 5673186"/>
              <a:gd name="connsiteY117" fmla="*/ 1495204 h 1798781"/>
              <a:gd name="connsiteX118" fmla="*/ 1706024 w 5673186"/>
              <a:gd name="connsiteY118" fmla="*/ 1499306 h 1798781"/>
              <a:gd name="connsiteX119" fmla="*/ 1698404 w 5673186"/>
              <a:gd name="connsiteY119" fmla="*/ 1536454 h 1798781"/>
              <a:gd name="connsiteX120" fmla="*/ 1708881 w 5673186"/>
              <a:gd name="connsiteY120" fmla="*/ 1593604 h 1798781"/>
              <a:gd name="connsiteX121" fmla="*/ 1697451 w 5673186"/>
              <a:gd name="connsiteY121" fmla="*/ 1592652 h 1798781"/>
              <a:gd name="connsiteX122" fmla="*/ 1687926 w 5673186"/>
              <a:gd name="connsiteY122" fmla="*/ 1601224 h 1798781"/>
              <a:gd name="connsiteX123" fmla="*/ 1702214 w 5673186"/>
              <a:gd name="connsiteY123" fmla="*/ 1605987 h 1798781"/>
              <a:gd name="connsiteX124" fmla="*/ 1743171 w 5673186"/>
              <a:gd name="connsiteY124" fmla="*/ 1650754 h 1798781"/>
              <a:gd name="connsiteX125" fmla="*/ 1726979 w 5673186"/>
              <a:gd name="connsiteY125" fmla="*/ 1704094 h 1798781"/>
              <a:gd name="connsiteX126" fmla="*/ 1676496 w 5673186"/>
              <a:gd name="connsiteY126" fmla="*/ 1701237 h 1798781"/>
              <a:gd name="connsiteX127" fmla="*/ 1665066 w 5673186"/>
              <a:gd name="connsiteY127" fmla="*/ 1682187 h 1798781"/>
              <a:gd name="connsiteX128" fmla="*/ 1633634 w 5673186"/>
              <a:gd name="connsiteY128" fmla="*/ 1683139 h 1798781"/>
              <a:gd name="connsiteX129" fmla="*/ 1597439 w 5673186"/>
              <a:gd name="connsiteY129" fmla="*/ 1699331 h 1798781"/>
              <a:gd name="connsiteX130" fmla="*/ 1573626 w 5673186"/>
              <a:gd name="connsiteY130" fmla="*/ 1669804 h 1798781"/>
              <a:gd name="connsiteX131" fmla="*/ 1592676 w 5673186"/>
              <a:gd name="connsiteY131" fmla="*/ 1636467 h 1798781"/>
              <a:gd name="connsiteX132" fmla="*/ 1599344 w 5673186"/>
              <a:gd name="connsiteY132" fmla="*/ 1620274 h 1798781"/>
              <a:gd name="connsiteX133" fmla="*/ 1543146 w 5673186"/>
              <a:gd name="connsiteY133" fmla="*/ 1605034 h 1798781"/>
              <a:gd name="connsiteX134" fmla="*/ 1568864 w 5673186"/>
              <a:gd name="connsiteY134" fmla="*/ 1517404 h 1798781"/>
              <a:gd name="connsiteX135" fmla="*/ 1609821 w 5673186"/>
              <a:gd name="connsiteY135" fmla="*/ 1535502 h 1798781"/>
              <a:gd name="connsiteX136" fmla="*/ 1615536 w 5673186"/>
              <a:gd name="connsiteY136" fmla="*/ 1555504 h 1798781"/>
              <a:gd name="connsiteX137" fmla="*/ 1628871 w 5673186"/>
              <a:gd name="connsiteY137" fmla="*/ 1565981 h 1798781"/>
              <a:gd name="connsiteX138" fmla="*/ 1640301 w 5673186"/>
              <a:gd name="connsiteY138" fmla="*/ 1554552 h 1798781"/>
              <a:gd name="connsiteX139" fmla="*/ 1645064 w 5673186"/>
              <a:gd name="connsiteY139" fmla="*/ 1513594 h 1798781"/>
              <a:gd name="connsiteX140" fmla="*/ 1625061 w 5673186"/>
              <a:gd name="connsiteY140" fmla="*/ 1436442 h 1798781"/>
              <a:gd name="connsiteX141" fmla="*/ 1619346 w 5673186"/>
              <a:gd name="connsiteY141" fmla="*/ 1374529 h 1798781"/>
              <a:gd name="connsiteX142" fmla="*/ 1560291 w 5673186"/>
              <a:gd name="connsiteY142" fmla="*/ 1371672 h 1798781"/>
              <a:gd name="connsiteX143" fmla="*/ 1461231 w 5673186"/>
              <a:gd name="connsiteY143" fmla="*/ 1354527 h 1798781"/>
              <a:gd name="connsiteX144" fmla="*/ 1400271 w 5673186"/>
              <a:gd name="connsiteY144" fmla="*/ 1341192 h 1798781"/>
              <a:gd name="connsiteX145" fmla="*/ 1382174 w 5673186"/>
              <a:gd name="connsiteY145" fmla="*/ 1335477 h 1798781"/>
              <a:gd name="connsiteX146" fmla="*/ 1380269 w 5673186"/>
              <a:gd name="connsiteY146" fmla="*/ 1354527 h 1798781"/>
              <a:gd name="connsiteX147" fmla="*/ 1376459 w 5673186"/>
              <a:gd name="connsiteY147" fmla="*/ 1392627 h 1798781"/>
              <a:gd name="connsiteX148" fmla="*/ 1331691 w 5673186"/>
              <a:gd name="connsiteY148" fmla="*/ 1401199 h 1798781"/>
              <a:gd name="connsiteX149" fmla="*/ 1293591 w 5673186"/>
              <a:gd name="connsiteY149" fmla="*/ 1379292 h 1798781"/>
              <a:gd name="connsiteX150" fmla="*/ 1285971 w 5673186"/>
              <a:gd name="connsiteY150" fmla="*/ 1367862 h 1798781"/>
              <a:gd name="connsiteX151" fmla="*/ 1281209 w 5673186"/>
              <a:gd name="connsiteY151" fmla="*/ 1374529 h 1798781"/>
              <a:gd name="connsiteX152" fmla="*/ 1237394 w 5673186"/>
              <a:gd name="connsiteY152" fmla="*/ 1402152 h 1798781"/>
              <a:gd name="connsiteX153" fmla="*/ 1182149 w 5673186"/>
              <a:gd name="connsiteY153" fmla="*/ 1358337 h 1798781"/>
              <a:gd name="connsiteX154" fmla="*/ 1190721 w 5673186"/>
              <a:gd name="connsiteY154" fmla="*/ 1304997 h 1798781"/>
              <a:gd name="connsiteX155" fmla="*/ 1210724 w 5673186"/>
              <a:gd name="connsiteY155" fmla="*/ 1289756 h 1798781"/>
              <a:gd name="connsiteX156" fmla="*/ 1092614 w 5673186"/>
              <a:gd name="connsiteY156" fmla="*/ 1261181 h 1798781"/>
              <a:gd name="connsiteX157" fmla="*/ 1064039 w 5673186"/>
              <a:gd name="connsiteY157" fmla="*/ 1266897 h 1798781"/>
              <a:gd name="connsiteX158" fmla="*/ 1003079 w 5673186"/>
              <a:gd name="connsiteY158" fmla="*/ 1313569 h 1798781"/>
              <a:gd name="connsiteX159" fmla="*/ 997364 w 5673186"/>
              <a:gd name="connsiteY159" fmla="*/ 1324999 h 1798781"/>
              <a:gd name="connsiteX160" fmla="*/ 1003079 w 5673186"/>
              <a:gd name="connsiteY160" fmla="*/ 1351669 h 1798781"/>
              <a:gd name="connsiteX161" fmla="*/ 947834 w 5673186"/>
              <a:gd name="connsiteY161" fmla="*/ 1421202 h 1798781"/>
              <a:gd name="connsiteX162" fmla="*/ 943071 w 5673186"/>
              <a:gd name="connsiteY162" fmla="*/ 1421202 h 1798781"/>
              <a:gd name="connsiteX163" fmla="*/ 745904 w 5673186"/>
              <a:gd name="connsiteY163" fmla="*/ 1403104 h 1798781"/>
              <a:gd name="connsiteX164" fmla="*/ 636366 w 5673186"/>
              <a:gd name="connsiteY164" fmla="*/ 1389769 h 1798781"/>
              <a:gd name="connsiteX165" fmla="*/ 600171 w 5673186"/>
              <a:gd name="connsiteY165" fmla="*/ 1240227 h 1798781"/>
              <a:gd name="connsiteX166" fmla="*/ 600171 w 5673186"/>
              <a:gd name="connsiteY166" fmla="*/ 1220224 h 1798781"/>
              <a:gd name="connsiteX167" fmla="*/ 560166 w 5673186"/>
              <a:gd name="connsiteY167" fmla="*/ 1216414 h 1798781"/>
              <a:gd name="connsiteX168" fmla="*/ 517304 w 5673186"/>
              <a:gd name="connsiteY168" fmla="*/ 1267849 h 1798781"/>
              <a:gd name="connsiteX169" fmla="*/ 510636 w 5673186"/>
              <a:gd name="connsiteY169" fmla="*/ 1284042 h 1798781"/>
              <a:gd name="connsiteX170" fmla="*/ 519209 w 5673186"/>
              <a:gd name="connsiteY170" fmla="*/ 1309759 h 1798781"/>
              <a:gd name="connsiteX171" fmla="*/ 477299 w 5673186"/>
              <a:gd name="connsiteY171" fmla="*/ 1384054 h 1798781"/>
              <a:gd name="connsiteX172" fmla="*/ 322994 w 5673186"/>
              <a:gd name="connsiteY172" fmla="*/ 1382149 h 1798781"/>
              <a:gd name="connsiteX173" fmla="*/ 186786 w 5673186"/>
              <a:gd name="connsiteY173" fmla="*/ 1338334 h 1798781"/>
              <a:gd name="connsiteX174" fmla="*/ 127731 w 5673186"/>
              <a:gd name="connsiteY174" fmla="*/ 1189744 h 1798781"/>
              <a:gd name="connsiteX175" fmla="*/ 257271 w 5673186"/>
              <a:gd name="connsiteY175" fmla="*/ 1089732 h 1798781"/>
              <a:gd name="connsiteX176" fmla="*/ 318231 w 5673186"/>
              <a:gd name="connsiteY176" fmla="*/ 1084969 h 1798781"/>
              <a:gd name="connsiteX177" fmla="*/ 208694 w 5673186"/>
              <a:gd name="connsiteY177" fmla="*/ 1059252 h 1798781"/>
              <a:gd name="connsiteX178" fmla="*/ 26766 w 5673186"/>
              <a:gd name="connsiteY178" fmla="*/ 1016389 h 1798781"/>
              <a:gd name="connsiteX179" fmla="*/ 96 w 5673186"/>
              <a:gd name="connsiteY179" fmla="*/ 1004007 h 1798781"/>
              <a:gd name="connsiteX180" fmla="*/ 138209 w 5673186"/>
              <a:gd name="connsiteY180" fmla="*/ 981147 h 1798781"/>
              <a:gd name="connsiteX181" fmla="*/ 361094 w 5673186"/>
              <a:gd name="connsiteY181" fmla="*/ 1014484 h 1798781"/>
              <a:gd name="connsiteX182" fmla="*/ 801149 w 5673186"/>
              <a:gd name="connsiteY182" fmla="*/ 1075444 h 1798781"/>
              <a:gd name="connsiteX183" fmla="*/ 1055466 w 5673186"/>
              <a:gd name="connsiteY183" fmla="*/ 1090684 h 1798781"/>
              <a:gd name="connsiteX184" fmla="*/ 1075469 w 5673186"/>
              <a:gd name="connsiteY184" fmla="*/ 1067824 h 1798781"/>
              <a:gd name="connsiteX185" fmla="*/ 1076421 w 5673186"/>
              <a:gd name="connsiteY185" fmla="*/ 1052584 h 1798781"/>
              <a:gd name="connsiteX186" fmla="*/ 1060229 w 5673186"/>
              <a:gd name="connsiteY186" fmla="*/ 981147 h 1798781"/>
              <a:gd name="connsiteX187" fmla="*/ 917354 w 5673186"/>
              <a:gd name="connsiteY187" fmla="*/ 779217 h 1798781"/>
              <a:gd name="connsiteX188" fmla="*/ 948786 w 5673186"/>
              <a:gd name="connsiteY188" fmla="*/ 672536 h 1798781"/>
              <a:gd name="connsiteX189" fmla="*/ 977361 w 5673186"/>
              <a:gd name="connsiteY189" fmla="*/ 640151 h 1798781"/>
              <a:gd name="connsiteX190" fmla="*/ 1167861 w 5673186"/>
              <a:gd name="connsiteY190" fmla="*/ 472511 h 1798781"/>
              <a:gd name="connsiteX191" fmla="*/ 1367886 w 5673186"/>
              <a:gd name="connsiteY191" fmla="*/ 423934 h 1798781"/>
              <a:gd name="connsiteX192" fmla="*/ 1698404 w 5673186"/>
              <a:gd name="connsiteY192" fmla="*/ 513469 h 1798781"/>
              <a:gd name="connsiteX193" fmla="*/ 1767936 w 5673186"/>
              <a:gd name="connsiteY193" fmla="*/ 542997 h 1798781"/>
              <a:gd name="connsiteX194" fmla="*/ 2060354 w 5673186"/>
              <a:gd name="connsiteY194" fmla="*/ 700159 h 1798781"/>
              <a:gd name="connsiteX195" fmla="*/ 2223231 w 5673186"/>
              <a:gd name="connsiteY195" fmla="*/ 760167 h 1798781"/>
              <a:gd name="connsiteX196" fmla="*/ 2890934 w 5673186"/>
              <a:gd name="connsiteY196" fmla="*/ 920186 h 1798781"/>
              <a:gd name="connsiteX197" fmla="*/ 2939511 w 5673186"/>
              <a:gd name="connsiteY197" fmla="*/ 900184 h 1798781"/>
              <a:gd name="connsiteX198" fmla="*/ 3134774 w 5673186"/>
              <a:gd name="connsiteY198" fmla="*/ 654439 h 1798781"/>
              <a:gd name="connsiteX199" fmla="*/ 3645314 w 5673186"/>
              <a:gd name="connsiteY199" fmla="*/ 61031 h 1798781"/>
              <a:gd name="connsiteX200" fmla="*/ 3661506 w 5673186"/>
              <a:gd name="connsiteY200" fmla="*/ 41029 h 1798781"/>
              <a:gd name="connsiteX201" fmla="*/ 3725131 w 5673186"/>
              <a:gd name="connsiteY201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2488 w 5673186"/>
              <a:gd name="connsiteY110" fmla="*/ 1414998 h 1798781"/>
              <a:gd name="connsiteX111" fmla="*/ 1730789 w 5673186"/>
              <a:gd name="connsiteY111" fmla="*/ 1403104 h 1798781"/>
              <a:gd name="connsiteX112" fmla="*/ 1695546 w 5673186"/>
              <a:gd name="connsiteY112" fmla="*/ 1450729 h 1798781"/>
              <a:gd name="connsiteX113" fmla="*/ 1694594 w 5673186"/>
              <a:gd name="connsiteY113" fmla="*/ 1474542 h 1798781"/>
              <a:gd name="connsiteX114" fmla="*/ 1706024 w 5673186"/>
              <a:gd name="connsiteY114" fmla="*/ 1482162 h 1798781"/>
              <a:gd name="connsiteX115" fmla="*/ 1711416 w 5673186"/>
              <a:gd name="connsiteY115" fmla="*/ 1472171 h 1798781"/>
              <a:gd name="connsiteX116" fmla="*/ 1711416 w 5673186"/>
              <a:gd name="connsiteY116" fmla="*/ 1495204 h 1798781"/>
              <a:gd name="connsiteX117" fmla="*/ 1706024 w 5673186"/>
              <a:gd name="connsiteY117" fmla="*/ 1499306 h 1798781"/>
              <a:gd name="connsiteX118" fmla="*/ 1698404 w 5673186"/>
              <a:gd name="connsiteY118" fmla="*/ 1536454 h 1798781"/>
              <a:gd name="connsiteX119" fmla="*/ 1708881 w 5673186"/>
              <a:gd name="connsiteY119" fmla="*/ 1593604 h 1798781"/>
              <a:gd name="connsiteX120" fmla="*/ 1697451 w 5673186"/>
              <a:gd name="connsiteY120" fmla="*/ 1592652 h 1798781"/>
              <a:gd name="connsiteX121" fmla="*/ 1687926 w 5673186"/>
              <a:gd name="connsiteY121" fmla="*/ 1601224 h 1798781"/>
              <a:gd name="connsiteX122" fmla="*/ 1702214 w 5673186"/>
              <a:gd name="connsiteY122" fmla="*/ 1605987 h 1798781"/>
              <a:gd name="connsiteX123" fmla="*/ 1743171 w 5673186"/>
              <a:gd name="connsiteY123" fmla="*/ 1650754 h 1798781"/>
              <a:gd name="connsiteX124" fmla="*/ 1726979 w 5673186"/>
              <a:gd name="connsiteY124" fmla="*/ 1704094 h 1798781"/>
              <a:gd name="connsiteX125" fmla="*/ 1676496 w 5673186"/>
              <a:gd name="connsiteY125" fmla="*/ 1701237 h 1798781"/>
              <a:gd name="connsiteX126" fmla="*/ 1665066 w 5673186"/>
              <a:gd name="connsiteY126" fmla="*/ 1682187 h 1798781"/>
              <a:gd name="connsiteX127" fmla="*/ 1633634 w 5673186"/>
              <a:gd name="connsiteY127" fmla="*/ 1683139 h 1798781"/>
              <a:gd name="connsiteX128" fmla="*/ 1597439 w 5673186"/>
              <a:gd name="connsiteY128" fmla="*/ 1699331 h 1798781"/>
              <a:gd name="connsiteX129" fmla="*/ 1573626 w 5673186"/>
              <a:gd name="connsiteY129" fmla="*/ 1669804 h 1798781"/>
              <a:gd name="connsiteX130" fmla="*/ 1592676 w 5673186"/>
              <a:gd name="connsiteY130" fmla="*/ 1636467 h 1798781"/>
              <a:gd name="connsiteX131" fmla="*/ 1599344 w 5673186"/>
              <a:gd name="connsiteY131" fmla="*/ 1620274 h 1798781"/>
              <a:gd name="connsiteX132" fmla="*/ 1543146 w 5673186"/>
              <a:gd name="connsiteY132" fmla="*/ 1605034 h 1798781"/>
              <a:gd name="connsiteX133" fmla="*/ 1568864 w 5673186"/>
              <a:gd name="connsiteY133" fmla="*/ 1517404 h 1798781"/>
              <a:gd name="connsiteX134" fmla="*/ 1609821 w 5673186"/>
              <a:gd name="connsiteY134" fmla="*/ 1535502 h 1798781"/>
              <a:gd name="connsiteX135" fmla="*/ 1615536 w 5673186"/>
              <a:gd name="connsiteY135" fmla="*/ 1555504 h 1798781"/>
              <a:gd name="connsiteX136" fmla="*/ 1628871 w 5673186"/>
              <a:gd name="connsiteY136" fmla="*/ 1565981 h 1798781"/>
              <a:gd name="connsiteX137" fmla="*/ 1640301 w 5673186"/>
              <a:gd name="connsiteY137" fmla="*/ 1554552 h 1798781"/>
              <a:gd name="connsiteX138" fmla="*/ 1645064 w 5673186"/>
              <a:gd name="connsiteY138" fmla="*/ 1513594 h 1798781"/>
              <a:gd name="connsiteX139" fmla="*/ 1625061 w 5673186"/>
              <a:gd name="connsiteY139" fmla="*/ 1436442 h 1798781"/>
              <a:gd name="connsiteX140" fmla="*/ 1619346 w 5673186"/>
              <a:gd name="connsiteY140" fmla="*/ 1374529 h 1798781"/>
              <a:gd name="connsiteX141" fmla="*/ 1560291 w 5673186"/>
              <a:gd name="connsiteY141" fmla="*/ 1371672 h 1798781"/>
              <a:gd name="connsiteX142" fmla="*/ 1461231 w 5673186"/>
              <a:gd name="connsiteY142" fmla="*/ 1354527 h 1798781"/>
              <a:gd name="connsiteX143" fmla="*/ 1400271 w 5673186"/>
              <a:gd name="connsiteY143" fmla="*/ 1341192 h 1798781"/>
              <a:gd name="connsiteX144" fmla="*/ 1382174 w 5673186"/>
              <a:gd name="connsiteY144" fmla="*/ 1335477 h 1798781"/>
              <a:gd name="connsiteX145" fmla="*/ 1380269 w 5673186"/>
              <a:gd name="connsiteY145" fmla="*/ 1354527 h 1798781"/>
              <a:gd name="connsiteX146" fmla="*/ 1376459 w 5673186"/>
              <a:gd name="connsiteY146" fmla="*/ 1392627 h 1798781"/>
              <a:gd name="connsiteX147" fmla="*/ 1331691 w 5673186"/>
              <a:gd name="connsiteY147" fmla="*/ 1401199 h 1798781"/>
              <a:gd name="connsiteX148" fmla="*/ 1293591 w 5673186"/>
              <a:gd name="connsiteY148" fmla="*/ 1379292 h 1798781"/>
              <a:gd name="connsiteX149" fmla="*/ 1285971 w 5673186"/>
              <a:gd name="connsiteY149" fmla="*/ 1367862 h 1798781"/>
              <a:gd name="connsiteX150" fmla="*/ 1281209 w 5673186"/>
              <a:gd name="connsiteY150" fmla="*/ 1374529 h 1798781"/>
              <a:gd name="connsiteX151" fmla="*/ 1237394 w 5673186"/>
              <a:gd name="connsiteY151" fmla="*/ 1402152 h 1798781"/>
              <a:gd name="connsiteX152" fmla="*/ 1182149 w 5673186"/>
              <a:gd name="connsiteY152" fmla="*/ 1358337 h 1798781"/>
              <a:gd name="connsiteX153" fmla="*/ 1190721 w 5673186"/>
              <a:gd name="connsiteY153" fmla="*/ 1304997 h 1798781"/>
              <a:gd name="connsiteX154" fmla="*/ 1210724 w 5673186"/>
              <a:gd name="connsiteY154" fmla="*/ 1289756 h 1798781"/>
              <a:gd name="connsiteX155" fmla="*/ 1092614 w 5673186"/>
              <a:gd name="connsiteY155" fmla="*/ 1261181 h 1798781"/>
              <a:gd name="connsiteX156" fmla="*/ 1064039 w 5673186"/>
              <a:gd name="connsiteY156" fmla="*/ 1266897 h 1798781"/>
              <a:gd name="connsiteX157" fmla="*/ 1003079 w 5673186"/>
              <a:gd name="connsiteY157" fmla="*/ 1313569 h 1798781"/>
              <a:gd name="connsiteX158" fmla="*/ 997364 w 5673186"/>
              <a:gd name="connsiteY158" fmla="*/ 1324999 h 1798781"/>
              <a:gd name="connsiteX159" fmla="*/ 1003079 w 5673186"/>
              <a:gd name="connsiteY159" fmla="*/ 1351669 h 1798781"/>
              <a:gd name="connsiteX160" fmla="*/ 947834 w 5673186"/>
              <a:gd name="connsiteY160" fmla="*/ 1421202 h 1798781"/>
              <a:gd name="connsiteX161" fmla="*/ 943071 w 5673186"/>
              <a:gd name="connsiteY161" fmla="*/ 1421202 h 1798781"/>
              <a:gd name="connsiteX162" fmla="*/ 745904 w 5673186"/>
              <a:gd name="connsiteY162" fmla="*/ 1403104 h 1798781"/>
              <a:gd name="connsiteX163" fmla="*/ 636366 w 5673186"/>
              <a:gd name="connsiteY163" fmla="*/ 1389769 h 1798781"/>
              <a:gd name="connsiteX164" fmla="*/ 600171 w 5673186"/>
              <a:gd name="connsiteY164" fmla="*/ 1240227 h 1798781"/>
              <a:gd name="connsiteX165" fmla="*/ 600171 w 5673186"/>
              <a:gd name="connsiteY165" fmla="*/ 1220224 h 1798781"/>
              <a:gd name="connsiteX166" fmla="*/ 560166 w 5673186"/>
              <a:gd name="connsiteY166" fmla="*/ 1216414 h 1798781"/>
              <a:gd name="connsiteX167" fmla="*/ 517304 w 5673186"/>
              <a:gd name="connsiteY167" fmla="*/ 1267849 h 1798781"/>
              <a:gd name="connsiteX168" fmla="*/ 510636 w 5673186"/>
              <a:gd name="connsiteY168" fmla="*/ 1284042 h 1798781"/>
              <a:gd name="connsiteX169" fmla="*/ 519209 w 5673186"/>
              <a:gd name="connsiteY169" fmla="*/ 1309759 h 1798781"/>
              <a:gd name="connsiteX170" fmla="*/ 477299 w 5673186"/>
              <a:gd name="connsiteY170" fmla="*/ 1384054 h 1798781"/>
              <a:gd name="connsiteX171" fmla="*/ 322994 w 5673186"/>
              <a:gd name="connsiteY171" fmla="*/ 1382149 h 1798781"/>
              <a:gd name="connsiteX172" fmla="*/ 186786 w 5673186"/>
              <a:gd name="connsiteY172" fmla="*/ 1338334 h 1798781"/>
              <a:gd name="connsiteX173" fmla="*/ 127731 w 5673186"/>
              <a:gd name="connsiteY173" fmla="*/ 1189744 h 1798781"/>
              <a:gd name="connsiteX174" fmla="*/ 257271 w 5673186"/>
              <a:gd name="connsiteY174" fmla="*/ 1089732 h 1798781"/>
              <a:gd name="connsiteX175" fmla="*/ 318231 w 5673186"/>
              <a:gd name="connsiteY175" fmla="*/ 1084969 h 1798781"/>
              <a:gd name="connsiteX176" fmla="*/ 208694 w 5673186"/>
              <a:gd name="connsiteY176" fmla="*/ 1059252 h 1798781"/>
              <a:gd name="connsiteX177" fmla="*/ 26766 w 5673186"/>
              <a:gd name="connsiteY177" fmla="*/ 1016389 h 1798781"/>
              <a:gd name="connsiteX178" fmla="*/ 96 w 5673186"/>
              <a:gd name="connsiteY178" fmla="*/ 1004007 h 1798781"/>
              <a:gd name="connsiteX179" fmla="*/ 138209 w 5673186"/>
              <a:gd name="connsiteY179" fmla="*/ 981147 h 1798781"/>
              <a:gd name="connsiteX180" fmla="*/ 361094 w 5673186"/>
              <a:gd name="connsiteY180" fmla="*/ 1014484 h 1798781"/>
              <a:gd name="connsiteX181" fmla="*/ 801149 w 5673186"/>
              <a:gd name="connsiteY181" fmla="*/ 1075444 h 1798781"/>
              <a:gd name="connsiteX182" fmla="*/ 1055466 w 5673186"/>
              <a:gd name="connsiteY182" fmla="*/ 1090684 h 1798781"/>
              <a:gd name="connsiteX183" fmla="*/ 1075469 w 5673186"/>
              <a:gd name="connsiteY183" fmla="*/ 1067824 h 1798781"/>
              <a:gd name="connsiteX184" fmla="*/ 1076421 w 5673186"/>
              <a:gd name="connsiteY184" fmla="*/ 1052584 h 1798781"/>
              <a:gd name="connsiteX185" fmla="*/ 1060229 w 5673186"/>
              <a:gd name="connsiteY185" fmla="*/ 981147 h 1798781"/>
              <a:gd name="connsiteX186" fmla="*/ 917354 w 5673186"/>
              <a:gd name="connsiteY186" fmla="*/ 779217 h 1798781"/>
              <a:gd name="connsiteX187" fmla="*/ 948786 w 5673186"/>
              <a:gd name="connsiteY187" fmla="*/ 672536 h 1798781"/>
              <a:gd name="connsiteX188" fmla="*/ 977361 w 5673186"/>
              <a:gd name="connsiteY188" fmla="*/ 640151 h 1798781"/>
              <a:gd name="connsiteX189" fmla="*/ 1167861 w 5673186"/>
              <a:gd name="connsiteY189" fmla="*/ 472511 h 1798781"/>
              <a:gd name="connsiteX190" fmla="*/ 1367886 w 5673186"/>
              <a:gd name="connsiteY190" fmla="*/ 423934 h 1798781"/>
              <a:gd name="connsiteX191" fmla="*/ 1698404 w 5673186"/>
              <a:gd name="connsiteY191" fmla="*/ 513469 h 1798781"/>
              <a:gd name="connsiteX192" fmla="*/ 1767936 w 5673186"/>
              <a:gd name="connsiteY192" fmla="*/ 542997 h 1798781"/>
              <a:gd name="connsiteX193" fmla="*/ 2060354 w 5673186"/>
              <a:gd name="connsiteY193" fmla="*/ 700159 h 1798781"/>
              <a:gd name="connsiteX194" fmla="*/ 2223231 w 5673186"/>
              <a:gd name="connsiteY194" fmla="*/ 760167 h 1798781"/>
              <a:gd name="connsiteX195" fmla="*/ 2890934 w 5673186"/>
              <a:gd name="connsiteY195" fmla="*/ 920186 h 1798781"/>
              <a:gd name="connsiteX196" fmla="*/ 2939511 w 5673186"/>
              <a:gd name="connsiteY196" fmla="*/ 900184 h 1798781"/>
              <a:gd name="connsiteX197" fmla="*/ 3134774 w 5673186"/>
              <a:gd name="connsiteY197" fmla="*/ 654439 h 1798781"/>
              <a:gd name="connsiteX198" fmla="*/ 3645314 w 5673186"/>
              <a:gd name="connsiteY198" fmla="*/ 61031 h 1798781"/>
              <a:gd name="connsiteX199" fmla="*/ 3661506 w 5673186"/>
              <a:gd name="connsiteY199" fmla="*/ 41029 h 1798781"/>
              <a:gd name="connsiteX200" fmla="*/ 3725131 w 5673186"/>
              <a:gd name="connsiteY200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0789 w 5673186"/>
              <a:gd name="connsiteY110" fmla="*/ 1403104 h 1798781"/>
              <a:gd name="connsiteX111" fmla="*/ 1695546 w 5673186"/>
              <a:gd name="connsiteY111" fmla="*/ 1450729 h 1798781"/>
              <a:gd name="connsiteX112" fmla="*/ 1694594 w 5673186"/>
              <a:gd name="connsiteY112" fmla="*/ 1474542 h 1798781"/>
              <a:gd name="connsiteX113" fmla="*/ 1706024 w 5673186"/>
              <a:gd name="connsiteY113" fmla="*/ 1482162 h 1798781"/>
              <a:gd name="connsiteX114" fmla="*/ 1711416 w 5673186"/>
              <a:gd name="connsiteY114" fmla="*/ 1472171 h 1798781"/>
              <a:gd name="connsiteX115" fmla="*/ 1711416 w 5673186"/>
              <a:gd name="connsiteY115" fmla="*/ 1495204 h 1798781"/>
              <a:gd name="connsiteX116" fmla="*/ 1706024 w 5673186"/>
              <a:gd name="connsiteY116" fmla="*/ 1499306 h 1798781"/>
              <a:gd name="connsiteX117" fmla="*/ 1698404 w 5673186"/>
              <a:gd name="connsiteY117" fmla="*/ 1536454 h 1798781"/>
              <a:gd name="connsiteX118" fmla="*/ 1708881 w 5673186"/>
              <a:gd name="connsiteY118" fmla="*/ 1593604 h 1798781"/>
              <a:gd name="connsiteX119" fmla="*/ 1697451 w 5673186"/>
              <a:gd name="connsiteY119" fmla="*/ 1592652 h 1798781"/>
              <a:gd name="connsiteX120" fmla="*/ 1687926 w 5673186"/>
              <a:gd name="connsiteY120" fmla="*/ 1601224 h 1798781"/>
              <a:gd name="connsiteX121" fmla="*/ 1702214 w 5673186"/>
              <a:gd name="connsiteY121" fmla="*/ 1605987 h 1798781"/>
              <a:gd name="connsiteX122" fmla="*/ 1743171 w 5673186"/>
              <a:gd name="connsiteY122" fmla="*/ 1650754 h 1798781"/>
              <a:gd name="connsiteX123" fmla="*/ 1726979 w 5673186"/>
              <a:gd name="connsiteY123" fmla="*/ 1704094 h 1798781"/>
              <a:gd name="connsiteX124" fmla="*/ 1676496 w 5673186"/>
              <a:gd name="connsiteY124" fmla="*/ 1701237 h 1798781"/>
              <a:gd name="connsiteX125" fmla="*/ 1665066 w 5673186"/>
              <a:gd name="connsiteY125" fmla="*/ 1682187 h 1798781"/>
              <a:gd name="connsiteX126" fmla="*/ 1633634 w 5673186"/>
              <a:gd name="connsiteY126" fmla="*/ 1683139 h 1798781"/>
              <a:gd name="connsiteX127" fmla="*/ 1597439 w 5673186"/>
              <a:gd name="connsiteY127" fmla="*/ 1699331 h 1798781"/>
              <a:gd name="connsiteX128" fmla="*/ 1573626 w 5673186"/>
              <a:gd name="connsiteY128" fmla="*/ 1669804 h 1798781"/>
              <a:gd name="connsiteX129" fmla="*/ 1592676 w 5673186"/>
              <a:gd name="connsiteY129" fmla="*/ 1636467 h 1798781"/>
              <a:gd name="connsiteX130" fmla="*/ 1599344 w 5673186"/>
              <a:gd name="connsiteY130" fmla="*/ 1620274 h 1798781"/>
              <a:gd name="connsiteX131" fmla="*/ 1543146 w 5673186"/>
              <a:gd name="connsiteY131" fmla="*/ 1605034 h 1798781"/>
              <a:gd name="connsiteX132" fmla="*/ 1568864 w 5673186"/>
              <a:gd name="connsiteY132" fmla="*/ 1517404 h 1798781"/>
              <a:gd name="connsiteX133" fmla="*/ 1609821 w 5673186"/>
              <a:gd name="connsiteY133" fmla="*/ 1535502 h 1798781"/>
              <a:gd name="connsiteX134" fmla="*/ 1615536 w 5673186"/>
              <a:gd name="connsiteY134" fmla="*/ 1555504 h 1798781"/>
              <a:gd name="connsiteX135" fmla="*/ 1628871 w 5673186"/>
              <a:gd name="connsiteY135" fmla="*/ 1565981 h 1798781"/>
              <a:gd name="connsiteX136" fmla="*/ 1640301 w 5673186"/>
              <a:gd name="connsiteY136" fmla="*/ 1554552 h 1798781"/>
              <a:gd name="connsiteX137" fmla="*/ 1645064 w 5673186"/>
              <a:gd name="connsiteY137" fmla="*/ 1513594 h 1798781"/>
              <a:gd name="connsiteX138" fmla="*/ 1625061 w 5673186"/>
              <a:gd name="connsiteY138" fmla="*/ 1436442 h 1798781"/>
              <a:gd name="connsiteX139" fmla="*/ 1619346 w 5673186"/>
              <a:gd name="connsiteY139" fmla="*/ 1374529 h 1798781"/>
              <a:gd name="connsiteX140" fmla="*/ 1560291 w 5673186"/>
              <a:gd name="connsiteY140" fmla="*/ 1371672 h 1798781"/>
              <a:gd name="connsiteX141" fmla="*/ 1461231 w 5673186"/>
              <a:gd name="connsiteY141" fmla="*/ 1354527 h 1798781"/>
              <a:gd name="connsiteX142" fmla="*/ 1400271 w 5673186"/>
              <a:gd name="connsiteY142" fmla="*/ 1341192 h 1798781"/>
              <a:gd name="connsiteX143" fmla="*/ 1382174 w 5673186"/>
              <a:gd name="connsiteY143" fmla="*/ 1335477 h 1798781"/>
              <a:gd name="connsiteX144" fmla="*/ 1380269 w 5673186"/>
              <a:gd name="connsiteY144" fmla="*/ 1354527 h 1798781"/>
              <a:gd name="connsiteX145" fmla="*/ 1376459 w 5673186"/>
              <a:gd name="connsiteY145" fmla="*/ 1392627 h 1798781"/>
              <a:gd name="connsiteX146" fmla="*/ 1331691 w 5673186"/>
              <a:gd name="connsiteY146" fmla="*/ 1401199 h 1798781"/>
              <a:gd name="connsiteX147" fmla="*/ 1293591 w 5673186"/>
              <a:gd name="connsiteY147" fmla="*/ 1379292 h 1798781"/>
              <a:gd name="connsiteX148" fmla="*/ 1285971 w 5673186"/>
              <a:gd name="connsiteY148" fmla="*/ 1367862 h 1798781"/>
              <a:gd name="connsiteX149" fmla="*/ 1281209 w 5673186"/>
              <a:gd name="connsiteY149" fmla="*/ 1374529 h 1798781"/>
              <a:gd name="connsiteX150" fmla="*/ 1237394 w 5673186"/>
              <a:gd name="connsiteY150" fmla="*/ 1402152 h 1798781"/>
              <a:gd name="connsiteX151" fmla="*/ 1182149 w 5673186"/>
              <a:gd name="connsiteY151" fmla="*/ 1358337 h 1798781"/>
              <a:gd name="connsiteX152" fmla="*/ 1190721 w 5673186"/>
              <a:gd name="connsiteY152" fmla="*/ 1304997 h 1798781"/>
              <a:gd name="connsiteX153" fmla="*/ 1210724 w 5673186"/>
              <a:gd name="connsiteY153" fmla="*/ 1289756 h 1798781"/>
              <a:gd name="connsiteX154" fmla="*/ 1092614 w 5673186"/>
              <a:gd name="connsiteY154" fmla="*/ 1261181 h 1798781"/>
              <a:gd name="connsiteX155" fmla="*/ 1064039 w 5673186"/>
              <a:gd name="connsiteY155" fmla="*/ 1266897 h 1798781"/>
              <a:gd name="connsiteX156" fmla="*/ 1003079 w 5673186"/>
              <a:gd name="connsiteY156" fmla="*/ 1313569 h 1798781"/>
              <a:gd name="connsiteX157" fmla="*/ 997364 w 5673186"/>
              <a:gd name="connsiteY157" fmla="*/ 1324999 h 1798781"/>
              <a:gd name="connsiteX158" fmla="*/ 1003079 w 5673186"/>
              <a:gd name="connsiteY158" fmla="*/ 1351669 h 1798781"/>
              <a:gd name="connsiteX159" fmla="*/ 947834 w 5673186"/>
              <a:gd name="connsiteY159" fmla="*/ 1421202 h 1798781"/>
              <a:gd name="connsiteX160" fmla="*/ 943071 w 5673186"/>
              <a:gd name="connsiteY160" fmla="*/ 1421202 h 1798781"/>
              <a:gd name="connsiteX161" fmla="*/ 745904 w 5673186"/>
              <a:gd name="connsiteY161" fmla="*/ 1403104 h 1798781"/>
              <a:gd name="connsiteX162" fmla="*/ 636366 w 5673186"/>
              <a:gd name="connsiteY162" fmla="*/ 1389769 h 1798781"/>
              <a:gd name="connsiteX163" fmla="*/ 600171 w 5673186"/>
              <a:gd name="connsiteY163" fmla="*/ 1240227 h 1798781"/>
              <a:gd name="connsiteX164" fmla="*/ 600171 w 5673186"/>
              <a:gd name="connsiteY164" fmla="*/ 1220224 h 1798781"/>
              <a:gd name="connsiteX165" fmla="*/ 560166 w 5673186"/>
              <a:gd name="connsiteY165" fmla="*/ 1216414 h 1798781"/>
              <a:gd name="connsiteX166" fmla="*/ 517304 w 5673186"/>
              <a:gd name="connsiteY166" fmla="*/ 1267849 h 1798781"/>
              <a:gd name="connsiteX167" fmla="*/ 510636 w 5673186"/>
              <a:gd name="connsiteY167" fmla="*/ 1284042 h 1798781"/>
              <a:gd name="connsiteX168" fmla="*/ 519209 w 5673186"/>
              <a:gd name="connsiteY168" fmla="*/ 1309759 h 1798781"/>
              <a:gd name="connsiteX169" fmla="*/ 477299 w 5673186"/>
              <a:gd name="connsiteY169" fmla="*/ 1384054 h 1798781"/>
              <a:gd name="connsiteX170" fmla="*/ 322994 w 5673186"/>
              <a:gd name="connsiteY170" fmla="*/ 1382149 h 1798781"/>
              <a:gd name="connsiteX171" fmla="*/ 186786 w 5673186"/>
              <a:gd name="connsiteY171" fmla="*/ 1338334 h 1798781"/>
              <a:gd name="connsiteX172" fmla="*/ 127731 w 5673186"/>
              <a:gd name="connsiteY172" fmla="*/ 1189744 h 1798781"/>
              <a:gd name="connsiteX173" fmla="*/ 257271 w 5673186"/>
              <a:gd name="connsiteY173" fmla="*/ 1089732 h 1798781"/>
              <a:gd name="connsiteX174" fmla="*/ 318231 w 5673186"/>
              <a:gd name="connsiteY174" fmla="*/ 1084969 h 1798781"/>
              <a:gd name="connsiteX175" fmla="*/ 208694 w 5673186"/>
              <a:gd name="connsiteY175" fmla="*/ 1059252 h 1798781"/>
              <a:gd name="connsiteX176" fmla="*/ 26766 w 5673186"/>
              <a:gd name="connsiteY176" fmla="*/ 1016389 h 1798781"/>
              <a:gd name="connsiteX177" fmla="*/ 96 w 5673186"/>
              <a:gd name="connsiteY177" fmla="*/ 1004007 h 1798781"/>
              <a:gd name="connsiteX178" fmla="*/ 138209 w 5673186"/>
              <a:gd name="connsiteY178" fmla="*/ 981147 h 1798781"/>
              <a:gd name="connsiteX179" fmla="*/ 361094 w 5673186"/>
              <a:gd name="connsiteY179" fmla="*/ 1014484 h 1798781"/>
              <a:gd name="connsiteX180" fmla="*/ 801149 w 5673186"/>
              <a:gd name="connsiteY180" fmla="*/ 1075444 h 1798781"/>
              <a:gd name="connsiteX181" fmla="*/ 1055466 w 5673186"/>
              <a:gd name="connsiteY181" fmla="*/ 1090684 h 1798781"/>
              <a:gd name="connsiteX182" fmla="*/ 1075469 w 5673186"/>
              <a:gd name="connsiteY182" fmla="*/ 1067824 h 1798781"/>
              <a:gd name="connsiteX183" fmla="*/ 1076421 w 5673186"/>
              <a:gd name="connsiteY183" fmla="*/ 1052584 h 1798781"/>
              <a:gd name="connsiteX184" fmla="*/ 1060229 w 5673186"/>
              <a:gd name="connsiteY184" fmla="*/ 981147 h 1798781"/>
              <a:gd name="connsiteX185" fmla="*/ 917354 w 5673186"/>
              <a:gd name="connsiteY185" fmla="*/ 779217 h 1798781"/>
              <a:gd name="connsiteX186" fmla="*/ 948786 w 5673186"/>
              <a:gd name="connsiteY186" fmla="*/ 672536 h 1798781"/>
              <a:gd name="connsiteX187" fmla="*/ 977361 w 5673186"/>
              <a:gd name="connsiteY187" fmla="*/ 640151 h 1798781"/>
              <a:gd name="connsiteX188" fmla="*/ 1167861 w 5673186"/>
              <a:gd name="connsiteY188" fmla="*/ 472511 h 1798781"/>
              <a:gd name="connsiteX189" fmla="*/ 1367886 w 5673186"/>
              <a:gd name="connsiteY189" fmla="*/ 423934 h 1798781"/>
              <a:gd name="connsiteX190" fmla="*/ 1698404 w 5673186"/>
              <a:gd name="connsiteY190" fmla="*/ 513469 h 1798781"/>
              <a:gd name="connsiteX191" fmla="*/ 1767936 w 5673186"/>
              <a:gd name="connsiteY191" fmla="*/ 542997 h 1798781"/>
              <a:gd name="connsiteX192" fmla="*/ 2060354 w 5673186"/>
              <a:gd name="connsiteY192" fmla="*/ 700159 h 1798781"/>
              <a:gd name="connsiteX193" fmla="*/ 2223231 w 5673186"/>
              <a:gd name="connsiteY193" fmla="*/ 760167 h 1798781"/>
              <a:gd name="connsiteX194" fmla="*/ 2890934 w 5673186"/>
              <a:gd name="connsiteY194" fmla="*/ 920186 h 1798781"/>
              <a:gd name="connsiteX195" fmla="*/ 2939511 w 5673186"/>
              <a:gd name="connsiteY195" fmla="*/ 900184 h 1798781"/>
              <a:gd name="connsiteX196" fmla="*/ 3134774 w 5673186"/>
              <a:gd name="connsiteY196" fmla="*/ 654439 h 1798781"/>
              <a:gd name="connsiteX197" fmla="*/ 3645314 w 5673186"/>
              <a:gd name="connsiteY197" fmla="*/ 61031 h 1798781"/>
              <a:gd name="connsiteX198" fmla="*/ 3661506 w 5673186"/>
              <a:gd name="connsiteY198" fmla="*/ 41029 h 1798781"/>
              <a:gd name="connsiteX199" fmla="*/ 3725131 w 5673186"/>
              <a:gd name="connsiteY199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706024 w 5673186"/>
              <a:gd name="connsiteY115" fmla="*/ 1499306 h 1798781"/>
              <a:gd name="connsiteX116" fmla="*/ 1698404 w 5673186"/>
              <a:gd name="connsiteY116" fmla="*/ 1536454 h 1798781"/>
              <a:gd name="connsiteX117" fmla="*/ 1708881 w 5673186"/>
              <a:gd name="connsiteY117" fmla="*/ 1593604 h 1798781"/>
              <a:gd name="connsiteX118" fmla="*/ 1697451 w 5673186"/>
              <a:gd name="connsiteY118" fmla="*/ 1592652 h 1798781"/>
              <a:gd name="connsiteX119" fmla="*/ 1687926 w 5673186"/>
              <a:gd name="connsiteY119" fmla="*/ 1601224 h 1798781"/>
              <a:gd name="connsiteX120" fmla="*/ 1702214 w 5673186"/>
              <a:gd name="connsiteY120" fmla="*/ 1605987 h 1798781"/>
              <a:gd name="connsiteX121" fmla="*/ 1743171 w 5673186"/>
              <a:gd name="connsiteY121" fmla="*/ 1650754 h 1798781"/>
              <a:gd name="connsiteX122" fmla="*/ 1726979 w 5673186"/>
              <a:gd name="connsiteY122" fmla="*/ 1704094 h 1798781"/>
              <a:gd name="connsiteX123" fmla="*/ 1676496 w 5673186"/>
              <a:gd name="connsiteY123" fmla="*/ 1701237 h 1798781"/>
              <a:gd name="connsiteX124" fmla="*/ 1665066 w 5673186"/>
              <a:gd name="connsiteY124" fmla="*/ 1682187 h 1798781"/>
              <a:gd name="connsiteX125" fmla="*/ 1633634 w 5673186"/>
              <a:gd name="connsiteY125" fmla="*/ 1683139 h 1798781"/>
              <a:gd name="connsiteX126" fmla="*/ 1597439 w 5673186"/>
              <a:gd name="connsiteY126" fmla="*/ 1699331 h 1798781"/>
              <a:gd name="connsiteX127" fmla="*/ 1573626 w 5673186"/>
              <a:gd name="connsiteY127" fmla="*/ 1669804 h 1798781"/>
              <a:gd name="connsiteX128" fmla="*/ 1592676 w 5673186"/>
              <a:gd name="connsiteY128" fmla="*/ 1636467 h 1798781"/>
              <a:gd name="connsiteX129" fmla="*/ 1599344 w 5673186"/>
              <a:gd name="connsiteY129" fmla="*/ 1620274 h 1798781"/>
              <a:gd name="connsiteX130" fmla="*/ 1543146 w 5673186"/>
              <a:gd name="connsiteY130" fmla="*/ 1605034 h 1798781"/>
              <a:gd name="connsiteX131" fmla="*/ 1568864 w 5673186"/>
              <a:gd name="connsiteY131" fmla="*/ 1517404 h 1798781"/>
              <a:gd name="connsiteX132" fmla="*/ 1609821 w 5673186"/>
              <a:gd name="connsiteY132" fmla="*/ 1535502 h 1798781"/>
              <a:gd name="connsiteX133" fmla="*/ 1615536 w 5673186"/>
              <a:gd name="connsiteY133" fmla="*/ 1555504 h 1798781"/>
              <a:gd name="connsiteX134" fmla="*/ 1628871 w 5673186"/>
              <a:gd name="connsiteY134" fmla="*/ 1565981 h 1798781"/>
              <a:gd name="connsiteX135" fmla="*/ 1640301 w 5673186"/>
              <a:gd name="connsiteY135" fmla="*/ 1554552 h 1798781"/>
              <a:gd name="connsiteX136" fmla="*/ 1645064 w 5673186"/>
              <a:gd name="connsiteY136" fmla="*/ 1513594 h 1798781"/>
              <a:gd name="connsiteX137" fmla="*/ 1625061 w 5673186"/>
              <a:gd name="connsiteY137" fmla="*/ 1436442 h 1798781"/>
              <a:gd name="connsiteX138" fmla="*/ 1619346 w 5673186"/>
              <a:gd name="connsiteY138" fmla="*/ 1374529 h 1798781"/>
              <a:gd name="connsiteX139" fmla="*/ 1560291 w 5673186"/>
              <a:gd name="connsiteY139" fmla="*/ 1371672 h 1798781"/>
              <a:gd name="connsiteX140" fmla="*/ 1461231 w 5673186"/>
              <a:gd name="connsiteY140" fmla="*/ 1354527 h 1798781"/>
              <a:gd name="connsiteX141" fmla="*/ 1400271 w 5673186"/>
              <a:gd name="connsiteY141" fmla="*/ 1341192 h 1798781"/>
              <a:gd name="connsiteX142" fmla="*/ 1382174 w 5673186"/>
              <a:gd name="connsiteY142" fmla="*/ 1335477 h 1798781"/>
              <a:gd name="connsiteX143" fmla="*/ 1380269 w 5673186"/>
              <a:gd name="connsiteY143" fmla="*/ 1354527 h 1798781"/>
              <a:gd name="connsiteX144" fmla="*/ 1376459 w 5673186"/>
              <a:gd name="connsiteY144" fmla="*/ 1392627 h 1798781"/>
              <a:gd name="connsiteX145" fmla="*/ 1331691 w 5673186"/>
              <a:gd name="connsiteY145" fmla="*/ 1401199 h 1798781"/>
              <a:gd name="connsiteX146" fmla="*/ 1293591 w 5673186"/>
              <a:gd name="connsiteY146" fmla="*/ 1379292 h 1798781"/>
              <a:gd name="connsiteX147" fmla="*/ 1285971 w 5673186"/>
              <a:gd name="connsiteY147" fmla="*/ 1367862 h 1798781"/>
              <a:gd name="connsiteX148" fmla="*/ 1281209 w 5673186"/>
              <a:gd name="connsiteY148" fmla="*/ 1374529 h 1798781"/>
              <a:gd name="connsiteX149" fmla="*/ 1237394 w 5673186"/>
              <a:gd name="connsiteY149" fmla="*/ 1402152 h 1798781"/>
              <a:gd name="connsiteX150" fmla="*/ 1182149 w 5673186"/>
              <a:gd name="connsiteY150" fmla="*/ 1358337 h 1798781"/>
              <a:gd name="connsiteX151" fmla="*/ 1190721 w 5673186"/>
              <a:gd name="connsiteY151" fmla="*/ 1304997 h 1798781"/>
              <a:gd name="connsiteX152" fmla="*/ 1210724 w 5673186"/>
              <a:gd name="connsiteY152" fmla="*/ 1289756 h 1798781"/>
              <a:gd name="connsiteX153" fmla="*/ 1092614 w 5673186"/>
              <a:gd name="connsiteY153" fmla="*/ 1261181 h 1798781"/>
              <a:gd name="connsiteX154" fmla="*/ 1064039 w 5673186"/>
              <a:gd name="connsiteY154" fmla="*/ 1266897 h 1798781"/>
              <a:gd name="connsiteX155" fmla="*/ 1003079 w 5673186"/>
              <a:gd name="connsiteY155" fmla="*/ 1313569 h 1798781"/>
              <a:gd name="connsiteX156" fmla="*/ 997364 w 5673186"/>
              <a:gd name="connsiteY156" fmla="*/ 1324999 h 1798781"/>
              <a:gd name="connsiteX157" fmla="*/ 1003079 w 5673186"/>
              <a:gd name="connsiteY157" fmla="*/ 1351669 h 1798781"/>
              <a:gd name="connsiteX158" fmla="*/ 947834 w 5673186"/>
              <a:gd name="connsiteY158" fmla="*/ 1421202 h 1798781"/>
              <a:gd name="connsiteX159" fmla="*/ 943071 w 5673186"/>
              <a:gd name="connsiteY159" fmla="*/ 1421202 h 1798781"/>
              <a:gd name="connsiteX160" fmla="*/ 745904 w 5673186"/>
              <a:gd name="connsiteY160" fmla="*/ 1403104 h 1798781"/>
              <a:gd name="connsiteX161" fmla="*/ 636366 w 5673186"/>
              <a:gd name="connsiteY161" fmla="*/ 1389769 h 1798781"/>
              <a:gd name="connsiteX162" fmla="*/ 600171 w 5673186"/>
              <a:gd name="connsiteY162" fmla="*/ 1240227 h 1798781"/>
              <a:gd name="connsiteX163" fmla="*/ 600171 w 5673186"/>
              <a:gd name="connsiteY163" fmla="*/ 1220224 h 1798781"/>
              <a:gd name="connsiteX164" fmla="*/ 560166 w 5673186"/>
              <a:gd name="connsiteY164" fmla="*/ 1216414 h 1798781"/>
              <a:gd name="connsiteX165" fmla="*/ 517304 w 5673186"/>
              <a:gd name="connsiteY165" fmla="*/ 1267849 h 1798781"/>
              <a:gd name="connsiteX166" fmla="*/ 510636 w 5673186"/>
              <a:gd name="connsiteY166" fmla="*/ 1284042 h 1798781"/>
              <a:gd name="connsiteX167" fmla="*/ 519209 w 5673186"/>
              <a:gd name="connsiteY167" fmla="*/ 1309759 h 1798781"/>
              <a:gd name="connsiteX168" fmla="*/ 477299 w 5673186"/>
              <a:gd name="connsiteY168" fmla="*/ 1384054 h 1798781"/>
              <a:gd name="connsiteX169" fmla="*/ 322994 w 5673186"/>
              <a:gd name="connsiteY169" fmla="*/ 1382149 h 1798781"/>
              <a:gd name="connsiteX170" fmla="*/ 186786 w 5673186"/>
              <a:gd name="connsiteY170" fmla="*/ 1338334 h 1798781"/>
              <a:gd name="connsiteX171" fmla="*/ 127731 w 5673186"/>
              <a:gd name="connsiteY171" fmla="*/ 1189744 h 1798781"/>
              <a:gd name="connsiteX172" fmla="*/ 257271 w 5673186"/>
              <a:gd name="connsiteY172" fmla="*/ 1089732 h 1798781"/>
              <a:gd name="connsiteX173" fmla="*/ 318231 w 5673186"/>
              <a:gd name="connsiteY173" fmla="*/ 1084969 h 1798781"/>
              <a:gd name="connsiteX174" fmla="*/ 208694 w 5673186"/>
              <a:gd name="connsiteY174" fmla="*/ 1059252 h 1798781"/>
              <a:gd name="connsiteX175" fmla="*/ 26766 w 5673186"/>
              <a:gd name="connsiteY175" fmla="*/ 1016389 h 1798781"/>
              <a:gd name="connsiteX176" fmla="*/ 96 w 5673186"/>
              <a:gd name="connsiteY176" fmla="*/ 1004007 h 1798781"/>
              <a:gd name="connsiteX177" fmla="*/ 138209 w 5673186"/>
              <a:gd name="connsiteY177" fmla="*/ 981147 h 1798781"/>
              <a:gd name="connsiteX178" fmla="*/ 361094 w 5673186"/>
              <a:gd name="connsiteY178" fmla="*/ 1014484 h 1798781"/>
              <a:gd name="connsiteX179" fmla="*/ 801149 w 5673186"/>
              <a:gd name="connsiteY179" fmla="*/ 1075444 h 1798781"/>
              <a:gd name="connsiteX180" fmla="*/ 1055466 w 5673186"/>
              <a:gd name="connsiteY180" fmla="*/ 1090684 h 1798781"/>
              <a:gd name="connsiteX181" fmla="*/ 1075469 w 5673186"/>
              <a:gd name="connsiteY181" fmla="*/ 1067824 h 1798781"/>
              <a:gd name="connsiteX182" fmla="*/ 1076421 w 5673186"/>
              <a:gd name="connsiteY182" fmla="*/ 1052584 h 1798781"/>
              <a:gd name="connsiteX183" fmla="*/ 1060229 w 5673186"/>
              <a:gd name="connsiteY183" fmla="*/ 981147 h 1798781"/>
              <a:gd name="connsiteX184" fmla="*/ 917354 w 5673186"/>
              <a:gd name="connsiteY184" fmla="*/ 779217 h 1798781"/>
              <a:gd name="connsiteX185" fmla="*/ 948786 w 5673186"/>
              <a:gd name="connsiteY185" fmla="*/ 672536 h 1798781"/>
              <a:gd name="connsiteX186" fmla="*/ 977361 w 5673186"/>
              <a:gd name="connsiteY186" fmla="*/ 640151 h 1798781"/>
              <a:gd name="connsiteX187" fmla="*/ 1167861 w 5673186"/>
              <a:gd name="connsiteY187" fmla="*/ 472511 h 1798781"/>
              <a:gd name="connsiteX188" fmla="*/ 1367886 w 5673186"/>
              <a:gd name="connsiteY188" fmla="*/ 423934 h 1798781"/>
              <a:gd name="connsiteX189" fmla="*/ 1698404 w 5673186"/>
              <a:gd name="connsiteY189" fmla="*/ 513469 h 1798781"/>
              <a:gd name="connsiteX190" fmla="*/ 1767936 w 5673186"/>
              <a:gd name="connsiteY190" fmla="*/ 542997 h 1798781"/>
              <a:gd name="connsiteX191" fmla="*/ 2060354 w 5673186"/>
              <a:gd name="connsiteY191" fmla="*/ 700159 h 1798781"/>
              <a:gd name="connsiteX192" fmla="*/ 2223231 w 5673186"/>
              <a:gd name="connsiteY192" fmla="*/ 760167 h 1798781"/>
              <a:gd name="connsiteX193" fmla="*/ 2890934 w 5673186"/>
              <a:gd name="connsiteY193" fmla="*/ 920186 h 1798781"/>
              <a:gd name="connsiteX194" fmla="*/ 2939511 w 5673186"/>
              <a:gd name="connsiteY194" fmla="*/ 900184 h 1798781"/>
              <a:gd name="connsiteX195" fmla="*/ 3134774 w 5673186"/>
              <a:gd name="connsiteY195" fmla="*/ 654439 h 1798781"/>
              <a:gd name="connsiteX196" fmla="*/ 3645314 w 5673186"/>
              <a:gd name="connsiteY196" fmla="*/ 61031 h 1798781"/>
              <a:gd name="connsiteX197" fmla="*/ 3661506 w 5673186"/>
              <a:gd name="connsiteY197" fmla="*/ 41029 h 1798781"/>
              <a:gd name="connsiteX198" fmla="*/ 3725131 w 5673186"/>
              <a:gd name="connsiteY198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698404 w 5673186"/>
              <a:gd name="connsiteY115" fmla="*/ 1536454 h 1798781"/>
              <a:gd name="connsiteX116" fmla="*/ 1708881 w 5673186"/>
              <a:gd name="connsiteY116" fmla="*/ 1593604 h 1798781"/>
              <a:gd name="connsiteX117" fmla="*/ 1697451 w 5673186"/>
              <a:gd name="connsiteY117" fmla="*/ 1592652 h 1798781"/>
              <a:gd name="connsiteX118" fmla="*/ 1687926 w 5673186"/>
              <a:gd name="connsiteY118" fmla="*/ 1601224 h 1798781"/>
              <a:gd name="connsiteX119" fmla="*/ 1702214 w 5673186"/>
              <a:gd name="connsiteY119" fmla="*/ 1605987 h 1798781"/>
              <a:gd name="connsiteX120" fmla="*/ 1743171 w 5673186"/>
              <a:gd name="connsiteY120" fmla="*/ 1650754 h 1798781"/>
              <a:gd name="connsiteX121" fmla="*/ 1726979 w 5673186"/>
              <a:gd name="connsiteY121" fmla="*/ 1704094 h 1798781"/>
              <a:gd name="connsiteX122" fmla="*/ 1676496 w 5673186"/>
              <a:gd name="connsiteY122" fmla="*/ 1701237 h 1798781"/>
              <a:gd name="connsiteX123" fmla="*/ 1665066 w 5673186"/>
              <a:gd name="connsiteY123" fmla="*/ 1682187 h 1798781"/>
              <a:gd name="connsiteX124" fmla="*/ 1633634 w 5673186"/>
              <a:gd name="connsiteY124" fmla="*/ 1683139 h 1798781"/>
              <a:gd name="connsiteX125" fmla="*/ 1597439 w 5673186"/>
              <a:gd name="connsiteY125" fmla="*/ 1699331 h 1798781"/>
              <a:gd name="connsiteX126" fmla="*/ 1573626 w 5673186"/>
              <a:gd name="connsiteY126" fmla="*/ 1669804 h 1798781"/>
              <a:gd name="connsiteX127" fmla="*/ 1592676 w 5673186"/>
              <a:gd name="connsiteY127" fmla="*/ 1636467 h 1798781"/>
              <a:gd name="connsiteX128" fmla="*/ 1599344 w 5673186"/>
              <a:gd name="connsiteY128" fmla="*/ 1620274 h 1798781"/>
              <a:gd name="connsiteX129" fmla="*/ 1543146 w 5673186"/>
              <a:gd name="connsiteY129" fmla="*/ 1605034 h 1798781"/>
              <a:gd name="connsiteX130" fmla="*/ 1568864 w 5673186"/>
              <a:gd name="connsiteY130" fmla="*/ 1517404 h 1798781"/>
              <a:gd name="connsiteX131" fmla="*/ 1609821 w 5673186"/>
              <a:gd name="connsiteY131" fmla="*/ 1535502 h 1798781"/>
              <a:gd name="connsiteX132" fmla="*/ 1615536 w 5673186"/>
              <a:gd name="connsiteY132" fmla="*/ 1555504 h 1798781"/>
              <a:gd name="connsiteX133" fmla="*/ 1628871 w 5673186"/>
              <a:gd name="connsiteY133" fmla="*/ 1565981 h 1798781"/>
              <a:gd name="connsiteX134" fmla="*/ 1640301 w 5673186"/>
              <a:gd name="connsiteY134" fmla="*/ 1554552 h 1798781"/>
              <a:gd name="connsiteX135" fmla="*/ 1645064 w 5673186"/>
              <a:gd name="connsiteY135" fmla="*/ 1513594 h 1798781"/>
              <a:gd name="connsiteX136" fmla="*/ 1625061 w 5673186"/>
              <a:gd name="connsiteY136" fmla="*/ 1436442 h 1798781"/>
              <a:gd name="connsiteX137" fmla="*/ 1619346 w 5673186"/>
              <a:gd name="connsiteY137" fmla="*/ 1374529 h 1798781"/>
              <a:gd name="connsiteX138" fmla="*/ 1560291 w 5673186"/>
              <a:gd name="connsiteY138" fmla="*/ 1371672 h 1798781"/>
              <a:gd name="connsiteX139" fmla="*/ 1461231 w 5673186"/>
              <a:gd name="connsiteY139" fmla="*/ 1354527 h 1798781"/>
              <a:gd name="connsiteX140" fmla="*/ 1400271 w 5673186"/>
              <a:gd name="connsiteY140" fmla="*/ 1341192 h 1798781"/>
              <a:gd name="connsiteX141" fmla="*/ 1382174 w 5673186"/>
              <a:gd name="connsiteY141" fmla="*/ 1335477 h 1798781"/>
              <a:gd name="connsiteX142" fmla="*/ 1380269 w 5673186"/>
              <a:gd name="connsiteY142" fmla="*/ 1354527 h 1798781"/>
              <a:gd name="connsiteX143" fmla="*/ 1376459 w 5673186"/>
              <a:gd name="connsiteY143" fmla="*/ 1392627 h 1798781"/>
              <a:gd name="connsiteX144" fmla="*/ 1331691 w 5673186"/>
              <a:gd name="connsiteY144" fmla="*/ 1401199 h 1798781"/>
              <a:gd name="connsiteX145" fmla="*/ 1293591 w 5673186"/>
              <a:gd name="connsiteY145" fmla="*/ 1379292 h 1798781"/>
              <a:gd name="connsiteX146" fmla="*/ 1285971 w 5673186"/>
              <a:gd name="connsiteY146" fmla="*/ 1367862 h 1798781"/>
              <a:gd name="connsiteX147" fmla="*/ 1281209 w 5673186"/>
              <a:gd name="connsiteY147" fmla="*/ 1374529 h 1798781"/>
              <a:gd name="connsiteX148" fmla="*/ 1237394 w 5673186"/>
              <a:gd name="connsiteY148" fmla="*/ 1402152 h 1798781"/>
              <a:gd name="connsiteX149" fmla="*/ 1182149 w 5673186"/>
              <a:gd name="connsiteY149" fmla="*/ 1358337 h 1798781"/>
              <a:gd name="connsiteX150" fmla="*/ 1190721 w 5673186"/>
              <a:gd name="connsiteY150" fmla="*/ 1304997 h 1798781"/>
              <a:gd name="connsiteX151" fmla="*/ 1210724 w 5673186"/>
              <a:gd name="connsiteY151" fmla="*/ 1289756 h 1798781"/>
              <a:gd name="connsiteX152" fmla="*/ 1092614 w 5673186"/>
              <a:gd name="connsiteY152" fmla="*/ 1261181 h 1798781"/>
              <a:gd name="connsiteX153" fmla="*/ 1064039 w 5673186"/>
              <a:gd name="connsiteY153" fmla="*/ 1266897 h 1798781"/>
              <a:gd name="connsiteX154" fmla="*/ 1003079 w 5673186"/>
              <a:gd name="connsiteY154" fmla="*/ 1313569 h 1798781"/>
              <a:gd name="connsiteX155" fmla="*/ 997364 w 5673186"/>
              <a:gd name="connsiteY155" fmla="*/ 1324999 h 1798781"/>
              <a:gd name="connsiteX156" fmla="*/ 1003079 w 5673186"/>
              <a:gd name="connsiteY156" fmla="*/ 1351669 h 1798781"/>
              <a:gd name="connsiteX157" fmla="*/ 947834 w 5673186"/>
              <a:gd name="connsiteY157" fmla="*/ 1421202 h 1798781"/>
              <a:gd name="connsiteX158" fmla="*/ 943071 w 5673186"/>
              <a:gd name="connsiteY158" fmla="*/ 1421202 h 1798781"/>
              <a:gd name="connsiteX159" fmla="*/ 745904 w 5673186"/>
              <a:gd name="connsiteY159" fmla="*/ 1403104 h 1798781"/>
              <a:gd name="connsiteX160" fmla="*/ 636366 w 5673186"/>
              <a:gd name="connsiteY160" fmla="*/ 1389769 h 1798781"/>
              <a:gd name="connsiteX161" fmla="*/ 600171 w 5673186"/>
              <a:gd name="connsiteY161" fmla="*/ 1240227 h 1798781"/>
              <a:gd name="connsiteX162" fmla="*/ 600171 w 5673186"/>
              <a:gd name="connsiteY162" fmla="*/ 1220224 h 1798781"/>
              <a:gd name="connsiteX163" fmla="*/ 560166 w 5673186"/>
              <a:gd name="connsiteY163" fmla="*/ 1216414 h 1798781"/>
              <a:gd name="connsiteX164" fmla="*/ 517304 w 5673186"/>
              <a:gd name="connsiteY164" fmla="*/ 1267849 h 1798781"/>
              <a:gd name="connsiteX165" fmla="*/ 510636 w 5673186"/>
              <a:gd name="connsiteY165" fmla="*/ 1284042 h 1798781"/>
              <a:gd name="connsiteX166" fmla="*/ 519209 w 5673186"/>
              <a:gd name="connsiteY166" fmla="*/ 1309759 h 1798781"/>
              <a:gd name="connsiteX167" fmla="*/ 477299 w 5673186"/>
              <a:gd name="connsiteY167" fmla="*/ 1384054 h 1798781"/>
              <a:gd name="connsiteX168" fmla="*/ 322994 w 5673186"/>
              <a:gd name="connsiteY168" fmla="*/ 1382149 h 1798781"/>
              <a:gd name="connsiteX169" fmla="*/ 186786 w 5673186"/>
              <a:gd name="connsiteY169" fmla="*/ 1338334 h 1798781"/>
              <a:gd name="connsiteX170" fmla="*/ 127731 w 5673186"/>
              <a:gd name="connsiteY170" fmla="*/ 1189744 h 1798781"/>
              <a:gd name="connsiteX171" fmla="*/ 257271 w 5673186"/>
              <a:gd name="connsiteY171" fmla="*/ 1089732 h 1798781"/>
              <a:gd name="connsiteX172" fmla="*/ 318231 w 5673186"/>
              <a:gd name="connsiteY172" fmla="*/ 1084969 h 1798781"/>
              <a:gd name="connsiteX173" fmla="*/ 208694 w 5673186"/>
              <a:gd name="connsiteY173" fmla="*/ 1059252 h 1798781"/>
              <a:gd name="connsiteX174" fmla="*/ 26766 w 5673186"/>
              <a:gd name="connsiteY174" fmla="*/ 1016389 h 1798781"/>
              <a:gd name="connsiteX175" fmla="*/ 96 w 5673186"/>
              <a:gd name="connsiteY175" fmla="*/ 1004007 h 1798781"/>
              <a:gd name="connsiteX176" fmla="*/ 138209 w 5673186"/>
              <a:gd name="connsiteY176" fmla="*/ 981147 h 1798781"/>
              <a:gd name="connsiteX177" fmla="*/ 361094 w 5673186"/>
              <a:gd name="connsiteY177" fmla="*/ 1014484 h 1798781"/>
              <a:gd name="connsiteX178" fmla="*/ 801149 w 5673186"/>
              <a:gd name="connsiteY178" fmla="*/ 1075444 h 1798781"/>
              <a:gd name="connsiteX179" fmla="*/ 1055466 w 5673186"/>
              <a:gd name="connsiteY179" fmla="*/ 1090684 h 1798781"/>
              <a:gd name="connsiteX180" fmla="*/ 1075469 w 5673186"/>
              <a:gd name="connsiteY180" fmla="*/ 1067824 h 1798781"/>
              <a:gd name="connsiteX181" fmla="*/ 1076421 w 5673186"/>
              <a:gd name="connsiteY181" fmla="*/ 1052584 h 1798781"/>
              <a:gd name="connsiteX182" fmla="*/ 1060229 w 5673186"/>
              <a:gd name="connsiteY182" fmla="*/ 981147 h 1798781"/>
              <a:gd name="connsiteX183" fmla="*/ 917354 w 5673186"/>
              <a:gd name="connsiteY183" fmla="*/ 779217 h 1798781"/>
              <a:gd name="connsiteX184" fmla="*/ 948786 w 5673186"/>
              <a:gd name="connsiteY184" fmla="*/ 672536 h 1798781"/>
              <a:gd name="connsiteX185" fmla="*/ 977361 w 5673186"/>
              <a:gd name="connsiteY185" fmla="*/ 640151 h 1798781"/>
              <a:gd name="connsiteX186" fmla="*/ 1167861 w 5673186"/>
              <a:gd name="connsiteY186" fmla="*/ 472511 h 1798781"/>
              <a:gd name="connsiteX187" fmla="*/ 1367886 w 5673186"/>
              <a:gd name="connsiteY187" fmla="*/ 423934 h 1798781"/>
              <a:gd name="connsiteX188" fmla="*/ 1698404 w 5673186"/>
              <a:gd name="connsiteY188" fmla="*/ 513469 h 1798781"/>
              <a:gd name="connsiteX189" fmla="*/ 1767936 w 5673186"/>
              <a:gd name="connsiteY189" fmla="*/ 542997 h 1798781"/>
              <a:gd name="connsiteX190" fmla="*/ 2060354 w 5673186"/>
              <a:gd name="connsiteY190" fmla="*/ 700159 h 1798781"/>
              <a:gd name="connsiteX191" fmla="*/ 2223231 w 5673186"/>
              <a:gd name="connsiteY191" fmla="*/ 760167 h 1798781"/>
              <a:gd name="connsiteX192" fmla="*/ 2890934 w 5673186"/>
              <a:gd name="connsiteY192" fmla="*/ 920186 h 1798781"/>
              <a:gd name="connsiteX193" fmla="*/ 2939511 w 5673186"/>
              <a:gd name="connsiteY193" fmla="*/ 900184 h 1798781"/>
              <a:gd name="connsiteX194" fmla="*/ 3134774 w 5673186"/>
              <a:gd name="connsiteY194" fmla="*/ 654439 h 1798781"/>
              <a:gd name="connsiteX195" fmla="*/ 3645314 w 5673186"/>
              <a:gd name="connsiteY195" fmla="*/ 61031 h 1798781"/>
              <a:gd name="connsiteX196" fmla="*/ 3661506 w 5673186"/>
              <a:gd name="connsiteY196" fmla="*/ 41029 h 1798781"/>
              <a:gd name="connsiteX197" fmla="*/ 3725131 w 5673186"/>
              <a:gd name="connsiteY197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698404 w 5673186"/>
              <a:gd name="connsiteY114" fmla="*/ 1536454 h 1798781"/>
              <a:gd name="connsiteX115" fmla="*/ 1708881 w 5673186"/>
              <a:gd name="connsiteY115" fmla="*/ 1593604 h 1798781"/>
              <a:gd name="connsiteX116" fmla="*/ 1697451 w 5673186"/>
              <a:gd name="connsiteY116" fmla="*/ 1592652 h 1798781"/>
              <a:gd name="connsiteX117" fmla="*/ 1687926 w 5673186"/>
              <a:gd name="connsiteY117" fmla="*/ 1601224 h 1798781"/>
              <a:gd name="connsiteX118" fmla="*/ 1702214 w 5673186"/>
              <a:gd name="connsiteY118" fmla="*/ 1605987 h 1798781"/>
              <a:gd name="connsiteX119" fmla="*/ 1743171 w 5673186"/>
              <a:gd name="connsiteY119" fmla="*/ 1650754 h 1798781"/>
              <a:gd name="connsiteX120" fmla="*/ 1726979 w 5673186"/>
              <a:gd name="connsiteY120" fmla="*/ 1704094 h 1798781"/>
              <a:gd name="connsiteX121" fmla="*/ 1676496 w 5673186"/>
              <a:gd name="connsiteY121" fmla="*/ 1701237 h 1798781"/>
              <a:gd name="connsiteX122" fmla="*/ 1665066 w 5673186"/>
              <a:gd name="connsiteY122" fmla="*/ 1682187 h 1798781"/>
              <a:gd name="connsiteX123" fmla="*/ 1633634 w 5673186"/>
              <a:gd name="connsiteY123" fmla="*/ 1683139 h 1798781"/>
              <a:gd name="connsiteX124" fmla="*/ 1597439 w 5673186"/>
              <a:gd name="connsiteY124" fmla="*/ 1699331 h 1798781"/>
              <a:gd name="connsiteX125" fmla="*/ 1573626 w 5673186"/>
              <a:gd name="connsiteY125" fmla="*/ 1669804 h 1798781"/>
              <a:gd name="connsiteX126" fmla="*/ 1592676 w 5673186"/>
              <a:gd name="connsiteY126" fmla="*/ 1636467 h 1798781"/>
              <a:gd name="connsiteX127" fmla="*/ 1599344 w 5673186"/>
              <a:gd name="connsiteY127" fmla="*/ 1620274 h 1798781"/>
              <a:gd name="connsiteX128" fmla="*/ 1543146 w 5673186"/>
              <a:gd name="connsiteY128" fmla="*/ 1605034 h 1798781"/>
              <a:gd name="connsiteX129" fmla="*/ 1568864 w 5673186"/>
              <a:gd name="connsiteY129" fmla="*/ 1517404 h 1798781"/>
              <a:gd name="connsiteX130" fmla="*/ 1609821 w 5673186"/>
              <a:gd name="connsiteY130" fmla="*/ 1535502 h 1798781"/>
              <a:gd name="connsiteX131" fmla="*/ 1615536 w 5673186"/>
              <a:gd name="connsiteY131" fmla="*/ 1555504 h 1798781"/>
              <a:gd name="connsiteX132" fmla="*/ 1628871 w 5673186"/>
              <a:gd name="connsiteY132" fmla="*/ 1565981 h 1798781"/>
              <a:gd name="connsiteX133" fmla="*/ 1640301 w 5673186"/>
              <a:gd name="connsiteY133" fmla="*/ 1554552 h 1798781"/>
              <a:gd name="connsiteX134" fmla="*/ 1645064 w 5673186"/>
              <a:gd name="connsiteY134" fmla="*/ 1513594 h 1798781"/>
              <a:gd name="connsiteX135" fmla="*/ 1625061 w 5673186"/>
              <a:gd name="connsiteY135" fmla="*/ 1436442 h 1798781"/>
              <a:gd name="connsiteX136" fmla="*/ 1619346 w 5673186"/>
              <a:gd name="connsiteY136" fmla="*/ 1374529 h 1798781"/>
              <a:gd name="connsiteX137" fmla="*/ 1560291 w 5673186"/>
              <a:gd name="connsiteY137" fmla="*/ 1371672 h 1798781"/>
              <a:gd name="connsiteX138" fmla="*/ 1461231 w 5673186"/>
              <a:gd name="connsiteY138" fmla="*/ 1354527 h 1798781"/>
              <a:gd name="connsiteX139" fmla="*/ 1400271 w 5673186"/>
              <a:gd name="connsiteY139" fmla="*/ 1341192 h 1798781"/>
              <a:gd name="connsiteX140" fmla="*/ 1382174 w 5673186"/>
              <a:gd name="connsiteY140" fmla="*/ 1335477 h 1798781"/>
              <a:gd name="connsiteX141" fmla="*/ 1380269 w 5673186"/>
              <a:gd name="connsiteY141" fmla="*/ 1354527 h 1798781"/>
              <a:gd name="connsiteX142" fmla="*/ 1376459 w 5673186"/>
              <a:gd name="connsiteY142" fmla="*/ 1392627 h 1798781"/>
              <a:gd name="connsiteX143" fmla="*/ 1331691 w 5673186"/>
              <a:gd name="connsiteY143" fmla="*/ 1401199 h 1798781"/>
              <a:gd name="connsiteX144" fmla="*/ 1293591 w 5673186"/>
              <a:gd name="connsiteY144" fmla="*/ 1379292 h 1798781"/>
              <a:gd name="connsiteX145" fmla="*/ 1285971 w 5673186"/>
              <a:gd name="connsiteY145" fmla="*/ 1367862 h 1798781"/>
              <a:gd name="connsiteX146" fmla="*/ 1281209 w 5673186"/>
              <a:gd name="connsiteY146" fmla="*/ 1374529 h 1798781"/>
              <a:gd name="connsiteX147" fmla="*/ 1237394 w 5673186"/>
              <a:gd name="connsiteY147" fmla="*/ 1402152 h 1798781"/>
              <a:gd name="connsiteX148" fmla="*/ 1182149 w 5673186"/>
              <a:gd name="connsiteY148" fmla="*/ 1358337 h 1798781"/>
              <a:gd name="connsiteX149" fmla="*/ 1190721 w 5673186"/>
              <a:gd name="connsiteY149" fmla="*/ 1304997 h 1798781"/>
              <a:gd name="connsiteX150" fmla="*/ 1210724 w 5673186"/>
              <a:gd name="connsiteY150" fmla="*/ 1289756 h 1798781"/>
              <a:gd name="connsiteX151" fmla="*/ 1092614 w 5673186"/>
              <a:gd name="connsiteY151" fmla="*/ 1261181 h 1798781"/>
              <a:gd name="connsiteX152" fmla="*/ 1064039 w 5673186"/>
              <a:gd name="connsiteY152" fmla="*/ 1266897 h 1798781"/>
              <a:gd name="connsiteX153" fmla="*/ 1003079 w 5673186"/>
              <a:gd name="connsiteY153" fmla="*/ 1313569 h 1798781"/>
              <a:gd name="connsiteX154" fmla="*/ 997364 w 5673186"/>
              <a:gd name="connsiteY154" fmla="*/ 1324999 h 1798781"/>
              <a:gd name="connsiteX155" fmla="*/ 1003079 w 5673186"/>
              <a:gd name="connsiteY155" fmla="*/ 1351669 h 1798781"/>
              <a:gd name="connsiteX156" fmla="*/ 947834 w 5673186"/>
              <a:gd name="connsiteY156" fmla="*/ 1421202 h 1798781"/>
              <a:gd name="connsiteX157" fmla="*/ 943071 w 5673186"/>
              <a:gd name="connsiteY157" fmla="*/ 1421202 h 1798781"/>
              <a:gd name="connsiteX158" fmla="*/ 745904 w 5673186"/>
              <a:gd name="connsiteY158" fmla="*/ 1403104 h 1798781"/>
              <a:gd name="connsiteX159" fmla="*/ 636366 w 5673186"/>
              <a:gd name="connsiteY159" fmla="*/ 1389769 h 1798781"/>
              <a:gd name="connsiteX160" fmla="*/ 600171 w 5673186"/>
              <a:gd name="connsiteY160" fmla="*/ 1240227 h 1798781"/>
              <a:gd name="connsiteX161" fmla="*/ 600171 w 5673186"/>
              <a:gd name="connsiteY161" fmla="*/ 1220224 h 1798781"/>
              <a:gd name="connsiteX162" fmla="*/ 560166 w 5673186"/>
              <a:gd name="connsiteY162" fmla="*/ 1216414 h 1798781"/>
              <a:gd name="connsiteX163" fmla="*/ 517304 w 5673186"/>
              <a:gd name="connsiteY163" fmla="*/ 1267849 h 1798781"/>
              <a:gd name="connsiteX164" fmla="*/ 510636 w 5673186"/>
              <a:gd name="connsiteY164" fmla="*/ 1284042 h 1798781"/>
              <a:gd name="connsiteX165" fmla="*/ 519209 w 5673186"/>
              <a:gd name="connsiteY165" fmla="*/ 1309759 h 1798781"/>
              <a:gd name="connsiteX166" fmla="*/ 477299 w 5673186"/>
              <a:gd name="connsiteY166" fmla="*/ 1384054 h 1798781"/>
              <a:gd name="connsiteX167" fmla="*/ 322994 w 5673186"/>
              <a:gd name="connsiteY167" fmla="*/ 1382149 h 1798781"/>
              <a:gd name="connsiteX168" fmla="*/ 186786 w 5673186"/>
              <a:gd name="connsiteY168" fmla="*/ 1338334 h 1798781"/>
              <a:gd name="connsiteX169" fmla="*/ 127731 w 5673186"/>
              <a:gd name="connsiteY169" fmla="*/ 1189744 h 1798781"/>
              <a:gd name="connsiteX170" fmla="*/ 257271 w 5673186"/>
              <a:gd name="connsiteY170" fmla="*/ 1089732 h 1798781"/>
              <a:gd name="connsiteX171" fmla="*/ 318231 w 5673186"/>
              <a:gd name="connsiteY171" fmla="*/ 1084969 h 1798781"/>
              <a:gd name="connsiteX172" fmla="*/ 208694 w 5673186"/>
              <a:gd name="connsiteY172" fmla="*/ 1059252 h 1798781"/>
              <a:gd name="connsiteX173" fmla="*/ 26766 w 5673186"/>
              <a:gd name="connsiteY173" fmla="*/ 1016389 h 1798781"/>
              <a:gd name="connsiteX174" fmla="*/ 96 w 5673186"/>
              <a:gd name="connsiteY174" fmla="*/ 1004007 h 1798781"/>
              <a:gd name="connsiteX175" fmla="*/ 138209 w 5673186"/>
              <a:gd name="connsiteY175" fmla="*/ 981147 h 1798781"/>
              <a:gd name="connsiteX176" fmla="*/ 361094 w 5673186"/>
              <a:gd name="connsiteY176" fmla="*/ 1014484 h 1798781"/>
              <a:gd name="connsiteX177" fmla="*/ 801149 w 5673186"/>
              <a:gd name="connsiteY177" fmla="*/ 1075444 h 1798781"/>
              <a:gd name="connsiteX178" fmla="*/ 1055466 w 5673186"/>
              <a:gd name="connsiteY178" fmla="*/ 1090684 h 1798781"/>
              <a:gd name="connsiteX179" fmla="*/ 1075469 w 5673186"/>
              <a:gd name="connsiteY179" fmla="*/ 1067824 h 1798781"/>
              <a:gd name="connsiteX180" fmla="*/ 1076421 w 5673186"/>
              <a:gd name="connsiteY180" fmla="*/ 1052584 h 1798781"/>
              <a:gd name="connsiteX181" fmla="*/ 1060229 w 5673186"/>
              <a:gd name="connsiteY181" fmla="*/ 981147 h 1798781"/>
              <a:gd name="connsiteX182" fmla="*/ 917354 w 5673186"/>
              <a:gd name="connsiteY182" fmla="*/ 779217 h 1798781"/>
              <a:gd name="connsiteX183" fmla="*/ 948786 w 5673186"/>
              <a:gd name="connsiteY183" fmla="*/ 672536 h 1798781"/>
              <a:gd name="connsiteX184" fmla="*/ 977361 w 5673186"/>
              <a:gd name="connsiteY184" fmla="*/ 640151 h 1798781"/>
              <a:gd name="connsiteX185" fmla="*/ 1167861 w 5673186"/>
              <a:gd name="connsiteY185" fmla="*/ 472511 h 1798781"/>
              <a:gd name="connsiteX186" fmla="*/ 1367886 w 5673186"/>
              <a:gd name="connsiteY186" fmla="*/ 423934 h 1798781"/>
              <a:gd name="connsiteX187" fmla="*/ 1698404 w 5673186"/>
              <a:gd name="connsiteY187" fmla="*/ 513469 h 1798781"/>
              <a:gd name="connsiteX188" fmla="*/ 1767936 w 5673186"/>
              <a:gd name="connsiteY188" fmla="*/ 542997 h 1798781"/>
              <a:gd name="connsiteX189" fmla="*/ 2060354 w 5673186"/>
              <a:gd name="connsiteY189" fmla="*/ 700159 h 1798781"/>
              <a:gd name="connsiteX190" fmla="*/ 2223231 w 5673186"/>
              <a:gd name="connsiteY190" fmla="*/ 760167 h 1798781"/>
              <a:gd name="connsiteX191" fmla="*/ 2890934 w 5673186"/>
              <a:gd name="connsiteY191" fmla="*/ 920186 h 1798781"/>
              <a:gd name="connsiteX192" fmla="*/ 2939511 w 5673186"/>
              <a:gd name="connsiteY192" fmla="*/ 900184 h 1798781"/>
              <a:gd name="connsiteX193" fmla="*/ 3134774 w 5673186"/>
              <a:gd name="connsiteY193" fmla="*/ 654439 h 1798781"/>
              <a:gd name="connsiteX194" fmla="*/ 3645314 w 5673186"/>
              <a:gd name="connsiteY194" fmla="*/ 61031 h 1798781"/>
              <a:gd name="connsiteX195" fmla="*/ 3661506 w 5673186"/>
              <a:gd name="connsiteY195" fmla="*/ 41029 h 1798781"/>
              <a:gd name="connsiteX196" fmla="*/ 3725131 w 5673186"/>
              <a:gd name="connsiteY196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698404 w 5673186"/>
              <a:gd name="connsiteY113" fmla="*/ 1536454 h 1798781"/>
              <a:gd name="connsiteX114" fmla="*/ 1708881 w 5673186"/>
              <a:gd name="connsiteY114" fmla="*/ 1593604 h 1798781"/>
              <a:gd name="connsiteX115" fmla="*/ 1697451 w 5673186"/>
              <a:gd name="connsiteY115" fmla="*/ 1592652 h 1798781"/>
              <a:gd name="connsiteX116" fmla="*/ 1687926 w 5673186"/>
              <a:gd name="connsiteY116" fmla="*/ 1601224 h 1798781"/>
              <a:gd name="connsiteX117" fmla="*/ 1702214 w 5673186"/>
              <a:gd name="connsiteY117" fmla="*/ 1605987 h 1798781"/>
              <a:gd name="connsiteX118" fmla="*/ 1743171 w 5673186"/>
              <a:gd name="connsiteY118" fmla="*/ 1650754 h 1798781"/>
              <a:gd name="connsiteX119" fmla="*/ 1726979 w 5673186"/>
              <a:gd name="connsiteY119" fmla="*/ 1704094 h 1798781"/>
              <a:gd name="connsiteX120" fmla="*/ 1676496 w 5673186"/>
              <a:gd name="connsiteY120" fmla="*/ 1701237 h 1798781"/>
              <a:gd name="connsiteX121" fmla="*/ 1665066 w 5673186"/>
              <a:gd name="connsiteY121" fmla="*/ 1682187 h 1798781"/>
              <a:gd name="connsiteX122" fmla="*/ 1633634 w 5673186"/>
              <a:gd name="connsiteY122" fmla="*/ 1683139 h 1798781"/>
              <a:gd name="connsiteX123" fmla="*/ 1597439 w 5673186"/>
              <a:gd name="connsiteY123" fmla="*/ 1699331 h 1798781"/>
              <a:gd name="connsiteX124" fmla="*/ 1573626 w 5673186"/>
              <a:gd name="connsiteY124" fmla="*/ 1669804 h 1798781"/>
              <a:gd name="connsiteX125" fmla="*/ 1592676 w 5673186"/>
              <a:gd name="connsiteY125" fmla="*/ 1636467 h 1798781"/>
              <a:gd name="connsiteX126" fmla="*/ 1599344 w 5673186"/>
              <a:gd name="connsiteY126" fmla="*/ 1620274 h 1798781"/>
              <a:gd name="connsiteX127" fmla="*/ 1543146 w 5673186"/>
              <a:gd name="connsiteY127" fmla="*/ 1605034 h 1798781"/>
              <a:gd name="connsiteX128" fmla="*/ 1568864 w 5673186"/>
              <a:gd name="connsiteY128" fmla="*/ 1517404 h 1798781"/>
              <a:gd name="connsiteX129" fmla="*/ 1609821 w 5673186"/>
              <a:gd name="connsiteY129" fmla="*/ 1535502 h 1798781"/>
              <a:gd name="connsiteX130" fmla="*/ 1615536 w 5673186"/>
              <a:gd name="connsiteY130" fmla="*/ 1555504 h 1798781"/>
              <a:gd name="connsiteX131" fmla="*/ 1628871 w 5673186"/>
              <a:gd name="connsiteY131" fmla="*/ 1565981 h 1798781"/>
              <a:gd name="connsiteX132" fmla="*/ 1640301 w 5673186"/>
              <a:gd name="connsiteY132" fmla="*/ 1554552 h 1798781"/>
              <a:gd name="connsiteX133" fmla="*/ 1645064 w 5673186"/>
              <a:gd name="connsiteY133" fmla="*/ 1513594 h 1798781"/>
              <a:gd name="connsiteX134" fmla="*/ 1625061 w 5673186"/>
              <a:gd name="connsiteY134" fmla="*/ 1436442 h 1798781"/>
              <a:gd name="connsiteX135" fmla="*/ 1619346 w 5673186"/>
              <a:gd name="connsiteY135" fmla="*/ 1374529 h 1798781"/>
              <a:gd name="connsiteX136" fmla="*/ 1560291 w 5673186"/>
              <a:gd name="connsiteY136" fmla="*/ 1371672 h 1798781"/>
              <a:gd name="connsiteX137" fmla="*/ 1461231 w 5673186"/>
              <a:gd name="connsiteY137" fmla="*/ 1354527 h 1798781"/>
              <a:gd name="connsiteX138" fmla="*/ 1400271 w 5673186"/>
              <a:gd name="connsiteY138" fmla="*/ 1341192 h 1798781"/>
              <a:gd name="connsiteX139" fmla="*/ 1382174 w 5673186"/>
              <a:gd name="connsiteY139" fmla="*/ 1335477 h 1798781"/>
              <a:gd name="connsiteX140" fmla="*/ 1380269 w 5673186"/>
              <a:gd name="connsiteY140" fmla="*/ 1354527 h 1798781"/>
              <a:gd name="connsiteX141" fmla="*/ 1376459 w 5673186"/>
              <a:gd name="connsiteY141" fmla="*/ 1392627 h 1798781"/>
              <a:gd name="connsiteX142" fmla="*/ 1331691 w 5673186"/>
              <a:gd name="connsiteY142" fmla="*/ 1401199 h 1798781"/>
              <a:gd name="connsiteX143" fmla="*/ 1293591 w 5673186"/>
              <a:gd name="connsiteY143" fmla="*/ 1379292 h 1798781"/>
              <a:gd name="connsiteX144" fmla="*/ 1285971 w 5673186"/>
              <a:gd name="connsiteY144" fmla="*/ 1367862 h 1798781"/>
              <a:gd name="connsiteX145" fmla="*/ 1281209 w 5673186"/>
              <a:gd name="connsiteY145" fmla="*/ 1374529 h 1798781"/>
              <a:gd name="connsiteX146" fmla="*/ 1237394 w 5673186"/>
              <a:gd name="connsiteY146" fmla="*/ 1402152 h 1798781"/>
              <a:gd name="connsiteX147" fmla="*/ 1182149 w 5673186"/>
              <a:gd name="connsiteY147" fmla="*/ 1358337 h 1798781"/>
              <a:gd name="connsiteX148" fmla="*/ 1190721 w 5673186"/>
              <a:gd name="connsiteY148" fmla="*/ 1304997 h 1798781"/>
              <a:gd name="connsiteX149" fmla="*/ 1210724 w 5673186"/>
              <a:gd name="connsiteY149" fmla="*/ 1289756 h 1798781"/>
              <a:gd name="connsiteX150" fmla="*/ 1092614 w 5673186"/>
              <a:gd name="connsiteY150" fmla="*/ 1261181 h 1798781"/>
              <a:gd name="connsiteX151" fmla="*/ 1064039 w 5673186"/>
              <a:gd name="connsiteY151" fmla="*/ 1266897 h 1798781"/>
              <a:gd name="connsiteX152" fmla="*/ 1003079 w 5673186"/>
              <a:gd name="connsiteY152" fmla="*/ 1313569 h 1798781"/>
              <a:gd name="connsiteX153" fmla="*/ 997364 w 5673186"/>
              <a:gd name="connsiteY153" fmla="*/ 1324999 h 1798781"/>
              <a:gd name="connsiteX154" fmla="*/ 1003079 w 5673186"/>
              <a:gd name="connsiteY154" fmla="*/ 1351669 h 1798781"/>
              <a:gd name="connsiteX155" fmla="*/ 947834 w 5673186"/>
              <a:gd name="connsiteY155" fmla="*/ 1421202 h 1798781"/>
              <a:gd name="connsiteX156" fmla="*/ 943071 w 5673186"/>
              <a:gd name="connsiteY156" fmla="*/ 1421202 h 1798781"/>
              <a:gd name="connsiteX157" fmla="*/ 745904 w 5673186"/>
              <a:gd name="connsiteY157" fmla="*/ 1403104 h 1798781"/>
              <a:gd name="connsiteX158" fmla="*/ 636366 w 5673186"/>
              <a:gd name="connsiteY158" fmla="*/ 1389769 h 1798781"/>
              <a:gd name="connsiteX159" fmla="*/ 600171 w 5673186"/>
              <a:gd name="connsiteY159" fmla="*/ 1240227 h 1798781"/>
              <a:gd name="connsiteX160" fmla="*/ 600171 w 5673186"/>
              <a:gd name="connsiteY160" fmla="*/ 1220224 h 1798781"/>
              <a:gd name="connsiteX161" fmla="*/ 560166 w 5673186"/>
              <a:gd name="connsiteY161" fmla="*/ 1216414 h 1798781"/>
              <a:gd name="connsiteX162" fmla="*/ 517304 w 5673186"/>
              <a:gd name="connsiteY162" fmla="*/ 1267849 h 1798781"/>
              <a:gd name="connsiteX163" fmla="*/ 510636 w 5673186"/>
              <a:gd name="connsiteY163" fmla="*/ 1284042 h 1798781"/>
              <a:gd name="connsiteX164" fmla="*/ 519209 w 5673186"/>
              <a:gd name="connsiteY164" fmla="*/ 1309759 h 1798781"/>
              <a:gd name="connsiteX165" fmla="*/ 477299 w 5673186"/>
              <a:gd name="connsiteY165" fmla="*/ 1384054 h 1798781"/>
              <a:gd name="connsiteX166" fmla="*/ 322994 w 5673186"/>
              <a:gd name="connsiteY166" fmla="*/ 1382149 h 1798781"/>
              <a:gd name="connsiteX167" fmla="*/ 186786 w 5673186"/>
              <a:gd name="connsiteY167" fmla="*/ 1338334 h 1798781"/>
              <a:gd name="connsiteX168" fmla="*/ 127731 w 5673186"/>
              <a:gd name="connsiteY168" fmla="*/ 1189744 h 1798781"/>
              <a:gd name="connsiteX169" fmla="*/ 257271 w 5673186"/>
              <a:gd name="connsiteY169" fmla="*/ 1089732 h 1798781"/>
              <a:gd name="connsiteX170" fmla="*/ 318231 w 5673186"/>
              <a:gd name="connsiteY170" fmla="*/ 1084969 h 1798781"/>
              <a:gd name="connsiteX171" fmla="*/ 208694 w 5673186"/>
              <a:gd name="connsiteY171" fmla="*/ 1059252 h 1798781"/>
              <a:gd name="connsiteX172" fmla="*/ 26766 w 5673186"/>
              <a:gd name="connsiteY172" fmla="*/ 1016389 h 1798781"/>
              <a:gd name="connsiteX173" fmla="*/ 96 w 5673186"/>
              <a:gd name="connsiteY173" fmla="*/ 1004007 h 1798781"/>
              <a:gd name="connsiteX174" fmla="*/ 138209 w 5673186"/>
              <a:gd name="connsiteY174" fmla="*/ 981147 h 1798781"/>
              <a:gd name="connsiteX175" fmla="*/ 361094 w 5673186"/>
              <a:gd name="connsiteY175" fmla="*/ 1014484 h 1798781"/>
              <a:gd name="connsiteX176" fmla="*/ 801149 w 5673186"/>
              <a:gd name="connsiteY176" fmla="*/ 1075444 h 1798781"/>
              <a:gd name="connsiteX177" fmla="*/ 1055466 w 5673186"/>
              <a:gd name="connsiteY177" fmla="*/ 1090684 h 1798781"/>
              <a:gd name="connsiteX178" fmla="*/ 1075469 w 5673186"/>
              <a:gd name="connsiteY178" fmla="*/ 1067824 h 1798781"/>
              <a:gd name="connsiteX179" fmla="*/ 1076421 w 5673186"/>
              <a:gd name="connsiteY179" fmla="*/ 1052584 h 1798781"/>
              <a:gd name="connsiteX180" fmla="*/ 1060229 w 5673186"/>
              <a:gd name="connsiteY180" fmla="*/ 981147 h 1798781"/>
              <a:gd name="connsiteX181" fmla="*/ 917354 w 5673186"/>
              <a:gd name="connsiteY181" fmla="*/ 779217 h 1798781"/>
              <a:gd name="connsiteX182" fmla="*/ 948786 w 5673186"/>
              <a:gd name="connsiteY182" fmla="*/ 672536 h 1798781"/>
              <a:gd name="connsiteX183" fmla="*/ 977361 w 5673186"/>
              <a:gd name="connsiteY183" fmla="*/ 640151 h 1798781"/>
              <a:gd name="connsiteX184" fmla="*/ 1167861 w 5673186"/>
              <a:gd name="connsiteY184" fmla="*/ 472511 h 1798781"/>
              <a:gd name="connsiteX185" fmla="*/ 1367886 w 5673186"/>
              <a:gd name="connsiteY185" fmla="*/ 423934 h 1798781"/>
              <a:gd name="connsiteX186" fmla="*/ 1698404 w 5673186"/>
              <a:gd name="connsiteY186" fmla="*/ 513469 h 1798781"/>
              <a:gd name="connsiteX187" fmla="*/ 1767936 w 5673186"/>
              <a:gd name="connsiteY187" fmla="*/ 542997 h 1798781"/>
              <a:gd name="connsiteX188" fmla="*/ 2060354 w 5673186"/>
              <a:gd name="connsiteY188" fmla="*/ 700159 h 1798781"/>
              <a:gd name="connsiteX189" fmla="*/ 2223231 w 5673186"/>
              <a:gd name="connsiteY189" fmla="*/ 760167 h 1798781"/>
              <a:gd name="connsiteX190" fmla="*/ 2890934 w 5673186"/>
              <a:gd name="connsiteY190" fmla="*/ 920186 h 1798781"/>
              <a:gd name="connsiteX191" fmla="*/ 2939511 w 5673186"/>
              <a:gd name="connsiteY191" fmla="*/ 900184 h 1798781"/>
              <a:gd name="connsiteX192" fmla="*/ 3134774 w 5673186"/>
              <a:gd name="connsiteY192" fmla="*/ 654439 h 1798781"/>
              <a:gd name="connsiteX193" fmla="*/ 3645314 w 5673186"/>
              <a:gd name="connsiteY193" fmla="*/ 61031 h 1798781"/>
              <a:gd name="connsiteX194" fmla="*/ 3661506 w 5673186"/>
              <a:gd name="connsiteY194" fmla="*/ 41029 h 1798781"/>
              <a:gd name="connsiteX195" fmla="*/ 3725131 w 5673186"/>
              <a:gd name="connsiteY195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698404 w 5673186"/>
              <a:gd name="connsiteY112" fmla="*/ 1536454 h 1798781"/>
              <a:gd name="connsiteX113" fmla="*/ 1708881 w 5673186"/>
              <a:gd name="connsiteY113" fmla="*/ 1593604 h 1798781"/>
              <a:gd name="connsiteX114" fmla="*/ 1697451 w 5673186"/>
              <a:gd name="connsiteY114" fmla="*/ 1592652 h 1798781"/>
              <a:gd name="connsiteX115" fmla="*/ 1687926 w 5673186"/>
              <a:gd name="connsiteY115" fmla="*/ 1601224 h 1798781"/>
              <a:gd name="connsiteX116" fmla="*/ 1702214 w 5673186"/>
              <a:gd name="connsiteY116" fmla="*/ 1605987 h 1798781"/>
              <a:gd name="connsiteX117" fmla="*/ 1743171 w 5673186"/>
              <a:gd name="connsiteY117" fmla="*/ 1650754 h 1798781"/>
              <a:gd name="connsiteX118" fmla="*/ 1726979 w 5673186"/>
              <a:gd name="connsiteY118" fmla="*/ 1704094 h 1798781"/>
              <a:gd name="connsiteX119" fmla="*/ 1676496 w 5673186"/>
              <a:gd name="connsiteY119" fmla="*/ 1701237 h 1798781"/>
              <a:gd name="connsiteX120" fmla="*/ 1665066 w 5673186"/>
              <a:gd name="connsiteY120" fmla="*/ 1682187 h 1798781"/>
              <a:gd name="connsiteX121" fmla="*/ 1633634 w 5673186"/>
              <a:gd name="connsiteY121" fmla="*/ 1683139 h 1798781"/>
              <a:gd name="connsiteX122" fmla="*/ 1597439 w 5673186"/>
              <a:gd name="connsiteY122" fmla="*/ 1699331 h 1798781"/>
              <a:gd name="connsiteX123" fmla="*/ 1573626 w 5673186"/>
              <a:gd name="connsiteY123" fmla="*/ 1669804 h 1798781"/>
              <a:gd name="connsiteX124" fmla="*/ 1592676 w 5673186"/>
              <a:gd name="connsiteY124" fmla="*/ 1636467 h 1798781"/>
              <a:gd name="connsiteX125" fmla="*/ 1599344 w 5673186"/>
              <a:gd name="connsiteY125" fmla="*/ 1620274 h 1798781"/>
              <a:gd name="connsiteX126" fmla="*/ 1543146 w 5673186"/>
              <a:gd name="connsiteY126" fmla="*/ 1605034 h 1798781"/>
              <a:gd name="connsiteX127" fmla="*/ 1568864 w 5673186"/>
              <a:gd name="connsiteY127" fmla="*/ 1517404 h 1798781"/>
              <a:gd name="connsiteX128" fmla="*/ 1609821 w 5673186"/>
              <a:gd name="connsiteY128" fmla="*/ 1535502 h 1798781"/>
              <a:gd name="connsiteX129" fmla="*/ 1615536 w 5673186"/>
              <a:gd name="connsiteY129" fmla="*/ 1555504 h 1798781"/>
              <a:gd name="connsiteX130" fmla="*/ 1628871 w 5673186"/>
              <a:gd name="connsiteY130" fmla="*/ 1565981 h 1798781"/>
              <a:gd name="connsiteX131" fmla="*/ 1640301 w 5673186"/>
              <a:gd name="connsiteY131" fmla="*/ 1554552 h 1798781"/>
              <a:gd name="connsiteX132" fmla="*/ 1645064 w 5673186"/>
              <a:gd name="connsiteY132" fmla="*/ 1513594 h 1798781"/>
              <a:gd name="connsiteX133" fmla="*/ 1625061 w 5673186"/>
              <a:gd name="connsiteY133" fmla="*/ 1436442 h 1798781"/>
              <a:gd name="connsiteX134" fmla="*/ 1619346 w 5673186"/>
              <a:gd name="connsiteY134" fmla="*/ 1374529 h 1798781"/>
              <a:gd name="connsiteX135" fmla="*/ 1560291 w 5673186"/>
              <a:gd name="connsiteY135" fmla="*/ 1371672 h 1798781"/>
              <a:gd name="connsiteX136" fmla="*/ 1461231 w 5673186"/>
              <a:gd name="connsiteY136" fmla="*/ 1354527 h 1798781"/>
              <a:gd name="connsiteX137" fmla="*/ 1400271 w 5673186"/>
              <a:gd name="connsiteY137" fmla="*/ 1341192 h 1798781"/>
              <a:gd name="connsiteX138" fmla="*/ 1382174 w 5673186"/>
              <a:gd name="connsiteY138" fmla="*/ 1335477 h 1798781"/>
              <a:gd name="connsiteX139" fmla="*/ 1380269 w 5673186"/>
              <a:gd name="connsiteY139" fmla="*/ 1354527 h 1798781"/>
              <a:gd name="connsiteX140" fmla="*/ 1376459 w 5673186"/>
              <a:gd name="connsiteY140" fmla="*/ 1392627 h 1798781"/>
              <a:gd name="connsiteX141" fmla="*/ 1331691 w 5673186"/>
              <a:gd name="connsiteY141" fmla="*/ 1401199 h 1798781"/>
              <a:gd name="connsiteX142" fmla="*/ 1293591 w 5673186"/>
              <a:gd name="connsiteY142" fmla="*/ 1379292 h 1798781"/>
              <a:gd name="connsiteX143" fmla="*/ 1285971 w 5673186"/>
              <a:gd name="connsiteY143" fmla="*/ 1367862 h 1798781"/>
              <a:gd name="connsiteX144" fmla="*/ 1281209 w 5673186"/>
              <a:gd name="connsiteY144" fmla="*/ 1374529 h 1798781"/>
              <a:gd name="connsiteX145" fmla="*/ 1237394 w 5673186"/>
              <a:gd name="connsiteY145" fmla="*/ 1402152 h 1798781"/>
              <a:gd name="connsiteX146" fmla="*/ 1182149 w 5673186"/>
              <a:gd name="connsiteY146" fmla="*/ 1358337 h 1798781"/>
              <a:gd name="connsiteX147" fmla="*/ 1190721 w 5673186"/>
              <a:gd name="connsiteY147" fmla="*/ 1304997 h 1798781"/>
              <a:gd name="connsiteX148" fmla="*/ 1210724 w 5673186"/>
              <a:gd name="connsiteY148" fmla="*/ 1289756 h 1798781"/>
              <a:gd name="connsiteX149" fmla="*/ 1092614 w 5673186"/>
              <a:gd name="connsiteY149" fmla="*/ 1261181 h 1798781"/>
              <a:gd name="connsiteX150" fmla="*/ 1064039 w 5673186"/>
              <a:gd name="connsiteY150" fmla="*/ 1266897 h 1798781"/>
              <a:gd name="connsiteX151" fmla="*/ 1003079 w 5673186"/>
              <a:gd name="connsiteY151" fmla="*/ 1313569 h 1798781"/>
              <a:gd name="connsiteX152" fmla="*/ 997364 w 5673186"/>
              <a:gd name="connsiteY152" fmla="*/ 1324999 h 1798781"/>
              <a:gd name="connsiteX153" fmla="*/ 1003079 w 5673186"/>
              <a:gd name="connsiteY153" fmla="*/ 1351669 h 1798781"/>
              <a:gd name="connsiteX154" fmla="*/ 947834 w 5673186"/>
              <a:gd name="connsiteY154" fmla="*/ 1421202 h 1798781"/>
              <a:gd name="connsiteX155" fmla="*/ 943071 w 5673186"/>
              <a:gd name="connsiteY155" fmla="*/ 1421202 h 1798781"/>
              <a:gd name="connsiteX156" fmla="*/ 745904 w 5673186"/>
              <a:gd name="connsiteY156" fmla="*/ 1403104 h 1798781"/>
              <a:gd name="connsiteX157" fmla="*/ 636366 w 5673186"/>
              <a:gd name="connsiteY157" fmla="*/ 1389769 h 1798781"/>
              <a:gd name="connsiteX158" fmla="*/ 600171 w 5673186"/>
              <a:gd name="connsiteY158" fmla="*/ 1240227 h 1798781"/>
              <a:gd name="connsiteX159" fmla="*/ 600171 w 5673186"/>
              <a:gd name="connsiteY159" fmla="*/ 1220224 h 1798781"/>
              <a:gd name="connsiteX160" fmla="*/ 560166 w 5673186"/>
              <a:gd name="connsiteY160" fmla="*/ 1216414 h 1798781"/>
              <a:gd name="connsiteX161" fmla="*/ 517304 w 5673186"/>
              <a:gd name="connsiteY161" fmla="*/ 1267849 h 1798781"/>
              <a:gd name="connsiteX162" fmla="*/ 510636 w 5673186"/>
              <a:gd name="connsiteY162" fmla="*/ 1284042 h 1798781"/>
              <a:gd name="connsiteX163" fmla="*/ 519209 w 5673186"/>
              <a:gd name="connsiteY163" fmla="*/ 1309759 h 1798781"/>
              <a:gd name="connsiteX164" fmla="*/ 477299 w 5673186"/>
              <a:gd name="connsiteY164" fmla="*/ 1384054 h 1798781"/>
              <a:gd name="connsiteX165" fmla="*/ 322994 w 5673186"/>
              <a:gd name="connsiteY165" fmla="*/ 1382149 h 1798781"/>
              <a:gd name="connsiteX166" fmla="*/ 186786 w 5673186"/>
              <a:gd name="connsiteY166" fmla="*/ 1338334 h 1798781"/>
              <a:gd name="connsiteX167" fmla="*/ 127731 w 5673186"/>
              <a:gd name="connsiteY167" fmla="*/ 1189744 h 1798781"/>
              <a:gd name="connsiteX168" fmla="*/ 257271 w 5673186"/>
              <a:gd name="connsiteY168" fmla="*/ 1089732 h 1798781"/>
              <a:gd name="connsiteX169" fmla="*/ 318231 w 5673186"/>
              <a:gd name="connsiteY169" fmla="*/ 1084969 h 1798781"/>
              <a:gd name="connsiteX170" fmla="*/ 208694 w 5673186"/>
              <a:gd name="connsiteY170" fmla="*/ 1059252 h 1798781"/>
              <a:gd name="connsiteX171" fmla="*/ 26766 w 5673186"/>
              <a:gd name="connsiteY171" fmla="*/ 1016389 h 1798781"/>
              <a:gd name="connsiteX172" fmla="*/ 96 w 5673186"/>
              <a:gd name="connsiteY172" fmla="*/ 1004007 h 1798781"/>
              <a:gd name="connsiteX173" fmla="*/ 138209 w 5673186"/>
              <a:gd name="connsiteY173" fmla="*/ 981147 h 1798781"/>
              <a:gd name="connsiteX174" fmla="*/ 361094 w 5673186"/>
              <a:gd name="connsiteY174" fmla="*/ 1014484 h 1798781"/>
              <a:gd name="connsiteX175" fmla="*/ 801149 w 5673186"/>
              <a:gd name="connsiteY175" fmla="*/ 1075444 h 1798781"/>
              <a:gd name="connsiteX176" fmla="*/ 1055466 w 5673186"/>
              <a:gd name="connsiteY176" fmla="*/ 1090684 h 1798781"/>
              <a:gd name="connsiteX177" fmla="*/ 1075469 w 5673186"/>
              <a:gd name="connsiteY177" fmla="*/ 1067824 h 1798781"/>
              <a:gd name="connsiteX178" fmla="*/ 1076421 w 5673186"/>
              <a:gd name="connsiteY178" fmla="*/ 1052584 h 1798781"/>
              <a:gd name="connsiteX179" fmla="*/ 1060229 w 5673186"/>
              <a:gd name="connsiteY179" fmla="*/ 981147 h 1798781"/>
              <a:gd name="connsiteX180" fmla="*/ 917354 w 5673186"/>
              <a:gd name="connsiteY180" fmla="*/ 779217 h 1798781"/>
              <a:gd name="connsiteX181" fmla="*/ 948786 w 5673186"/>
              <a:gd name="connsiteY181" fmla="*/ 672536 h 1798781"/>
              <a:gd name="connsiteX182" fmla="*/ 977361 w 5673186"/>
              <a:gd name="connsiteY182" fmla="*/ 640151 h 1798781"/>
              <a:gd name="connsiteX183" fmla="*/ 1167861 w 5673186"/>
              <a:gd name="connsiteY183" fmla="*/ 472511 h 1798781"/>
              <a:gd name="connsiteX184" fmla="*/ 1367886 w 5673186"/>
              <a:gd name="connsiteY184" fmla="*/ 423934 h 1798781"/>
              <a:gd name="connsiteX185" fmla="*/ 1698404 w 5673186"/>
              <a:gd name="connsiteY185" fmla="*/ 513469 h 1798781"/>
              <a:gd name="connsiteX186" fmla="*/ 1767936 w 5673186"/>
              <a:gd name="connsiteY186" fmla="*/ 542997 h 1798781"/>
              <a:gd name="connsiteX187" fmla="*/ 2060354 w 5673186"/>
              <a:gd name="connsiteY187" fmla="*/ 700159 h 1798781"/>
              <a:gd name="connsiteX188" fmla="*/ 2223231 w 5673186"/>
              <a:gd name="connsiteY188" fmla="*/ 760167 h 1798781"/>
              <a:gd name="connsiteX189" fmla="*/ 2890934 w 5673186"/>
              <a:gd name="connsiteY189" fmla="*/ 920186 h 1798781"/>
              <a:gd name="connsiteX190" fmla="*/ 2939511 w 5673186"/>
              <a:gd name="connsiteY190" fmla="*/ 900184 h 1798781"/>
              <a:gd name="connsiteX191" fmla="*/ 3134774 w 5673186"/>
              <a:gd name="connsiteY191" fmla="*/ 654439 h 1798781"/>
              <a:gd name="connsiteX192" fmla="*/ 3645314 w 5673186"/>
              <a:gd name="connsiteY192" fmla="*/ 61031 h 1798781"/>
              <a:gd name="connsiteX193" fmla="*/ 3661506 w 5673186"/>
              <a:gd name="connsiteY193" fmla="*/ 41029 h 1798781"/>
              <a:gd name="connsiteX194" fmla="*/ 3725131 w 5673186"/>
              <a:gd name="connsiteY194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730789 w 5673186"/>
              <a:gd name="connsiteY108" fmla="*/ 1403104 h 1798781"/>
              <a:gd name="connsiteX109" fmla="*/ 1695546 w 5673186"/>
              <a:gd name="connsiteY109" fmla="*/ 1450729 h 1798781"/>
              <a:gd name="connsiteX110" fmla="*/ 1694594 w 5673186"/>
              <a:gd name="connsiteY110" fmla="*/ 1474542 h 1798781"/>
              <a:gd name="connsiteX111" fmla="*/ 1698404 w 5673186"/>
              <a:gd name="connsiteY111" fmla="*/ 1536454 h 1798781"/>
              <a:gd name="connsiteX112" fmla="*/ 1708881 w 5673186"/>
              <a:gd name="connsiteY112" fmla="*/ 1593604 h 1798781"/>
              <a:gd name="connsiteX113" fmla="*/ 1697451 w 5673186"/>
              <a:gd name="connsiteY113" fmla="*/ 1592652 h 1798781"/>
              <a:gd name="connsiteX114" fmla="*/ 1687926 w 5673186"/>
              <a:gd name="connsiteY114" fmla="*/ 1601224 h 1798781"/>
              <a:gd name="connsiteX115" fmla="*/ 1702214 w 5673186"/>
              <a:gd name="connsiteY115" fmla="*/ 1605987 h 1798781"/>
              <a:gd name="connsiteX116" fmla="*/ 1743171 w 5673186"/>
              <a:gd name="connsiteY116" fmla="*/ 1650754 h 1798781"/>
              <a:gd name="connsiteX117" fmla="*/ 1726979 w 5673186"/>
              <a:gd name="connsiteY117" fmla="*/ 1704094 h 1798781"/>
              <a:gd name="connsiteX118" fmla="*/ 1676496 w 5673186"/>
              <a:gd name="connsiteY118" fmla="*/ 1701237 h 1798781"/>
              <a:gd name="connsiteX119" fmla="*/ 1665066 w 5673186"/>
              <a:gd name="connsiteY119" fmla="*/ 1682187 h 1798781"/>
              <a:gd name="connsiteX120" fmla="*/ 1633634 w 5673186"/>
              <a:gd name="connsiteY120" fmla="*/ 1683139 h 1798781"/>
              <a:gd name="connsiteX121" fmla="*/ 1597439 w 5673186"/>
              <a:gd name="connsiteY121" fmla="*/ 1699331 h 1798781"/>
              <a:gd name="connsiteX122" fmla="*/ 1573626 w 5673186"/>
              <a:gd name="connsiteY122" fmla="*/ 1669804 h 1798781"/>
              <a:gd name="connsiteX123" fmla="*/ 1592676 w 5673186"/>
              <a:gd name="connsiteY123" fmla="*/ 1636467 h 1798781"/>
              <a:gd name="connsiteX124" fmla="*/ 1599344 w 5673186"/>
              <a:gd name="connsiteY124" fmla="*/ 1620274 h 1798781"/>
              <a:gd name="connsiteX125" fmla="*/ 1543146 w 5673186"/>
              <a:gd name="connsiteY125" fmla="*/ 1605034 h 1798781"/>
              <a:gd name="connsiteX126" fmla="*/ 1568864 w 5673186"/>
              <a:gd name="connsiteY126" fmla="*/ 1517404 h 1798781"/>
              <a:gd name="connsiteX127" fmla="*/ 1609821 w 5673186"/>
              <a:gd name="connsiteY127" fmla="*/ 1535502 h 1798781"/>
              <a:gd name="connsiteX128" fmla="*/ 1615536 w 5673186"/>
              <a:gd name="connsiteY128" fmla="*/ 1555504 h 1798781"/>
              <a:gd name="connsiteX129" fmla="*/ 1628871 w 5673186"/>
              <a:gd name="connsiteY129" fmla="*/ 1565981 h 1798781"/>
              <a:gd name="connsiteX130" fmla="*/ 1640301 w 5673186"/>
              <a:gd name="connsiteY130" fmla="*/ 1554552 h 1798781"/>
              <a:gd name="connsiteX131" fmla="*/ 1645064 w 5673186"/>
              <a:gd name="connsiteY131" fmla="*/ 1513594 h 1798781"/>
              <a:gd name="connsiteX132" fmla="*/ 1625061 w 5673186"/>
              <a:gd name="connsiteY132" fmla="*/ 1436442 h 1798781"/>
              <a:gd name="connsiteX133" fmla="*/ 1619346 w 5673186"/>
              <a:gd name="connsiteY133" fmla="*/ 1374529 h 1798781"/>
              <a:gd name="connsiteX134" fmla="*/ 1560291 w 5673186"/>
              <a:gd name="connsiteY134" fmla="*/ 1371672 h 1798781"/>
              <a:gd name="connsiteX135" fmla="*/ 1461231 w 5673186"/>
              <a:gd name="connsiteY135" fmla="*/ 1354527 h 1798781"/>
              <a:gd name="connsiteX136" fmla="*/ 1400271 w 5673186"/>
              <a:gd name="connsiteY136" fmla="*/ 1341192 h 1798781"/>
              <a:gd name="connsiteX137" fmla="*/ 1382174 w 5673186"/>
              <a:gd name="connsiteY137" fmla="*/ 1335477 h 1798781"/>
              <a:gd name="connsiteX138" fmla="*/ 1380269 w 5673186"/>
              <a:gd name="connsiteY138" fmla="*/ 1354527 h 1798781"/>
              <a:gd name="connsiteX139" fmla="*/ 1376459 w 5673186"/>
              <a:gd name="connsiteY139" fmla="*/ 1392627 h 1798781"/>
              <a:gd name="connsiteX140" fmla="*/ 1331691 w 5673186"/>
              <a:gd name="connsiteY140" fmla="*/ 1401199 h 1798781"/>
              <a:gd name="connsiteX141" fmla="*/ 1293591 w 5673186"/>
              <a:gd name="connsiteY141" fmla="*/ 1379292 h 1798781"/>
              <a:gd name="connsiteX142" fmla="*/ 1285971 w 5673186"/>
              <a:gd name="connsiteY142" fmla="*/ 1367862 h 1798781"/>
              <a:gd name="connsiteX143" fmla="*/ 1281209 w 5673186"/>
              <a:gd name="connsiteY143" fmla="*/ 1374529 h 1798781"/>
              <a:gd name="connsiteX144" fmla="*/ 1237394 w 5673186"/>
              <a:gd name="connsiteY144" fmla="*/ 1402152 h 1798781"/>
              <a:gd name="connsiteX145" fmla="*/ 1182149 w 5673186"/>
              <a:gd name="connsiteY145" fmla="*/ 1358337 h 1798781"/>
              <a:gd name="connsiteX146" fmla="*/ 1190721 w 5673186"/>
              <a:gd name="connsiteY146" fmla="*/ 1304997 h 1798781"/>
              <a:gd name="connsiteX147" fmla="*/ 1210724 w 5673186"/>
              <a:gd name="connsiteY147" fmla="*/ 1289756 h 1798781"/>
              <a:gd name="connsiteX148" fmla="*/ 1092614 w 5673186"/>
              <a:gd name="connsiteY148" fmla="*/ 1261181 h 1798781"/>
              <a:gd name="connsiteX149" fmla="*/ 1064039 w 5673186"/>
              <a:gd name="connsiteY149" fmla="*/ 1266897 h 1798781"/>
              <a:gd name="connsiteX150" fmla="*/ 1003079 w 5673186"/>
              <a:gd name="connsiteY150" fmla="*/ 1313569 h 1798781"/>
              <a:gd name="connsiteX151" fmla="*/ 997364 w 5673186"/>
              <a:gd name="connsiteY151" fmla="*/ 1324999 h 1798781"/>
              <a:gd name="connsiteX152" fmla="*/ 1003079 w 5673186"/>
              <a:gd name="connsiteY152" fmla="*/ 1351669 h 1798781"/>
              <a:gd name="connsiteX153" fmla="*/ 947834 w 5673186"/>
              <a:gd name="connsiteY153" fmla="*/ 1421202 h 1798781"/>
              <a:gd name="connsiteX154" fmla="*/ 943071 w 5673186"/>
              <a:gd name="connsiteY154" fmla="*/ 1421202 h 1798781"/>
              <a:gd name="connsiteX155" fmla="*/ 745904 w 5673186"/>
              <a:gd name="connsiteY155" fmla="*/ 1403104 h 1798781"/>
              <a:gd name="connsiteX156" fmla="*/ 636366 w 5673186"/>
              <a:gd name="connsiteY156" fmla="*/ 1389769 h 1798781"/>
              <a:gd name="connsiteX157" fmla="*/ 600171 w 5673186"/>
              <a:gd name="connsiteY157" fmla="*/ 1240227 h 1798781"/>
              <a:gd name="connsiteX158" fmla="*/ 600171 w 5673186"/>
              <a:gd name="connsiteY158" fmla="*/ 1220224 h 1798781"/>
              <a:gd name="connsiteX159" fmla="*/ 560166 w 5673186"/>
              <a:gd name="connsiteY159" fmla="*/ 1216414 h 1798781"/>
              <a:gd name="connsiteX160" fmla="*/ 517304 w 5673186"/>
              <a:gd name="connsiteY160" fmla="*/ 1267849 h 1798781"/>
              <a:gd name="connsiteX161" fmla="*/ 510636 w 5673186"/>
              <a:gd name="connsiteY161" fmla="*/ 1284042 h 1798781"/>
              <a:gd name="connsiteX162" fmla="*/ 519209 w 5673186"/>
              <a:gd name="connsiteY162" fmla="*/ 1309759 h 1798781"/>
              <a:gd name="connsiteX163" fmla="*/ 477299 w 5673186"/>
              <a:gd name="connsiteY163" fmla="*/ 1384054 h 1798781"/>
              <a:gd name="connsiteX164" fmla="*/ 322994 w 5673186"/>
              <a:gd name="connsiteY164" fmla="*/ 1382149 h 1798781"/>
              <a:gd name="connsiteX165" fmla="*/ 186786 w 5673186"/>
              <a:gd name="connsiteY165" fmla="*/ 1338334 h 1798781"/>
              <a:gd name="connsiteX166" fmla="*/ 127731 w 5673186"/>
              <a:gd name="connsiteY166" fmla="*/ 1189744 h 1798781"/>
              <a:gd name="connsiteX167" fmla="*/ 257271 w 5673186"/>
              <a:gd name="connsiteY167" fmla="*/ 1089732 h 1798781"/>
              <a:gd name="connsiteX168" fmla="*/ 318231 w 5673186"/>
              <a:gd name="connsiteY168" fmla="*/ 1084969 h 1798781"/>
              <a:gd name="connsiteX169" fmla="*/ 208694 w 5673186"/>
              <a:gd name="connsiteY169" fmla="*/ 1059252 h 1798781"/>
              <a:gd name="connsiteX170" fmla="*/ 26766 w 5673186"/>
              <a:gd name="connsiteY170" fmla="*/ 1016389 h 1798781"/>
              <a:gd name="connsiteX171" fmla="*/ 96 w 5673186"/>
              <a:gd name="connsiteY171" fmla="*/ 1004007 h 1798781"/>
              <a:gd name="connsiteX172" fmla="*/ 138209 w 5673186"/>
              <a:gd name="connsiteY172" fmla="*/ 981147 h 1798781"/>
              <a:gd name="connsiteX173" fmla="*/ 361094 w 5673186"/>
              <a:gd name="connsiteY173" fmla="*/ 1014484 h 1798781"/>
              <a:gd name="connsiteX174" fmla="*/ 801149 w 5673186"/>
              <a:gd name="connsiteY174" fmla="*/ 1075444 h 1798781"/>
              <a:gd name="connsiteX175" fmla="*/ 1055466 w 5673186"/>
              <a:gd name="connsiteY175" fmla="*/ 1090684 h 1798781"/>
              <a:gd name="connsiteX176" fmla="*/ 1075469 w 5673186"/>
              <a:gd name="connsiteY176" fmla="*/ 1067824 h 1798781"/>
              <a:gd name="connsiteX177" fmla="*/ 1076421 w 5673186"/>
              <a:gd name="connsiteY177" fmla="*/ 1052584 h 1798781"/>
              <a:gd name="connsiteX178" fmla="*/ 1060229 w 5673186"/>
              <a:gd name="connsiteY178" fmla="*/ 981147 h 1798781"/>
              <a:gd name="connsiteX179" fmla="*/ 917354 w 5673186"/>
              <a:gd name="connsiteY179" fmla="*/ 779217 h 1798781"/>
              <a:gd name="connsiteX180" fmla="*/ 948786 w 5673186"/>
              <a:gd name="connsiteY180" fmla="*/ 672536 h 1798781"/>
              <a:gd name="connsiteX181" fmla="*/ 977361 w 5673186"/>
              <a:gd name="connsiteY181" fmla="*/ 640151 h 1798781"/>
              <a:gd name="connsiteX182" fmla="*/ 1167861 w 5673186"/>
              <a:gd name="connsiteY182" fmla="*/ 472511 h 1798781"/>
              <a:gd name="connsiteX183" fmla="*/ 1367886 w 5673186"/>
              <a:gd name="connsiteY183" fmla="*/ 423934 h 1798781"/>
              <a:gd name="connsiteX184" fmla="*/ 1698404 w 5673186"/>
              <a:gd name="connsiteY184" fmla="*/ 513469 h 1798781"/>
              <a:gd name="connsiteX185" fmla="*/ 1767936 w 5673186"/>
              <a:gd name="connsiteY185" fmla="*/ 542997 h 1798781"/>
              <a:gd name="connsiteX186" fmla="*/ 2060354 w 5673186"/>
              <a:gd name="connsiteY186" fmla="*/ 700159 h 1798781"/>
              <a:gd name="connsiteX187" fmla="*/ 2223231 w 5673186"/>
              <a:gd name="connsiteY187" fmla="*/ 760167 h 1798781"/>
              <a:gd name="connsiteX188" fmla="*/ 2890934 w 5673186"/>
              <a:gd name="connsiteY188" fmla="*/ 920186 h 1798781"/>
              <a:gd name="connsiteX189" fmla="*/ 2939511 w 5673186"/>
              <a:gd name="connsiteY189" fmla="*/ 900184 h 1798781"/>
              <a:gd name="connsiteX190" fmla="*/ 3134774 w 5673186"/>
              <a:gd name="connsiteY190" fmla="*/ 654439 h 1798781"/>
              <a:gd name="connsiteX191" fmla="*/ 3645314 w 5673186"/>
              <a:gd name="connsiteY191" fmla="*/ 61031 h 1798781"/>
              <a:gd name="connsiteX192" fmla="*/ 3661506 w 5673186"/>
              <a:gd name="connsiteY192" fmla="*/ 41029 h 1798781"/>
              <a:gd name="connsiteX193" fmla="*/ 3725131 w 5673186"/>
              <a:gd name="connsiteY193" fmla="*/ 175 h 17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5673186" h="1798781">
                <a:moveTo>
                  <a:pt x="3911419" y="1189863"/>
                </a:moveTo>
                <a:cubicBezTo>
                  <a:pt x="3903918" y="1190459"/>
                  <a:pt x="3895822" y="1191649"/>
                  <a:pt x="3885344" y="1191649"/>
                </a:cubicBezTo>
                <a:cubicBezTo>
                  <a:pt x="3837719" y="1195459"/>
                  <a:pt x="3789141" y="1192602"/>
                  <a:pt x="3742469" y="1195459"/>
                </a:cubicBezTo>
                <a:cubicBezTo>
                  <a:pt x="3705321" y="1197364"/>
                  <a:pt x="3671031" y="1197364"/>
                  <a:pt x="3634836" y="1200222"/>
                </a:cubicBezTo>
                <a:cubicBezTo>
                  <a:pt x="3628169" y="1200222"/>
                  <a:pt x="3615786" y="1224987"/>
                  <a:pt x="3616739" y="1236417"/>
                </a:cubicBezTo>
                <a:cubicBezTo>
                  <a:pt x="3616739" y="1247847"/>
                  <a:pt x="3628169" y="1244037"/>
                  <a:pt x="3634836" y="1244037"/>
                </a:cubicBezTo>
                <a:cubicBezTo>
                  <a:pt x="3650076" y="1244989"/>
                  <a:pt x="3682461" y="1243084"/>
                  <a:pt x="3682461" y="1242131"/>
                </a:cubicBezTo>
                <a:cubicBezTo>
                  <a:pt x="3760566" y="1238322"/>
                  <a:pt x="3834861" y="1240227"/>
                  <a:pt x="3912966" y="1236417"/>
                </a:cubicBezTo>
                <a:cubicBezTo>
                  <a:pt x="3918681" y="1236417"/>
                  <a:pt x="3935826" y="1238322"/>
                  <a:pt x="3941541" y="1237369"/>
                </a:cubicBezTo>
                <a:cubicBezTo>
                  <a:pt x="3945351" y="1237369"/>
                  <a:pt x="3941541" y="1208794"/>
                  <a:pt x="3942494" y="1204032"/>
                </a:cubicBezTo>
                <a:cubicBezTo>
                  <a:pt x="3943446" y="1199269"/>
                  <a:pt x="3936779" y="1192602"/>
                  <a:pt x="3933921" y="1191649"/>
                </a:cubicBezTo>
                <a:cubicBezTo>
                  <a:pt x="3925825" y="1189268"/>
                  <a:pt x="3918920" y="1189268"/>
                  <a:pt x="3911419" y="1189863"/>
                </a:cubicBezTo>
                <a:close/>
                <a:moveTo>
                  <a:pt x="3725131" y="175"/>
                </a:moveTo>
                <a:cubicBezTo>
                  <a:pt x="3733896" y="-345"/>
                  <a:pt x="3743183" y="309"/>
                  <a:pt x="3752946" y="1976"/>
                </a:cubicBezTo>
                <a:cubicBezTo>
                  <a:pt x="3781521" y="6739"/>
                  <a:pt x="3811049" y="10549"/>
                  <a:pt x="3840576" y="17216"/>
                </a:cubicBezTo>
                <a:cubicBezTo>
                  <a:pt x="3853911" y="20074"/>
                  <a:pt x="3856769" y="25789"/>
                  <a:pt x="3852959" y="39124"/>
                </a:cubicBezTo>
                <a:cubicBezTo>
                  <a:pt x="3830099" y="117229"/>
                  <a:pt x="3806286" y="194381"/>
                  <a:pt x="3782474" y="271534"/>
                </a:cubicBezTo>
                <a:cubicBezTo>
                  <a:pt x="3753899" y="361069"/>
                  <a:pt x="3730086" y="395359"/>
                  <a:pt x="3703416" y="484894"/>
                </a:cubicBezTo>
                <a:cubicBezTo>
                  <a:pt x="3645314" y="682061"/>
                  <a:pt x="3585306" y="878276"/>
                  <a:pt x="3527204" y="1075444"/>
                </a:cubicBezTo>
                <a:cubicBezTo>
                  <a:pt x="3518631" y="1104972"/>
                  <a:pt x="3518631" y="1105924"/>
                  <a:pt x="3549111" y="1104972"/>
                </a:cubicBezTo>
                <a:cubicBezTo>
                  <a:pt x="3975831" y="1096399"/>
                  <a:pt x="4401599" y="1080207"/>
                  <a:pt x="4827366" y="1055442"/>
                </a:cubicBezTo>
                <a:cubicBezTo>
                  <a:pt x="5031201" y="1043059"/>
                  <a:pt x="5111211" y="1031629"/>
                  <a:pt x="5314094" y="1014484"/>
                </a:cubicBezTo>
                <a:cubicBezTo>
                  <a:pt x="5364576" y="1009722"/>
                  <a:pt x="5414107" y="1011626"/>
                  <a:pt x="5463636" y="1020199"/>
                </a:cubicBezTo>
                <a:cubicBezTo>
                  <a:pt x="5494116" y="1024961"/>
                  <a:pt x="5523644" y="1031629"/>
                  <a:pt x="5554124" y="1037344"/>
                </a:cubicBezTo>
                <a:cubicBezTo>
                  <a:pt x="5597939" y="1044012"/>
                  <a:pt x="5625561" y="1048774"/>
                  <a:pt x="5673186" y="1062109"/>
                </a:cubicBezTo>
                <a:cubicBezTo>
                  <a:pt x="5616036" y="1064967"/>
                  <a:pt x="5541741" y="1052584"/>
                  <a:pt x="5517929" y="1057347"/>
                </a:cubicBezTo>
                <a:cubicBezTo>
                  <a:pt x="5364576" y="1077349"/>
                  <a:pt x="5334096" y="1097352"/>
                  <a:pt x="5180744" y="1117354"/>
                </a:cubicBezTo>
                <a:lnTo>
                  <a:pt x="4631151" y="1188792"/>
                </a:lnTo>
                <a:cubicBezTo>
                  <a:pt x="4594004" y="1194507"/>
                  <a:pt x="4567334" y="1199269"/>
                  <a:pt x="4523519" y="1204984"/>
                </a:cubicBezTo>
                <a:cubicBezTo>
                  <a:pt x="4529234" y="1214509"/>
                  <a:pt x="4535901" y="1230702"/>
                  <a:pt x="4541616" y="1230702"/>
                </a:cubicBezTo>
                <a:cubicBezTo>
                  <a:pt x="4618769" y="1232606"/>
                  <a:pt x="4657821" y="1228797"/>
                  <a:pt x="4734974" y="1224987"/>
                </a:cubicBezTo>
                <a:cubicBezTo>
                  <a:pt x="4759739" y="1223081"/>
                  <a:pt x="4784504" y="1223081"/>
                  <a:pt x="4813079" y="1231654"/>
                </a:cubicBezTo>
                <a:cubicBezTo>
                  <a:pt x="4800696" y="1240227"/>
                  <a:pt x="4791171" y="1240227"/>
                  <a:pt x="4781646" y="1240227"/>
                </a:cubicBezTo>
                <a:cubicBezTo>
                  <a:pt x="4670204" y="1245942"/>
                  <a:pt x="4596861" y="1264039"/>
                  <a:pt x="4484466" y="1265944"/>
                </a:cubicBezTo>
                <a:cubicBezTo>
                  <a:pt x="4470179" y="1265944"/>
                  <a:pt x="4457796" y="1268802"/>
                  <a:pt x="4449224" y="1282137"/>
                </a:cubicBezTo>
                <a:cubicBezTo>
                  <a:pt x="4446366" y="1285947"/>
                  <a:pt x="4442556" y="1289756"/>
                  <a:pt x="4438746" y="1291662"/>
                </a:cubicBezTo>
                <a:cubicBezTo>
                  <a:pt x="4414934" y="1305949"/>
                  <a:pt x="4403504" y="1359289"/>
                  <a:pt x="4415886" y="1384054"/>
                </a:cubicBezTo>
                <a:cubicBezTo>
                  <a:pt x="4422554" y="1396437"/>
                  <a:pt x="4440651" y="1405009"/>
                  <a:pt x="4437794" y="1417392"/>
                </a:cubicBezTo>
                <a:cubicBezTo>
                  <a:pt x="4433984" y="1430727"/>
                  <a:pt x="4412076" y="1422154"/>
                  <a:pt x="4402551" y="1430727"/>
                </a:cubicBezTo>
                <a:cubicBezTo>
                  <a:pt x="4359689" y="1468827"/>
                  <a:pt x="4312064" y="1451681"/>
                  <a:pt x="4265391" y="1441204"/>
                </a:cubicBezTo>
                <a:cubicBezTo>
                  <a:pt x="4243484" y="1436442"/>
                  <a:pt x="4222529" y="1433584"/>
                  <a:pt x="4201574" y="1445014"/>
                </a:cubicBezTo>
                <a:cubicBezTo>
                  <a:pt x="4193001" y="1449777"/>
                  <a:pt x="4182524" y="1450729"/>
                  <a:pt x="4172999" y="1449777"/>
                </a:cubicBezTo>
                <a:cubicBezTo>
                  <a:pt x="4123469" y="1444062"/>
                  <a:pt x="4072986" y="1439299"/>
                  <a:pt x="4025361" y="1421202"/>
                </a:cubicBezTo>
                <a:cubicBezTo>
                  <a:pt x="3996786" y="1409772"/>
                  <a:pt x="3981546" y="1345954"/>
                  <a:pt x="3965354" y="1319284"/>
                </a:cubicBezTo>
                <a:cubicBezTo>
                  <a:pt x="3959639" y="1310712"/>
                  <a:pt x="3953924" y="1308806"/>
                  <a:pt x="3944399" y="1309759"/>
                </a:cubicBezTo>
                <a:cubicBezTo>
                  <a:pt x="3848196" y="1319284"/>
                  <a:pt x="3712941" y="1328809"/>
                  <a:pt x="3616739" y="1338334"/>
                </a:cubicBezTo>
                <a:cubicBezTo>
                  <a:pt x="3599594" y="1339287"/>
                  <a:pt x="3591021" y="1349764"/>
                  <a:pt x="3585306" y="1364052"/>
                </a:cubicBezTo>
                <a:cubicBezTo>
                  <a:pt x="3578639" y="1379292"/>
                  <a:pt x="3572924" y="1393579"/>
                  <a:pt x="3563399" y="1406914"/>
                </a:cubicBezTo>
                <a:cubicBezTo>
                  <a:pt x="3540539" y="1439299"/>
                  <a:pt x="3510059" y="1434537"/>
                  <a:pt x="3471006" y="1439299"/>
                </a:cubicBezTo>
                <a:cubicBezTo>
                  <a:pt x="3352896" y="1454539"/>
                  <a:pt x="3271934" y="1474542"/>
                  <a:pt x="3153824" y="1492639"/>
                </a:cubicBezTo>
                <a:cubicBezTo>
                  <a:pt x="3007139" y="1515499"/>
                  <a:pt x="2860454" y="1557409"/>
                  <a:pt x="2712816" y="1567887"/>
                </a:cubicBezTo>
                <a:cubicBezTo>
                  <a:pt x="2696624" y="1568839"/>
                  <a:pt x="2689956" y="1572649"/>
                  <a:pt x="2689004" y="1589794"/>
                </a:cubicBezTo>
                <a:cubicBezTo>
                  <a:pt x="2688051" y="1611702"/>
                  <a:pt x="2686146" y="1611702"/>
                  <a:pt x="2661381" y="1645039"/>
                </a:cubicBezTo>
                <a:cubicBezTo>
                  <a:pt x="2664239" y="1648849"/>
                  <a:pt x="2668049" y="1646944"/>
                  <a:pt x="2671859" y="1646944"/>
                </a:cubicBezTo>
                <a:cubicBezTo>
                  <a:pt x="2691861" y="1644087"/>
                  <a:pt x="2710911" y="1663137"/>
                  <a:pt x="2720436" y="1687902"/>
                </a:cubicBezTo>
                <a:cubicBezTo>
                  <a:pt x="2730914" y="1713619"/>
                  <a:pt x="2727104" y="1751719"/>
                  <a:pt x="2709959" y="1765054"/>
                </a:cubicBezTo>
                <a:cubicBezTo>
                  <a:pt x="2695671" y="1775531"/>
                  <a:pt x="2681384" y="1784104"/>
                  <a:pt x="2668049" y="1772674"/>
                </a:cubicBezTo>
                <a:cubicBezTo>
                  <a:pt x="2664239" y="1768864"/>
                  <a:pt x="2661381" y="1764102"/>
                  <a:pt x="2657571" y="1760292"/>
                </a:cubicBezTo>
                <a:cubicBezTo>
                  <a:pt x="2640426" y="1741242"/>
                  <a:pt x="2634711" y="1750767"/>
                  <a:pt x="2622329" y="1772674"/>
                </a:cubicBezTo>
                <a:cubicBezTo>
                  <a:pt x="2614709" y="1786962"/>
                  <a:pt x="2604231" y="1774579"/>
                  <a:pt x="2587086" y="1770769"/>
                </a:cubicBezTo>
                <a:cubicBezTo>
                  <a:pt x="2575656" y="1767912"/>
                  <a:pt x="2565179" y="1769817"/>
                  <a:pt x="2555654" y="1778389"/>
                </a:cubicBezTo>
                <a:cubicBezTo>
                  <a:pt x="2541366" y="1791724"/>
                  <a:pt x="2527079" y="1806964"/>
                  <a:pt x="2513744" y="1793629"/>
                </a:cubicBezTo>
                <a:cubicBezTo>
                  <a:pt x="2508981" y="1788867"/>
                  <a:pt x="2505171" y="1783152"/>
                  <a:pt x="2500409" y="1778389"/>
                </a:cubicBezTo>
                <a:cubicBezTo>
                  <a:pt x="2485169" y="1762197"/>
                  <a:pt x="2479454" y="1763149"/>
                  <a:pt x="2469929" y="1783152"/>
                </a:cubicBezTo>
                <a:cubicBezTo>
                  <a:pt x="2464214" y="1795534"/>
                  <a:pt x="2456594" y="1796487"/>
                  <a:pt x="2441354" y="1796487"/>
                </a:cubicBezTo>
                <a:cubicBezTo>
                  <a:pt x="2426114" y="1796487"/>
                  <a:pt x="2415636" y="1787914"/>
                  <a:pt x="2410874" y="1775531"/>
                </a:cubicBezTo>
                <a:cubicBezTo>
                  <a:pt x="2403254" y="1756481"/>
                  <a:pt x="2392776" y="1760292"/>
                  <a:pt x="2372774" y="1764102"/>
                </a:cubicBezTo>
                <a:cubicBezTo>
                  <a:pt x="2357534" y="1766959"/>
                  <a:pt x="2347056" y="1757434"/>
                  <a:pt x="2341341" y="1743147"/>
                </a:cubicBezTo>
                <a:cubicBezTo>
                  <a:pt x="2330864" y="1718381"/>
                  <a:pt x="2333721" y="1665042"/>
                  <a:pt x="2344199" y="1641229"/>
                </a:cubicBezTo>
                <a:cubicBezTo>
                  <a:pt x="2349914" y="1627894"/>
                  <a:pt x="2362296" y="1623131"/>
                  <a:pt x="2376584" y="1624084"/>
                </a:cubicBezTo>
                <a:cubicBezTo>
                  <a:pt x="2391824" y="1625037"/>
                  <a:pt x="2401349" y="1624084"/>
                  <a:pt x="2407064" y="1638372"/>
                </a:cubicBezTo>
                <a:cubicBezTo>
                  <a:pt x="2409921" y="1645039"/>
                  <a:pt x="2408016" y="1654564"/>
                  <a:pt x="2419446" y="1654564"/>
                </a:cubicBezTo>
                <a:cubicBezTo>
                  <a:pt x="2430876" y="1654564"/>
                  <a:pt x="2433734" y="1645992"/>
                  <a:pt x="2436591" y="1638372"/>
                </a:cubicBezTo>
                <a:cubicBezTo>
                  <a:pt x="2443259" y="1622179"/>
                  <a:pt x="2442306" y="1605034"/>
                  <a:pt x="2442306" y="1586937"/>
                </a:cubicBezTo>
                <a:cubicBezTo>
                  <a:pt x="2442306" y="1554552"/>
                  <a:pt x="2422304" y="1561219"/>
                  <a:pt x="2406111" y="1555504"/>
                </a:cubicBezTo>
                <a:cubicBezTo>
                  <a:pt x="2398491" y="1552647"/>
                  <a:pt x="2390871" y="1548837"/>
                  <a:pt x="2383251" y="1545027"/>
                </a:cubicBezTo>
                <a:cubicBezTo>
                  <a:pt x="2364201" y="1534549"/>
                  <a:pt x="2354676" y="1538359"/>
                  <a:pt x="2348961" y="1558362"/>
                </a:cubicBezTo>
                <a:cubicBezTo>
                  <a:pt x="2342294" y="1579317"/>
                  <a:pt x="2336579" y="1601224"/>
                  <a:pt x="2330864" y="1622179"/>
                </a:cubicBezTo>
                <a:cubicBezTo>
                  <a:pt x="2328006" y="1633609"/>
                  <a:pt x="2322291" y="1638372"/>
                  <a:pt x="2309909" y="1638372"/>
                </a:cubicBezTo>
                <a:cubicBezTo>
                  <a:pt x="2283239" y="1639324"/>
                  <a:pt x="2261331" y="1636467"/>
                  <a:pt x="2239424" y="1615512"/>
                </a:cubicBezTo>
                <a:cubicBezTo>
                  <a:pt x="2227041" y="1603129"/>
                  <a:pt x="2201324" y="1605034"/>
                  <a:pt x="2181321" y="1600272"/>
                </a:cubicBezTo>
                <a:cubicBezTo>
                  <a:pt x="2178464" y="1599319"/>
                  <a:pt x="2172749" y="1602177"/>
                  <a:pt x="2174654" y="1604081"/>
                </a:cubicBezTo>
                <a:cubicBezTo>
                  <a:pt x="2187036" y="1619322"/>
                  <a:pt x="2167986" y="1627894"/>
                  <a:pt x="2166081" y="1640277"/>
                </a:cubicBezTo>
                <a:cubicBezTo>
                  <a:pt x="2163224" y="1651706"/>
                  <a:pt x="2164176" y="1656469"/>
                  <a:pt x="2178464" y="1655517"/>
                </a:cubicBezTo>
                <a:cubicBezTo>
                  <a:pt x="2208944" y="1652659"/>
                  <a:pt x="2217516" y="1659327"/>
                  <a:pt x="2226089" y="1685044"/>
                </a:cubicBezTo>
                <a:cubicBezTo>
                  <a:pt x="2235614" y="1715524"/>
                  <a:pt x="2227994" y="1751719"/>
                  <a:pt x="2208944" y="1763149"/>
                </a:cubicBezTo>
                <a:cubicBezTo>
                  <a:pt x="2194656" y="1771722"/>
                  <a:pt x="2180369" y="1768864"/>
                  <a:pt x="2168939" y="1757434"/>
                </a:cubicBezTo>
                <a:cubicBezTo>
                  <a:pt x="2164176" y="1752672"/>
                  <a:pt x="2160366" y="1746004"/>
                  <a:pt x="2155604" y="1741242"/>
                </a:cubicBezTo>
                <a:cubicBezTo>
                  <a:pt x="2143221" y="1727906"/>
                  <a:pt x="2131791" y="1726954"/>
                  <a:pt x="2123219" y="1744099"/>
                </a:cubicBezTo>
                <a:cubicBezTo>
                  <a:pt x="2115599" y="1758387"/>
                  <a:pt x="2105121" y="1768864"/>
                  <a:pt x="2087024" y="1766959"/>
                </a:cubicBezTo>
                <a:cubicBezTo>
                  <a:pt x="2067974" y="1765054"/>
                  <a:pt x="2061306" y="1751719"/>
                  <a:pt x="2057496" y="1736479"/>
                </a:cubicBezTo>
                <a:cubicBezTo>
                  <a:pt x="2054639" y="1724097"/>
                  <a:pt x="2049876" y="1722192"/>
                  <a:pt x="2038446" y="1725049"/>
                </a:cubicBezTo>
                <a:cubicBezTo>
                  <a:pt x="2011776" y="1729812"/>
                  <a:pt x="2000346" y="1722192"/>
                  <a:pt x="1994631" y="1695522"/>
                </a:cubicBezTo>
                <a:cubicBezTo>
                  <a:pt x="1990821" y="1678377"/>
                  <a:pt x="1990821" y="1661231"/>
                  <a:pt x="1993679" y="1645039"/>
                </a:cubicBezTo>
                <a:cubicBezTo>
                  <a:pt x="1997489" y="1627894"/>
                  <a:pt x="2007966" y="1615512"/>
                  <a:pt x="2026064" y="1614559"/>
                </a:cubicBezTo>
                <a:cubicBezTo>
                  <a:pt x="2043209" y="1613606"/>
                  <a:pt x="2054639" y="1623131"/>
                  <a:pt x="2060354" y="1639324"/>
                </a:cubicBezTo>
                <a:cubicBezTo>
                  <a:pt x="2062259" y="1645992"/>
                  <a:pt x="2061306" y="1656469"/>
                  <a:pt x="2072736" y="1655517"/>
                </a:cubicBezTo>
                <a:cubicBezTo>
                  <a:pt x="2082261" y="1655517"/>
                  <a:pt x="2089881" y="1650754"/>
                  <a:pt x="2093691" y="1641229"/>
                </a:cubicBezTo>
                <a:cubicBezTo>
                  <a:pt x="2095596" y="1635514"/>
                  <a:pt x="2098454" y="1630752"/>
                  <a:pt x="2099406" y="1625989"/>
                </a:cubicBezTo>
                <a:cubicBezTo>
                  <a:pt x="2105121" y="1597414"/>
                  <a:pt x="2089881" y="1568839"/>
                  <a:pt x="2101311" y="1539312"/>
                </a:cubicBezTo>
                <a:cubicBezTo>
                  <a:pt x="2098454" y="1538359"/>
                  <a:pt x="2096549" y="1538359"/>
                  <a:pt x="2093691" y="1538359"/>
                </a:cubicBezTo>
                <a:cubicBezTo>
                  <a:pt x="2087024" y="1557409"/>
                  <a:pt x="2079404" y="1575506"/>
                  <a:pt x="2072736" y="1594556"/>
                </a:cubicBezTo>
                <a:cubicBezTo>
                  <a:pt x="2068926" y="1606939"/>
                  <a:pt x="2062259" y="1609797"/>
                  <a:pt x="2049876" y="1606939"/>
                </a:cubicBezTo>
                <a:cubicBezTo>
                  <a:pt x="2012729" y="1599319"/>
                  <a:pt x="1978439" y="1583127"/>
                  <a:pt x="1942244" y="1573602"/>
                </a:cubicBezTo>
                <a:cubicBezTo>
                  <a:pt x="1935576" y="1571697"/>
                  <a:pt x="1928909" y="1567887"/>
                  <a:pt x="1926051" y="1561219"/>
                </a:cubicBezTo>
                <a:cubicBezTo>
                  <a:pt x="1915574" y="1538359"/>
                  <a:pt x="1895571" y="1529787"/>
                  <a:pt x="1874616" y="1522167"/>
                </a:cubicBezTo>
                <a:cubicBezTo>
                  <a:pt x="1846041" y="1511689"/>
                  <a:pt x="1840326" y="1495497"/>
                  <a:pt x="1852709" y="1466922"/>
                </a:cubicBezTo>
                <a:cubicBezTo>
                  <a:pt x="1871759" y="1424059"/>
                  <a:pt x="1846359" y="1426123"/>
                  <a:pt x="1826039" y="1415487"/>
                </a:cubicBezTo>
                <a:cubicBezTo>
                  <a:pt x="1805719" y="1404851"/>
                  <a:pt x="1752538" y="1397230"/>
                  <a:pt x="1730789" y="1403104"/>
                </a:cubicBezTo>
                <a:cubicBezTo>
                  <a:pt x="1696499" y="1385006"/>
                  <a:pt x="1702214" y="1407867"/>
                  <a:pt x="1695546" y="1450729"/>
                </a:cubicBezTo>
                <a:cubicBezTo>
                  <a:pt x="1695546" y="1454539"/>
                  <a:pt x="1694118" y="1460255"/>
                  <a:pt x="1694594" y="1474542"/>
                </a:cubicBezTo>
                <a:cubicBezTo>
                  <a:pt x="1695070" y="1488829"/>
                  <a:pt x="1696023" y="1516610"/>
                  <a:pt x="1698404" y="1536454"/>
                </a:cubicBezTo>
                <a:cubicBezTo>
                  <a:pt x="1709834" y="1554552"/>
                  <a:pt x="1710786" y="1573602"/>
                  <a:pt x="1708881" y="1593604"/>
                </a:cubicBezTo>
                <a:cubicBezTo>
                  <a:pt x="1707929" y="1590747"/>
                  <a:pt x="1704119" y="1589794"/>
                  <a:pt x="1697451" y="1592652"/>
                </a:cubicBezTo>
                <a:cubicBezTo>
                  <a:pt x="1692689" y="1594556"/>
                  <a:pt x="1688879" y="1596462"/>
                  <a:pt x="1687926" y="1601224"/>
                </a:cubicBezTo>
                <a:cubicBezTo>
                  <a:pt x="1691736" y="1607892"/>
                  <a:pt x="1697451" y="1605987"/>
                  <a:pt x="1702214" y="1605987"/>
                </a:cubicBezTo>
                <a:cubicBezTo>
                  <a:pt x="1733646" y="1607892"/>
                  <a:pt x="1745076" y="1619322"/>
                  <a:pt x="1743171" y="1650754"/>
                </a:cubicBezTo>
                <a:cubicBezTo>
                  <a:pt x="1742219" y="1669804"/>
                  <a:pt x="1740314" y="1688854"/>
                  <a:pt x="1726979" y="1704094"/>
                </a:cubicBezTo>
                <a:cubicBezTo>
                  <a:pt x="1709834" y="1724097"/>
                  <a:pt x="1690784" y="1723144"/>
                  <a:pt x="1676496" y="1701237"/>
                </a:cubicBezTo>
                <a:cubicBezTo>
                  <a:pt x="1672686" y="1695522"/>
                  <a:pt x="1669829" y="1687902"/>
                  <a:pt x="1665066" y="1682187"/>
                </a:cubicBezTo>
                <a:cubicBezTo>
                  <a:pt x="1654589" y="1671709"/>
                  <a:pt x="1644111" y="1663137"/>
                  <a:pt x="1633634" y="1683139"/>
                </a:cubicBezTo>
                <a:cubicBezTo>
                  <a:pt x="1626014" y="1698379"/>
                  <a:pt x="1614584" y="1703142"/>
                  <a:pt x="1597439" y="1699331"/>
                </a:cubicBezTo>
                <a:cubicBezTo>
                  <a:pt x="1580294" y="1695522"/>
                  <a:pt x="1576484" y="1684092"/>
                  <a:pt x="1573626" y="1669804"/>
                </a:cubicBezTo>
                <a:cubicBezTo>
                  <a:pt x="1566006" y="1633609"/>
                  <a:pt x="1559339" y="1654564"/>
                  <a:pt x="1592676" y="1636467"/>
                </a:cubicBezTo>
                <a:cubicBezTo>
                  <a:pt x="1598391" y="1633609"/>
                  <a:pt x="1598391" y="1633609"/>
                  <a:pt x="1599344" y="1620274"/>
                </a:cubicBezTo>
                <a:cubicBezTo>
                  <a:pt x="1563149" y="1631704"/>
                  <a:pt x="1551719" y="1628847"/>
                  <a:pt x="1543146" y="1605034"/>
                </a:cubicBezTo>
                <a:cubicBezTo>
                  <a:pt x="1531716" y="1573602"/>
                  <a:pt x="1545051" y="1526929"/>
                  <a:pt x="1568864" y="1517404"/>
                </a:cubicBezTo>
                <a:cubicBezTo>
                  <a:pt x="1584104" y="1510737"/>
                  <a:pt x="1602201" y="1518356"/>
                  <a:pt x="1609821" y="1535502"/>
                </a:cubicBezTo>
                <a:cubicBezTo>
                  <a:pt x="1612679" y="1542169"/>
                  <a:pt x="1614584" y="1548837"/>
                  <a:pt x="1615536" y="1555504"/>
                </a:cubicBezTo>
                <a:cubicBezTo>
                  <a:pt x="1617441" y="1563124"/>
                  <a:pt x="1623156" y="1565029"/>
                  <a:pt x="1628871" y="1565981"/>
                </a:cubicBezTo>
                <a:cubicBezTo>
                  <a:pt x="1637444" y="1566934"/>
                  <a:pt x="1639349" y="1560267"/>
                  <a:pt x="1640301" y="1554552"/>
                </a:cubicBezTo>
                <a:cubicBezTo>
                  <a:pt x="1642206" y="1541217"/>
                  <a:pt x="1644111" y="1526929"/>
                  <a:pt x="1645064" y="1513594"/>
                </a:cubicBezTo>
                <a:cubicBezTo>
                  <a:pt x="1646969" y="1486924"/>
                  <a:pt x="1627919" y="1464064"/>
                  <a:pt x="1625061" y="1436442"/>
                </a:cubicBezTo>
                <a:cubicBezTo>
                  <a:pt x="1624109" y="1430727"/>
                  <a:pt x="1626014" y="1377387"/>
                  <a:pt x="1619346" y="1374529"/>
                </a:cubicBezTo>
                <a:lnTo>
                  <a:pt x="1560291" y="1371672"/>
                </a:lnTo>
                <a:cubicBezTo>
                  <a:pt x="1527906" y="1365956"/>
                  <a:pt x="1494569" y="1361194"/>
                  <a:pt x="1461231" y="1354527"/>
                </a:cubicBezTo>
                <a:cubicBezTo>
                  <a:pt x="1432656" y="1348812"/>
                  <a:pt x="1424084" y="1360242"/>
                  <a:pt x="1400271" y="1341192"/>
                </a:cubicBezTo>
                <a:cubicBezTo>
                  <a:pt x="1395509" y="1337381"/>
                  <a:pt x="1388841" y="1330714"/>
                  <a:pt x="1382174" y="1335477"/>
                </a:cubicBezTo>
                <a:cubicBezTo>
                  <a:pt x="1375506" y="1340239"/>
                  <a:pt x="1379316" y="1347859"/>
                  <a:pt x="1380269" y="1354527"/>
                </a:cubicBezTo>
                <a:cubicBezTo>
                  <a:pt x="1381221" y="1367862"/>
                  <a:pt x="1381221" y="1380244"/>
                  <a:pt x="1376459" y="1392627"/>
                </a:cubicBezTo>
                <a:cubicBezTo>
                  <a:pt x="1371696" y="1404056"/>
                  <a:pt x="1350741" y="1400247"/>
                  <a:pt x="1331691" y="1401199"/>
                </a:cubicBezTo>
                <a:cubicBezTo>
                  <a:pt x="1312641" y="1403104"/>
                  <a:pt x="1300259" y="1397389"/>
                  <a:pt x="1293591" y="1379292"/>
                </a:cubicBezTo>
                <a:cubicBezTo>
                  <a:pt x="1291686" y="1375481"/>
                  <a:pt x="1288829" y="1372624"/>
                  <a:pt x="1285971" y="1367862"/>
                </a:cubicBezTo>
                <a:cubicBezTo>
                  <a:pt x="1284066" y="1371672"/>
                  <a:pt x="1282161" y="1372624"/>
                  <a:pt x="1281209" y="1374529"/>
                </a:cubicBezTo>
                <a:cubicBezTo>
                  <a:pt x="1272636" y="1393579"/>
                  <a:pt x="1261206" y="1408819"/>
                  <a:pt x="1237394" y="1402152"/>
                </a:cubicBezTo>
                <a:cubicBezTo>
                  <a:pt x="1215486" y="1396437"/>
                  <a:pt x="1184054" y="1377387"/>
                  <a:pt x="1182149" y="1358337"/>
                </a:cubicBezTo>
                <a:cubicBezTo>
                  <a:pt x="1180244" y="1340239"/>
                  <a:pt x="1183101" y="1322142"/>
                  <a:pt x="1190721" y="1304997"/>
                </a:cubicBezTo>
                <a:cubicBezTo>
                  <a:pt x="1195484" y="1294519"/>
                  <a:pt x="1220249" y="1291662"/>
                  <a:pt x="1210724" y="1289756"/>
                </a:cubicBezTo>
                <a:cubicBezTo>
                  <a:pt x="1174529" y="1284042"/>
                  <a:pt x="1128809" y="1267849"/>
                  <a:pt x="1092614" y="1261181"/>
                </a:cubicBezTo>
                <a:cubicBezTo>
                  <a:pt x="1082136" y="1259277"/>
                  <a:pt x="1072611" y="1261181"/>
                  <a:pt x="1064039" y="1266897"/>
                </a:cubicBezTo>
                <a:cubicBezTo>
                  <a:pt x="1042131" y="1281184"/>
                  <a:pt x="1029749" y="1307854"/>
                  <a:pt x="1003079" y="1313569"/>
                </a:cubicBezTo>
                <a:cubicBezTo>
                  <a:pt x="996411" y="1314522"/>
                  <a:pt x="995459" y="1318331"/>
                  <a:pt x="997364" y="1324999"/>
                </a:cubicBezTo>
                <a:cubicBezTo>
                  <a:pt x="1000221" y="1333572"/>
                  <a:pt x="1002126" y="1343097"/>
                  <a:pt x="1003079" y="1351669"/>
                </a:cubicBezTo>
                <a:cubicBezTo>
                  <a:pt x="1007841" y="1387864"/>
                  <a:pt x="984029" y="1416439"/>
                  <a:pt x="947834" y="1421202"/>
                </a:cubicBezTo>
                <a:lnTo>
                  <a:pt x="943071" y="1421202"/>
                </a:lnTo>
                <a:cubicBezTo>
                  <a:pt x="878301" y="1406914"/>
                  <a:pt x="810674" y="1417392"/>
                  <a:pt x="745904" y="1403104"/>
                </a:cubicBezTo>
                <a:cubicBezTo>
                  <a:pt x="717329" y="1396437"/>
                  <a:pt x="662084" y="1404056"/>
                  <a:pt x="636366" y="1389769"/>
                </a:cubicBezTo>
                <a:cubicBezTo>
                  <a:pt x="584931" y="1361194"/>
                  <a:pt x="593504" y="1297377"/>
                  <a:pt x="600171" y="1240227"/>
                </a:cubicBezTo>
                <a:cubicBezTo>
                  <a:pt x="601124" y="1233559"/>
                  <a:pt x="603981" y="1226892"/>
                  <a:pt x="600171" y="1220224"/>
                </a:cubicBezTo>
                <a:cubicBezTo>
                  <a:pt x="588741" y="1219272"/>
                  <a:pt x="565881" y="1209747"/>
                  <a:pt x="560166" y="1216414"/>
                </a:cubicBezTo>
                <a:cubicBezTo>
                  <a:pt x="548736" y="1231654"/>
                  <a:pt x="536354" y="1263087"/>
                  <a:pt x="517304" y="1267849"/>
                </a:cubicBezTo>
                <a:cubicBezTo>
                  <a:pt x="506826" y="1270706"/>
                  <a:pt x="506826" y="1275469"/>
                  <a:pt x="510636" y="1284042"/>
                </a:cubicBezTo>
                <a:cubicBezTo>
                  <a:pt x="514446" y="1291662"/>
                  <a:pt x="518256" y="1301187"/>
                  <a:pt x="519209" y="1309759"/>
                </a:cubicBezTo>
                <a:cubicBezTo>
                  <a:pt x="524924" y="1347859"/>
                  <a:pt x="516351" y="1384054"/>
                  <a:pt x="477299" y="1384054"/>
                </a:cubicBezTo>
                <a:cubicBezTo>
                  <a:pt x="425864" y="1384054"/>
                  <a:pt x="374429" y="1383102"/>
                  <a:pt x="322994" y="1382149"/>
                </a:cubicBezTo>
                <a:cubicBezTo>
                  <a:pt x="275369" y="1381197"/>
                  <a:pt x="227744" y="1365004"/>
                  <a:pt x="186786" y="1338334"/>
                </a:cubicBezTo>
                <a:cubicBezTo>
                  <a:pt x="132494" y="1303092"/>
                  <a:pt x="110586" y="1247847"/>
                  <a:pt x="127731" y="1189744"/>
                </a:cubicBezTo>
                <a:cubicBezTo>
                  <a:pt x="145829" y="1128784"/>
                  <a:pt x="192501" y="1092589"/>
                  <a:pt x="257271" y="1089732"/>
                </a:cubicBezTo>
                <a:cubicBezTo>
                  <a:pt x="275369" y="1088779"/>
                  <a:pt x="294419" y="1094494"/>
                  <a:pt x="318231" y="1084969"/>
                </a:cubicBezTo>
                <a:cubicBezTo>
                  <a:pt x="279179" y="1070682"/>
                  <a:pt x="243936" y="1065919"/>
                  <a:pt x="208694" y="1059252"/>
                </a:cubicBezTo>
                <a:cubicBezTo>
                  <a:pt x="132494" y="1044964"/>
                  <a:pt x="102966" y="1030676"/>
                  <a:pt x="26766" y="1016389"/>
                </a:cubicBezTo>
                <a:cubicBezTo>
                  <a:pt x="17241" y="1015436"/>
                  <a:pt x="3906" y="1017342"/>
                  <a:pt x="96" y="1004007"/>
                </a:cubicBezTo>
                <a:cubicBezTo>
                  <a:pt x="-3714" y="990672"/>
                  <a:pt x="107729" y="975432"/>
                  <a:pt x="138209" y="981147"/>
                </a:cubicBezTo>
                <a:cubicBezTo>
                  <a:pt x="241079" y="1000197"/>
                  <a:pt x="257271" y="995434"/>
                  <a:pt x="361094" y="1014484"/>
                </a:cubicBezTo>
                <a:cubicBezTo>
                  <a:pt x="506826" y="1042107"/>
                  <a:pt x="653511" y="1063062"/>
                  <a:pt x="801149" y="1075444"/>
                </a:cubicBezTo>
                <a:cubicBezTo>
                  <a:pt x="879254" y="1082112"/>
                  <a:pt x="976409" y="1095447"/>
                  <a:pt x="1055466" y="1090684"/>
                </a:cubicBezTo>
                <a:cubicBezTo>
                  <a:pt x="1069754" y="1090684"/>
                  <a:pt x="1086899" y="1091637"/>
                  <a:pt x="1075469" y="1067824"/>
                </a:cubicBezTo>
                <a:cubicBezTo>
                  <a:pt x="1073564" y="1064014"/>
                  <a:pt x="1074516" y="1057347"/>
                  <a:pt x="1076421" y="1052584"/>
                </a:cubicBezTo>
                <a:cubicBezTo>
                  <a:pt x="1089756" y="1024009"/>
                  <a:pt x="1078326" y="1004007"/>
                  <a:pt x="1060229" y="981147"/>
                </a:cubicBezTo>
                <a:cubicBezTo>
                  <a:pt x="1014509" y="924949"/>
                  <a:pt x="926879" y="851607"/>
                  <a:pt x="917354" y="779217"/>
                </a:cubicBezTo>
                <a:cubicBezTo>
                  <a:pt x="911639" y="738259"/>
                  <a:pt x="923069" y="703017"/>
                  <a:pt x="948786" y="672536"/>
                </a:cubicBezTo>
                <a:cubicBezTo>
                  <a:pt x="957359" y="661107"/>
                  <a:pt x="967836" y="650629"/>
                  <a:pt x="977361" y="640151"/>
                </a:cubicBezTo>
                <a:cubicBezTo>
                  <a:pt x="1028796" y="584907"/>
                  <a:pt x="1118331" y="530614"/>
                  <a:pt x="1167861" y="472511"/>
                </a:cubicBezTo>
                <a:cubicBezTo>
                  <a:pt x="1218344" y="414409"/>
                  <a:pt x="1294544" y="414409"/>
                  <a:pt x="1367886" y="423934"/>
                </a:cubicBezTo>
                <a:cubicBezTo>
                  <a:pt x="1482186" y="439174"/>
                  <a:pt x="1590771" y="474416"/>
                  <a:pt x="1698404" y="513469"/>
                </a:cubicBezTo>
                <a:cubicBezTo>
                  <a:pt x="1713644" y="518232"/>
                  <a:pt x="1751744" y="536329"/>
                  <a:pt x="1767936" y="542997"/>
                </a:cubicBezTo>
                <a:cubicBezTo>
                  <a:pt x="1868901" y="585859"/>
                  <a:pt x="1966056" y="643961"/>
                  <a:pt x="2060354" y="700159"/>
                </a:cubicBezTo>
                <a:cubicBezTo>
                  <a:pt x="2109884" y="729686"/>
                  <a:pt x="2167986" y="745879"/>
                  <a:pt x="2223231" y="760167"/>
                </a:cubicBezTo>
                <a:cubicBezTo>
                  <a:pt x="2446116" y="817317"/>
                  <a:pt x="2669001" y="857322"/>
                  <a:pt x="2890934" y="920186"/>
                </a:cubicBezTo>
                <a:cubicBezTo>
                  <a:pt x="2914746" y="926854"/>
                  <a:pt x="2927129" y="915424"/>
                  <a:pt x="2939511" y="900184"/>
                </a:cubicBezTo>
                <a:cubicBezTo>
                  <a:pt x="3005234" y="818269"/>
                  <a:pt x="3070004" y="737307"/>
                  <a:pt x="3134774" y="654439"/>
                </a:cubicBezTo>
                <a:cubicBezTo>
                  <a:pt x="3304319" y="437269"/>
                  <a:pt x="3471959" y="275344"/>
                  <a:pt x="3645314" y="61031"/>
                </a:cubicBezTo>
                <a:cubicBezTo>
                  <a:pt x="3651029" y="54364"/>
                  <a:pt x="3657696" y="48649"/>
                  <a:pt x="3661506" y="41029"/>
                </a:cubicBezTo>
                <a:cubicBezTo>
                  <a:pt x="3677223" y="13883"/>
                  <a:pt x="3698833" y="1738"/>
                  <a:pt x="3725131" y="1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>
              <a:solidFill>
                <a:schemeClr val="accent3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B75F69-4D3F-C9DA-F3C2-32DDC15ED82D}"/>
              </a:ext>
            </a:extLst>
          </p:cNvPr>
          <p:cNvSpPr/>
          <p:nvPr/>
        </p:nvSpPr>
        <p:spPr>
          <a:xfrm rot="324199">
            <a:off x="9455798" y="3656476"/>
            <a:ext cx="676882" cy="490410"/>
          </a:xfrm>
          <a:custGeom>
            <a:avLst/>
            <a:gdLst>
              <a:gd name="connsiteX0" fmla="*/ 210648 w 676882"/>
              <a:gd name="connsiteY0" fmla="*/ 407429 h 490410"/>
              <a:gd name="connsiteX1" fmla="*/ 181157 w 676882"/>
              <a:gd name="connsiteY1" fmla="*/ 423929 h 490410"/>
              <a:gd name="connsiteX2" fmla="*/ 210648 w 676882"/>
              <a:gd name="connsiteY2" fmla="*/ 407429 h 490410"/>
              <a:gd name="connsiteX3" fmla="*/ 386538 w 676882"/>
              <a:gd name="connsiteY3" fmla="*/ 309302 h 490410"/>
              <a:gd name="connsiteX4" fmla="*/ 254532 w 676882"/>
              <a:gd name="connsiteY4" fmla="*/ 383029 h 490410"/>
              <a:gd name="connsiteX5" fmla="*/ 255410 w 676882"/>
              <a:gd name="connsiteY5" fmla="*/ 386715 h 490410"/>
              <a:gd name="connsiteX6" fmla="*/ 265767 w 676882"/>
              <a:gd name="connsiteY6" fmla="*/ 384960 h 490410"/>
              <a:gd name="connsiteX7" fmla="*/ 374426 w 676882"/>
              <a:gd name="connsiteY7" fmla="*/ 325452 h 490410"/>
              <a:gd name="connsiteX8" fmla="*/ 386012 w 676882"/>
              <a:gd name="connsiteY8" fmla="*/ 311057 h 490410"/>
              <a:gd name="connsiteX9" fmla="*/ 386538 w 676882"/>
              <a:gd name="connsiteY9" fmla="*/ 309302 h 490410"/>
              <a:gd name="connsiteX10" fmla="*/ 456052 w 676882"/>
              <a:gd name="connsiteY10" fmla="*/ 270683 h 490410"/>
              <a:gd name="connsiteX11" fmla="*/ 436041 w 676882"/>
              <a:gd name="connsiteY11" fmla="*/ 281742 h 490410"/>
              <a:gd name="connsiteX12" fmla="*/ 417258 w 676882"/>
              <a:gd name="connsiteY12" fmla="*/ 292274 h 490410"/>
              <a:gd name="connsiteX13" fmla="*/ 429019 w 676882"/>
              <a:gd name="connsiteY13" fmla="*/ 300525 h 490410"/>
              <a:gd name="connsiteX14" fmla="*/ 439727 w 676882"/>
              <a:gd name="connsiteY14" fmla="*/ 295610 h 490410"/>
              <a:gd name="connsiteX15" fmla="*/ 448855 w 676882"/>
              <a:gd name="connsiteY15" fmla="*/ 287710 h 490410"/>
              <a:gd name="connsiteX16" fmla="*/ 456052 w 676882"/>
              <a:gd name="connsiteY16" fmla="*/ 270683 h 490410"/>
              <a:gd name="connsiteX17" fmla="*/ 541014 w 676882"/>
              <a:gd name="connsiteY17" fmla="*/ 97600 h 490410"/>
              <a:gd name="connsiteX18" fmla="*/ 537151 w 676882"/>
              <a:gd name="connsiteY18" fmla="*/ 155353 h 490410"/>
              <a:gd name="connsiteX19" fmla="*/ 532237 w 676882"/>
              <a:gd name="connsiteY19" fmla="*/ 220830 h 490410"/>
              <a:gd name="connsiteX20" fmla="*/ 524864 w 676882"/>
              <a:gd name="connsiteY20" fmla="*/ 232064 h 490410"/>
              <a:gd name="connsiteX21" fmla="*/ 487825 w 676882"/>
              <a:gd name="connsiteY21" fmla="*/ 252251 h 490410"/>
              <a:gd name="connsiteX22" fmla="*/ 498357 w 676882"/>
              <a:gd name="connsiteY22" fmla="*/ 254884 h 490410"/>
              <a:gd name="connsiteX23" fmla="*/ 535221 w 676882"/>
              <a:gd name="connsiteY23" fmla="*/ 232942 h 490410"/>
              <a:gd name="connsiteX24" fmla="*/ 538732 w 676882"/>
              <a:gd name="connsiteY24" fmla="*/ 239437 h 490410"/>
              <a:gd name="connsiteX25" fmla="*/ 503272 w 676882"/>
              <a:gd name="connsiteY25" fmla="*/ 261028 h 490410"/>
              <a:gd name="connsiteX26" fmla="*/ 505379 w 676882"/>
              <a:gd name="connsiteY26" fmla="*/ 287184 h 490410"/>
              <a:gd name="connsiteX27" fmla="*/ 492038 w 676882"/>
              <a:gd name="connsiteY27" fmla="*/ 309477 h 490410"/>
              <a:gd name="connsiteX28" fmla="*/ 452717 w 676882"/>
              <a:gd name="connsiteY28" fmla="*/ 304913 h 490410"/>
              <a:gd name="connsiteX29" fmla="*/ 441131 w 676882"/>
              <a:gd name="connsiteY29" fmla="*/ 311584 h 490410"/>
              <a:gd name="connsiteX30" fmla="*/ 433408 w 676882"/>
              <a:gd name="connsiteY30" fmla="*/ 323872 h 490410"/>
              <a:gd name="connsiteX31" fmla="*/ 412519 w 676882"/>
              <a:gd name="connsiteY31" fmla="*/ 357926 h 490410"/>
              <a:gd name="connsiteX32" fmla="*/ 382150 w 676882"/>
              <a:gd name="connsiteY32" fmla="*/ 346516 h 490410"/>
              <a:gd name="connsiteX33" fmla="*/ 379692 w 676882"/>
              <a:gd name="connsiteY33" fmla="*/ 339319 h 490410"/>
              <a:gd name="connsiteX34" fmla="*/ 375128 w 676882"/>
              <a:gd name="connsiteY34" fmla="*/ 341250 h 490410"/>
              <a:gd name="connsiteX35" fmla="*/ 269629 w 676882"/>
              <a:gd name="connsiteY35" fmla="*/ 398652 h 490410"/>
              <a:gd name="connsiteX36" fmla="*/ 262256 w 676882"/>
              <a:gd name="connsiteY36" fmla="*/ 410062 h 490410"/>
              <a:gd name="connsiteX37" fmla="*/ 253655 w 676882"/>
              <a:gd name="connsiteY37" fmla="*/ 433760 h 490410"/>
              <a:gd name="connsiteX38" fmla="*/ 209945 w 676882"/>
              <a:gd name="connsiteY38" fmla="*/ 431653 h 490410"/>
              <a:gd name="connsiteX39" fmla="*/ 201519 w 676882"/>
              <a:gd name="connsiteY39" fmla="*/ 436042 h 490410"/>
              <a:gd name="connsiteX40" fmla="*/ 193796 w 676882"/>
              <a:gd name="connsiteY40" fmla="*/ 448681 h 490410"/>
              <a:gd name="connsiteX41" fmla="*/ 183263 w 676882"/>
              <a:gd name="connsiteY41" fmla="*/ 477820 h 490410"/>
              <a:gd name="connsiteX42" fmla="*/ 140256 w 676882"/>
              <a:gd name="connsiteY42" fmla="*/ 469921 h 490410"/>
              <a:gd name="connsiteX43" fmla="*/ 109185 w 676882"/>
              <a:gd name="connsiteY43" fmla="*/ 486773 h 490410"/>
              <a:gd name="connsiteX44" fmla="*/ 94089 w 676882"/>
              <a:gd name="connsiteY44" fmla="*/ 486773 h 490410"/>
              <a:gd name="connsiteX45" fmla="*/ 20011 w 676882"/>
              <a:gd name="connsiteY45" fmla="*/ 444292 h 490410"/>
              <a:gd name="connsiteX46" fmla="*/ 5265 w 676882"/>
              <a:gd name="connsiteY46" fmla="*/ 415504 h 490410"/>
              <a:gd name="connsiteX47" fmla="*/ 16676 w 676882"/>
              <a:gd name="connsiteY47" fmla="*/ 421823 h 490410"/>
              <a:gd name="connsiteX48" fmla="*/ 9478 w 676882"/>
              <a:gd name="connsiteY48" fmla="*/ 408657 h 490410"/>
              <a:gd name="connsiteX49" fmla="*/ 0 w 676882"/>
              <a:gd name="connsiteY49" fmla="*/ 392683 h 490410"/>
              <a:gd name="connsiteX50" fmla="*/ 175 w 676882"/>
              <a:gd name="connsiteY50" fmla="*/ 263661 h 490410"/>
              <a:gd name="connsiteX51" fmla="*/ 46166 w 676882"/>
              <a:gd name="connsiteY51" fmla="*/ 291046 h 490410"/>
              <a:gd name="connsiteX52" fmla="*/ 48975 w 676882"/>
              <a:gd name="connsiteY52" fmla="*/ 298769 h 490410"/>
              <a:gd name="connsiteX53" fmla="*/ 49150 w 676882"/>
              <a:gd name="connsiteY53" fmla="*/ 430249 h 490410"/>
              <a:gd name="connsiteX54" fmla="*/ 27384 w 676882"/>
              <a:gd name="connsiteY54" fmla="*/ 418663 h 490410"/>
              <a:gd name="connsiteX55" fmla="*/ 25101 w 676882"/>
              <a:gd name="connsiteY55" fmla="*/ 420067 h 490410"/>
              <a:gd name="connsiteX56" fmla="*/ 30017 w 676882"/>
              <a:gd name="connsiteY56" fmla="*/ 429371 h 490410"/>
              <a:gd name="connsiteX57" fmla="*/ 83030 w 676882"/>
              <a:gd name="connsiteY57" fmla="*/ 459037 h 490410"/>
              <a:gd name="connsiteX58" fmla="*/ 76535 w 676882"/>
              <a:gd name="connsiteY58" fmla="*/ 444994 h 490410"/>
              <a:gd name="connsiteX59" fmla="*/ 55645 w 676882"/>
              <a:gd name="connsiteY59" fmla="*/ 410237 h 490410"/>
              <a:gd name="connsiteX60" fmla="*/ 57401 w 676882"/>
              <a:gd name="connsiteY60" fmla="*/ 307897 h 490410"/>
              <a:gd name="connsiteX61" fmla="*/ 57928 w 676882"/>
              <a:gd name="connsiteY61" fmla="*/ 296839 h 490410"/>
              <a:gd name="connsiteX62" fmla="*/ 110239 w 676882"/>
              <a:gd name="connsiteY62" fmla="*/ 327383 h 490410"/>
              <a:gd name="connsiteX63" fmla="*/ 112696 w 676882"/>
              <a:gd name="connsiteY63" fmla="*/ 334228 h 490410"/>
              <a:gd name="connsiteX64" fmla="*/ 109185 w 676882"/>
              <a:gd name="connsiteY64" fmla="*/ 460793 h 490410"/>
              <a:gd name="connsiteX65" fmla="*/ 102339 w 676882"/>
              <a:gd name="connsiteY65" fmla="*/ 460091 h 490410"/>
              <a:gd name="connsiteX66" fmla="*/ 104270 w 676882"/>
              <a:gd name="connsiteY66" fmla="*/ 473783 h 490410"/>
              <a:gd name="connsiteX67" fmla="*/ 144820 w 676882"/>
              <a:gd name="connsiteY67" fmla="*/ 447803 h 490410"/>
              <a:gd name="connsiteX68" fmla="*/ 143415 w 676882"/>
              <a:gd name="connsiteY68" fmla="*/ 445345 h 490410"/>
              <a:gd name="connsiteX69" fmla="*/ 122175 w 676882"/>
              <a:gd name="connsiteY69" fmla="*/ 456755 h 490410"/>
              <a:gd name="connsiteX70" fmla="*/ 121649 w 676882"/>
              <a:gd name="connsiteY70" fmla="*/ 448154 h 490410"/>
              <a:gd name="connsiteX71" fmla="*/ 122702 w 676882"/>
              <a:gd name="connsiteY71" fmla="*/ 333702 h 490410"/>
              <a:gd name="connsiteX72" fmla="*/ 129197 w 676882"/>
              <a:gd name="connsiteY72" fmla="*/ 321941 h 490410"/>
              <a:gd name="connsiteX73" fmla="*/ 535572 w 676882"/>
              <a:gd name="connsiteY73" fmla="*/ 100234 h 490410"/>
              <a:gd name="connsiteX74" fmla="*/ 541014 w 676882"/>
              <a:gd name="connsiteY74" fmla="*/ 97600 h 490410"/>
              <a:gd name="connsiteX75" fmla="*/ 661786 w 676882"/>
              <a:gd name="connsiteY75" fmla="*/ 79871 h 490410"/>
              <a:gd name="connsiteX76" fmla="*/ 621939 w 676882"/>
              <a:gd name="connsiteY76" fmla="*/ 127969 h 490410"/>
              <a:gd name="connsiteX77" fmla="*/ 622640 w 676882"/>
              <a:gd name="connsiteY77" fmla="*/ 131304 h 490410"/>
              <a:gd name="connsiteX78" fmla="*/ 658100 w 676882"/>
              <a:gd name="connsiteY78" fmla="*/ 117437 h 490410"/>
              <a:gd name="connsiteX79" fmla="*/ 662663 w 676882"/>
              <a:gd name="connsiteY79" fmla="*/ 113399 h 490410"/>
              <a:gd name="connsiteX80" fmla="*/ 661786 w 676882"/>
              <a:gd name="connsiteY80" fmla="*/ 79871 h 490410"/>
              <a:gd name="connsiteX81" fmla="*/ 422349 w 676882"/>
              <a:gd name="connsiteY81" fmla="*/ 32476 h 490410"/>
              <a:gd name="connsiteX82" fmla="*/ 441132 w 676882"/>
              <a:gd name="connsiteY82" fmla="*/ 32476 h 490410"/>
              <a:gd name="connsiteX83" fmla="*/ 525742 w 676882"/>
              <a:gd name="connsiteY83" fmla="*/ 80574 h 490410"/>
              <a:gd name="connsiteX84" fmla="*/ 535572 w 676882"/>
              <a:gd name="connsiteY84" fmla="*/ 86367 h 490410"/>
              <a:gd name="connsiteX85" fmla="*/ 338968 w 676882"/>
              <a:gd name="connsiteY85" fmla="*/ 194850 h 490410"/>
              <a:gd name="connsiteX86" fmla="*/ 131128 w 676882"/>
              <a:gd name="connsiteY86" fmla="*/ 309829 h 490410"/>
              <a:gd name="connsiteX87" fmla="*/ 101637 w 676882"/>
              <a:gd name="connsiteY87" fmla="*/ 309478 h 490410"/>
              <a:gd name="connsiteX88" fmla="*/ 17729 w 676882"/>
              <a:gd name="connsiteY88" fmla="*/ 262609 h 490410"/>
              <a:gd name="connsiteX89" fmla="*/ 7547 w 676882"/>
              <a:gd name="connsiteY89" fmla="*/ 256465 h 490410"/>
              <a:gd name="connsiteX90" fmla="*/ 70391 w 676882"/>
              <a:gd name="connsiteY90" fmla="*/ 222586 h 490410"/>
              <a:gd name="connsiteX91" fmla="*/ 422349 w 676882"/>
              <a:gd name="connsiteY91" fmla="*/ 32476 h 490410"/>
              <a:gd name="connsiteX92" fmla="*/ 573489 w 676882"/>
              <a:gd name="connsiteY92" fmla="*/ 0 h 490410"/>
              <a:gd name="connsiteX93" fmla="*/ 581389 w 676882"/>
              <a:gd name="connsiteY93" fmla="*/ 0 h 490410"/>
              <a:gd name="connsiteX94" fmla="*/ 615092 w 676882"/>
              <a:gd name="connsiteY94" fmla="*/ 13868 h 490410"/>
              <a:gd name="connsiteX95" fmla="*/ 671265 w 676882"/>
              <a:gd name="connsiteY95" fmla="*/ 61966 h 490410"/>
              <a:gd name="connsiteX96" fmla="*/ 674250 w 676882"/>
              <a:gd name="connsiteY96" fmla="*/ 70216 h 490410"/>
              <a:gd name="connsiteX97" fmla="*/ 676882 w 676882"/>
              <a:gd name="connsiteY97" fmla="*/ 132708 h 490410"/>
              <a:gd name="connsiteX98" fmla="*/ 675303 w 676882"/>
              <a:gd name="connsiteY98" fmla="*/ 143592 h 490410"/>
              <a:gd name="connsiteX99" fmla="*/ 665297 w 676882"/>
              <a:gd name="connsiteY99" fmla="*/ 190461 h 490410"/>
              <a:gd name="connsiteX100" fmla="*/ 656520 w 676882"/>
              <a:gd name="connsiteY100" fmla="*/ 203627 h 490410"/>
              <a:gd name="connsiteX101" fmla="*/ 647919 w 676882"/>
              <a:gd name="connsiteY101" fmla="*/ 208542 h 490410"/>
              <a:gd name="connsiteX102" fmla="*/ 624747 w 676882"/>
              <a:gd name="connsiteY102" fmla="*/ 232415 h 490410"/>
              <a:gd name="connsiteX103" fmla="*/ 594554 w 676882"/>
              <a:gd name="connsiteY103" fmla="*/ 251198 h 490410"/>
              <a:gd name="connsiteX104" fmla="*/ 567520 w 676882"/>
              <a:gd name="connsiteY104" fmla="*/ 255411 h 490410"/>
              <a:gd name="connsiteX105" fmla="*/ 544350 w 676882"/>
              <a:gd name="connsiteY105" fmla="*/ 235575 h 490410"/>
              <a:gd name="connsiteX106" fmla="*/ 552600 w 676882"/>
              <a:gd name="connsiteY106" fmla="*/ 119543 h 490410"/>
              <a:gd name="connsiteX107" fmla="*/ 554004 w 676882"/>
              <a:gd name="connsiteY107" fmla="*/ 101813 h 490410"/>
              <a:gd name="connsiteX108" fmla="*/ 537855 w 676882"/>
              <a:gd name="connsiteY108" fmla="*/ 73552 h 490410"/>
              <a:gd name="connsiteX109" fmla="*/ 484665 w 676882"/>
              <a:gd name="connsiteY109" fmla="*/ 44763 h 490410"/>
              <a:gd name="connsiteX110" fmla="*/ 479048 w 676882"/>
              <a:gd name="connsiteY110" fmla="*/ 36512 h 490410"/>
              <a:gd name="connsiteX111" fmla="*/ 488528 w 676882"/>
              <a:gd name="connsiteY111" fmla="*/ 26155 h 490410"/>
              <a:gd name="connsiteX112" fmla="*/ 544174 w 676882"/>
              <a:gd name="connsiteY112" fmla="*/ 11761 h 490410"/>
              <a:gd name="connsiteX113" fmla="*/ 573489 w 676882"/>
              <a:gd name="connsiteY113" fmla="*/ 0 h 49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76882" h="490410">
                <a:moveTo>
                  <a:pt x="210648" y="407429"/>
                </a:moveTo>
                <a:cubicBezTo>
                  <a:pt x="200993" y="412870"/>
                  <a:pt x="191689" y="417961"/>
                  <a:pt x="181157" y="423929"/>
                </a:cubicBezTo>
                <a:cubicBezTo>
                  <a:pt x="191338" y="429195"/>
                  <a:pt x="209769" y="418137"/>
                  <a:pt x="210648" y="407429"/>
                </a:cubicBezTo>
                <a:close/>
                <a:moveTo>
                  <a:pt x="386538" y="309302"/>
                </a:moveTo>
                <a:cubicBezTo>
                  <a:pt x="342478" y="333877"/>
                  <a:pt x="298593" y="358453"/>
                  <a:pt x="254532" y="383029"/>
                </a:cubicBezTo>
                <a:cubicBezTo>
                  <a:pt x="254883" y="384257"/>
                  <a:pt x="255059" y="385486"/>
                  <a:pt x="255410" y="386715"/>
                </a:cubicBezTo>
                <a:cubicBezTo>
                  <a:pt x="258746" y="386188"/>
                  <a:pt x="262783" y="386539"/>
                  <a:pt x="265767" y="384960"/>
                </a:cubicBezTo>
                <a:cubicBezTo>
                  <a:pt x="302104" y="365299"/>
                  <a:pt x="338440" y="345638"/>
                  <a:pt x="374426" y="325452"/>
                </a:cubicBezTo>
                <a:cubicBezTo>
                  <a:pt x="379868" y="322292"/>
                  <a:pt x="381272" y="315621"/>
                  <a:pt x="386012" y="311057"/>
                </a:cubicBezTo>
                <a:cubicBezTo>
                  <a:pt x="382326" y="314217"/>
                  <a:pt x="387065" y="310179"/>
                  <a:pt x="386538" y="309302"/>
                </a:cubicBezTo>
                <a:close/>
                <a:moveTo>
                  <a:pt x="456052" y="270683"/>
                </a:moveTo>
                <a:cubicBezTo>
                  <a:pt x="449206" y="274369"/>
                  <a:pt x="442536" y="278056"/>
                  <a:pt x="436041" y="281742"/>
                </a:cubicBezTo>
                <a:cubicBezTo>
                  <a:pt x="429545" y="285253"/>
                  <a:pt x="423051" y="288939"/>
                  <a:pt x="417258" y="292274"/>
                </a:cubicBezTo>
                <a:cubicBezTo>
                  <a:pt x="423051" y="294030"/>
                  <a:pt x="423402" y="295961"/>
                  <a:pt x="429019" y="300525"/>
                </a:cubicBezTo>
                <a:cubicBezTo>
                  <a:pt x="431652" y="299121"/>
                  <a:pt x="436743" y="297716"/>
                  <a:pt x="439727" y="295610"/>
                </a:cubicBezTo>
                <a:cubicBezTo>
                  <a:pt x="443062" y="293328"/>
                  <a:pt x="447626" y="291046"/>
                  <a:pt x="448855" y="287710"/>
                </a:cubicBezTo>
                <a:cubicBezTo>
                  <a:pt x="449206" y="279811"/>
                  <a:pt x="450435" y="275949"/>
                  <a:pt x="456052" y="270683"/>
                </a:cubicBezTo>
                <a:close/>
                <a:moveTo>
                  <a:pt x="541014" y="97600"/>
                </a:moveTo>
                <a:cubicBezTo>
                  <a:pt x="539609" y="117437"/>
                  <a:pt x="538556" y="136395"/>
                  <a:pt x="537151" y="155353"/>
                </a:cubicBezTo>
                <a:cubicBezTo>
                  <a:pt x="535572" y="177120"/>
                  <a:pt x="533641" y="199063"/>
                  <a:pt x="532237" y="220830"/>
                </a:cubicBezTo>
                <a:cubicBezTo>
                  <a:pt x="531886" y="226447"/>
                  <a:pt x="529955" y="229782"/>
                  <a:pt x="524864" y="232064"/>
                </a:cubicBezTo>
                <a:cubicBezTo>
                  <a:pt x="513629" y="237857"/>
                  <a:pt x="499762" y="245581"/>
                  <a:pt x="487825" y="252251"/>
                </a:cubicBezTo>
                <a:cubicBezTo>
                  <a:pt x="493793" y="253655"/>
                  <a:pt x="495724" y="253480"/>
                  <a:pt x="498357" y="254884"/>
                </a:cubicBezTo>
                <a:cubicBezTo>
                  <a:pt x="510821" y="247512"/>
                  <a:pt x="522933" y="240315"/>
                  <a:pt x="535221" y="232942"/>
                </a:cubicBezTo>
                <a:cubicBezTo>
                  <a:pt x="535748" y="233819"/>
                  <a:pt x="538205" y="238559"/>
                  <a:pt x="538732" y="239437"/>
                </a:cubicBezTo>
                <a:cubicBezTo>
                  <a:pt x="526970" y="246634"/>
                  <a:pt x="515209" y="253831"/>
                  <a:pt x="503272" y="261028"/>
                </a:cubicBezTo>
                <a:cubicBezTo>
                  <a:pt x="503273" y="270859"/>
                  <a:pt x="506959" y="277705"/>
                  <a:pt x="505379" y="287184"/>
                </a:cubicBezTo>
                <a:cubicBezTo>
                  <a:pt x="504150" y="293679"/>
                  <a:pt x="496777" y="304562"/>
                  <a:pt x="492038" y="309477"/>
                </a:cubicBezTo>
                <a:cubicBezTo>
                  <a:pt x="479574" y="322292"/>
                  <a:pt x="465181" y="322116"/>
                  <a:pt x="452717" y="304913"/>
                </a:cubicBezTo>
                <a:cubicBezTo>
                  <a:pt x="448855" y="307020"/>
                  <a:pt x="445168" y="309653"/>
                  <a:pt x="441131" y="311584"/>
                </a:cubicBezTo>
                <a:cubicBezTo>
                  <a:pt x="435690" y="314041"/>
                  <a:pt x="433934" y="317728"/>
                  <a:pt x="433408" y="323872"/>
                </a:cubicBezTo>
                <a:cubicBezTo>
                  <a:pt x="432179" y="338441"/>
                  <a:pt x="425860" y="350554"/>
                  <a:pt x="412519" y="357926"/>
                </a:cubicBezTo>
                <a:cubicBezTo>
                  <a:pt x="399528" y="365124"/>
                  <a:pt x="387416" y="360384"/>
                  <a:pt x="382150" y="346516"/>
                </a:cubicBezTo>
                <a:cubicBezTo>
                  <a:pt x="381272" y="344410"/>
                  <a:pt x="380570" y="342128"/>
                  <a:pt x="379692" y="339319"/>
                </a:cubicBezTo>
                <a:cubicBezTo>
                  <a:pt x="377937" y="340021"/>
                  <a:pt x="376357" y="340548"/>
                  <a:pt x="375128" y="341250"/>
                </a:cubicBezTo>
                <a:cubicBezTo>
                  <a:pt x="340020" y="360384"/>
                  <a:pt x="304912" y="379693"/>
                  <a:pt x="269629" y="398652"/>
                </a:cubicBezTo>
                <a:cubicBezTo>
                  <a:pt x="264714" y="401285"/>
                  <a:pt x="263310" y="404620"/>
                  <a:pt x="262256" y="410062"/>
                </a:cubicBezTo>
                <a:cubicBezTo>
                  <a:pt x="260676" y="418137"/>
                  <a:pt x="258219" y="426914"/>
                  <a:pt x="253655" y="433760"/>
                </a:cubicBezTo>
                <a:cubicBezTo>
                  <a:pt x="240665" y="453245"/>
                  <a:pt x="221882" y="452191"/>
                  <a:pt x="209945" y="431653"/>
                </a:cubicBezTo>
                <a:cubicBezTo>
                  <a:pt x="207136" y="433233"/>
                  <a:pt x="204503" y="434813"/>
                  <a:pt x="201519" y="436042"/>
                </a:cubicBezTo>
                <a:cubicBezTo>
                  <a:pt x="195726" y="438499"/>
                  <a:pt x="194673" y="442186"/>
                  <a:pt x="193796" y="448681"/>
                </a:cubicBezTo>
                <a:cubicBezTo>
                  <a:pt x="192567" y="458862"/>
                  <a:pt x="189231" y="469745"/>
                  <a:pt x="183263" y="477820"/>
                </a:cubicBezTo>
                <a:cubicBezTo>
                  <a:pt x="168869" y="497305"/>
                  <a:pt x="150086" y="493795"/>
                  <a:pt x="140256" y="469921"/>
                </a:cubicBezTo>
                <a:cubicBezTo>
                  <a:pt x="129723" y="475538"/>
                  <a:pt x="119191" y="480804"/>
                  <a:pt x="109185" y="486773"/>
                </a:cubicBezTo>
                <a:cubicBezTo>
                  <a:pt x="103919" y="489932"/>
                  <a:pt x="99706" y="490108"/>
                  <a:pt x="94089" y="486773"/>
                </a:cubicBezTo>
                <a:cubicBezTo>
                  <a:pt x="69689" y="472203"/>
                  <a:pt x="45289" y="457282"/>
                  <a:pt x="20011" y="444292"/>
                </a:cubicBezTo>
                <a:cubicBezTo>
                  <a:pt x="7197" y="437621"/>
                  <a:pt x="3510" y="429020"/>
                  <a:pt x="5265" y="415504"/>
                </a:cubicBezTo>
                <a:cubicBezTo>
                  <a:pt x="9127" y="417610"/>
                  <a:pt x="12638" y="419541"/>
                  <a:pt x="16676" y="421823"/>
                </a:cubicBezTo>
                <a:cubicBezTo>
                  <a:pt x="19309" y="414099"/>
                  <a:pt x="14920" y="410764"/>
                  <a:pt x="9478" y="408657"/>
                </a:cubicBezTo>
                <a:cubicBezTo>
                  <a:pt x="1755" y="405849"/>
                  <a:pt x="-1" y="400583"/>
                  <a:pt x="0" y="392683"/>
                </a:cubicBezTo>
                <a:cubicBezTo>
                  <a:pt x="350" y="350203"/>
                  <a:pt x="175" y="307897"/>
                  <a:pt x="175" y="263661"/>
                </a:cubicBezTo>
                <a:cubicBezTo>
                  <a:pt x="16325" y="273141"/>
                  <a:pt x="31421" y="281917"/>
                  <a:pt x="46166" y="291046"/>
                </a:cubicBezTo>
                <a:cubicBezTo>
                  <a:pt x="48097" y="292274"/>
                  <a:pt x="48975" y="296136"/>
                  <a:pt x="48975" y="298769"/>
                </a:cubicBezTo>
                <a:cubicBezTo>
                  <a:pt x="49150" y="341777"/>
                  <a:pt x="49151" y="384960"/>
                  <a:pt x="49150" y="430249"/>
                </a:cubicBezTo>
                <a:cubicBezTo>
                  <a:pt x="40374" y="425509"/>
                  <a:pt x="33879" y="422174"/>
                  <a:pt x="27384" y="418663"/>
                </a:cubicBezTo>
                <a:cubicBezTo>
                  <a:pt x="26682" y="419190"/>
                  <a:pt x="25804" y="419541"/>
                  <a:pt x="25101" y="420067"/>
                </a:cubicBezTo>
                <a:cubicBezTo>
                  <a:pt x="26682" y="423227"/>
                  <a:pt x="27384" y="427791"/>
                  <a:pt x="30017" y="429371"/>
                </a:cubicBezTo>
                <a:cubicBezTo>
                  <a:pt x="47395" y="439552"/>
                  <a:pt x="65125" y="449207"/>
                  <a:pt x="83030" y="459037"/>
                </a:cubicBezTo>
                <a:cubicBezTo>
                  <a:pt x="86189" y="451314"/>
                  <a:pt x="83205" y="446925"/>
                  <a:pt x="76535" y="444994"/>
                </a:cubicBezTo>
                <a:cubicBezTo>
                  <a:pt x="58630" y="439903"/>
                  <a:pt x="54592" y="428318"/>
                  <a:pt x="55645" y="410237"/>
                </a:cubicBezTo>
                <a:cubicBezTo>
                  <a:pt x="57752" y="376182"/>
                  <a:pt x="57050" y="342128"/>
                  <a:pt x="57401" y="307897"/>
                </a:cubicBezTo>
                <a:cubicBezTo>
                  <a:pt x="57401" y="304738"/>
                  <a:pt x="57752" y="301578"/>
                  <a:pt x="57928" y="296839"/>
                </a:cubicBezTo>
                <a:cubicBezTo>
                  <a:pt x="76184" y="307371"/>
                  <a:pt x="93387" y="317201"/>
                  <a:pt x="110239" y="327383"/>
                </a:cubicBezTo>
                <a:cubicBezTo>
                  <a:pt x="111818" y="328436"/>
                  <a:pt x="112696" y="331946"/>
                  <a:pt x="112696" y="334228"/>
                </a:cubicBezTo>
                <a:cubicBezTo>
                  <a:pt x="111643" y="376182"/>
                  <a:pt x="110414" y="418312"/>
                  <a:pt x="109185" y="460793"/>
                </a:cubicBezTo>
                <a:cubicBezTo>
                  <a:pt x="106903" y="460617"/>
                  <a:pt x="104972" y="460442"/>
                  <a:pt x="102339" y="460091"/>
                </a:cubicBezTo>
                <a:cubicBezTo>
                  <a:pt x="103042" y="464654"/>
                  <a:pt x="103568" y="468517"/>
                  <a:pt x="104270" y="473783"/>
                </a:cubicBezTo>
                <a:cubicBezTo>
                  <a:pt x="117962" y="464304"/>
                  <a:pt x="134463" y="460793"/>
                  <a:pt x="144820" y="447803"/>
                </a:cubicBezTo>
                <a:cubicBezTo>
                  <a:pt x="144293" y="446925"/>
                  <a:pt x="143942" y="446223"/>
                  <a:pt x="143415" y="445345"/>
                </a:cubicBezTo>
                <a:cubicBezTo>
                  <a:pt x="136569" y="448856"/>
                  <a:pt x="129899" y="452542"/>
                  <a:pt x="122175" y="456755"/>
                </a:cubicBezTo>
                <a:cubicBezTo>
                  <a:pt x="121824" y="453069"/>
                  <a:pt x="121648" y="450612"/>
                  <a:pt x="121649" y="448154"/>
                </a:cubicBezTo>
                <a:cubicBezTo>
                  <a:pt x="122000" y="409886"/>
                  <a:pt x="122526" y="371794"/>
                  <a:pt x="122702" y="333702"/>
                </a:cubicBezTo>
                <a:cubicBezTo>
                  <a:pt x="122702" y="328260"/>
                  <a:pt x="123755" y="324925"/>
                  <a:pt x="129197" y="321941"/>
                </a:cubicBezTo>
                <a:cubicBezTo>
                  <a:pt x="264714" y="248214"/>
                  <a:pt x="400055" y="174136"/>
                  <a:pt x="535572" y="100234"/>
                </a:cubicBezTo>
                <a:cubicBezTo>
                  <a:pt x="536976" y="99531"/>
                  <a:pt x="538380" y="98829"/>
                  <a:pt x="541014" y="97600"/>
                </a:cubicBezTo>
                <a:close/>
                <a:moveTo>
                  <a:pt x="661786" y="79871"/>
                </a:moveTo>
                <a:cubicBezTo>
                  <a:pt x="622816" y="94616"/>
                  <a:pt x="622816" y="94616"/>
                  <a:pt x="621939" y="127969"/>
                </a:cubicBezTo>
                <a:cubicBezTo>
                  <a:pt x="621939" y="128671"/>
                  <a:pt x="622113" y="129198"/>
                  <a:pt x="622640" y="131304"/>
                </a:cubicBezTo>
                <a:cubicBezTo>
                  <a:pt x="634928" y="126564"/>
                  <a:pt x="646514" y="122176"/>
                  <a:pt x="658100" y="117437"/>
                </a:cubicBezTo>
                <a:cubicBezTo>
                  <a:pt x="660030" y="116734"/>
                  <a:pt x="662664" y="114803"/>
                  <a:pt x="662663" y="113399"/>
                </a:cubicBezTo>
                <a:cubicBezTo>
                  <a:pt x="662839" y="102340"/>
                  <a:pt x="662137" y="91456"/>
                  <a:pt x="661786" y="79871"/>
                </a:cubicBezTo>
                <a:close/>
                <a:moveTo>
                  <a:pt x="422349" y="32476"/>
                </a:moveTo>
                <a:cubicBezTo>
                  <a:pt x="429019" y="28789"/>
                  <a:pt x="434110" y="28438"/>
                  <a:pt x="441132" y="32476"/>
                </a:cubicBezTo>
                <a:cubicBezTo>
                  <a:pt x="469043" y="48976"/>
                  <a:pt x="497480" y="64599"/>
                  <a:pt x="525742" y="80574"/>
                </a:cubicBezTo>
                <a:cubicBezTo>
                  <a:pt x="528726" y="82329"/>
                  <a:pt x="531885" y="84085"/>
                  <a:pt x="535572" y="86367"/>
                </a:cubicBezTo>
                <a:cubicBezTo>
                  <a:pt x="469393" y="122879"/>
                  <a:pt x="404268" y="158865"/>
                  <a:pt x="338968" y="194850"/>
                </a:cubicBezTo>
                <a:cubicBezTo>
                  <a:pt x="269629" y="233118"/>
                  <a:pt x="200115" y="271035"/>
                  <a:pt x="131128" y="309829"/>
                </a:cubicBezTo>
                <a:cubicBezTo>
                  <a:pt x="120069" y="315973"/>
                  <a:pt x="112345" y="315798"/>
                  <a:pt x="101637" y="309478"/>
                </a:cubicBezTo>
                <a:cubicBezTo>
                  <a:pt x="74077" y="292977"/>
                  <a:pt x="45639" y="278057"/>
                  <a:pt x="17729" y="262609"/>
                </a:cubicBezTo>
                <a:cubicBezTo>
                  <a:pt x="14745" y="260854"/>
                  <a:pt x="11761" y="258923"/>
                  <a:pt x="7547" y="256465"/>
                </a:cubicBezTo>
                <a:cubicBezTo>
                  <a:pt x="29315" y="244704"/>
                  <a:pt x="49853" y="233645"/>
                  <a:pt x="70391" y="222586"/>
                </a:cubicBezTo>
                <a:cubicBezTo>
                  <a:pt x="187652" y="159216"/>
                  <a:pt x="305088" y="96021"/>
                  <a:pt x="422349" y="32476"/>
                </a:cubicBezTo>
                <a:close/>
                <a:moveTo>
                  <a:pt x="573489" y="0"/>
                </a:moveTo>
                <a:cubicBezTo>
                  <a:pt x="576122" y="0"/>
                  <a:pt x="578755" y="0"/>
                  <a:pt x="581389" y="0"/>
                </a:cubicBezTo>
                <a:cubicBezTo>
                  <a:pt x="592623" y="4564"/>
                  <a:pt x="603682" y="9655"/>
                  <a:pt x="615092" y="13868"/>
                </a:cubicBezTo>
                <a:cubicBezTo>
                  <a:pt x="639668" y="22996"/>
                  <a:pt x="660733" y="36337"/>
                  <a:pt x="671265" y="61966"/>
                </a:cubicBezTo>
                <a:cubicBezTo>
                  <a:pt x="672319" y="64599"/>
                  <a:pt x="674074" y="67408"/>
                  <a:pt x="674250" y="70216"/>
                </a:cubicBezTo>
                <a:cubicBezTo>
                  <a:pt x="675303" y="91105"/>
                  <a:pt x="676180" y="111819"/>
                  <a:pt x="676882" y="132708"/>
                </a:cubicBezTo>
                <a:cubicBezTo>
                  <a:pt x="676883" y="136219"/>
                  <a:pt x="676531" y="140257"/>
                  <a:pt x="675303" y="143592"/>
                </a:cubicBezTo>
                <a:cubicBezTo>
                  <a:pt x="666175" y="157986"/>
                  <a:pt x="667052" y="174487"/>
                  <a:pt x="665297" y="190461"/>
                </a:cubicBezTo>
                <a:cubicBezTo>
                  <a:pt x="664595" y="196781"/>
                  <a:pt x="662488" y="201169"/>
                  <a:pt x="656520" y="203627"/>
                </a:cubicBezTo>
                <a:cubicBezTo>
                  <a:pt x="653535" y="204855"/>
                  <a:pt x="650903" y="207137"/>
                  <a:pt x="647919" y="208542"/>
                </a:cubicBezTo>
                <a:cubicBezTo>
                  <a:pt x="637210" y="213633"/>
                  <a:pt x="625800" y="220303"/>
                  <a:pt x="624747" y="232415"/>
                </a:cubicBezTo>
                <a:cubicBezTo>
                  <a:pt x="622113" y="249443"/>
                  <a:pt x="601224" y="259097"/>
                  <a:pt x="594554" y="251198"/>
                </a:cubicBezTo>
                <a:cubicBezTo>
                  <a:pt x="588761" y="244352"/>
                  <a:pt x="576298" y="253129"/>
                  <a:pt x="567520" y="255411"/>
                </a:cubicBezTo>
                <a:cubicBezTo>
                  <a:pt x="558217" y="257693"/>
                  <a:pt x="543647" y="245932"/>
                  <a:pt x="544350" y="235575"/>
                </a:cubicBezTo>
                <a:cubicBezTo>
                  <a:pt x="546982" y="196781"/>
                  <a:pt x="549791" y="158162"/>
                  <a:pt x="552600" y="119543"/>
                </a:cubicBezTo>
                <a:cubicBezTo>
                  <a:pt x="552950" y="113574"/>
                  <a:pt x="552424" y="107430"/>
                  <a:pt x="554004" y="101813"/>
                </a:cubicBezTo>
                <a:cubicBezTo>
                  <a:pt x="558568" y="86190"/>
                  <a:pt x="550493" y="79520"/>
                  <a:pt x="537855" y="73552"/>
                </a:cubicBezTo>
                <a:cubicBezTo>
                  <a:pt x="519598" y="64950"/>
                  <a:pt x="502220" y="54769"/>
                  <a:pt x="484665" y="44763"/>
                </a:cubicBezTo>
                <a:cubicBezTo>
                  <a:pt x="481857" y="43358"/>
                  <a:pt x="478522" y="38970"/>
                  <a:pt x="479048" y="36512"/>
                </a:cubicBezTo>
                <a:cubicBezTo>
                  <a:pt x="479926" y="31948"/>
                  <a:pt x="480979" y="25102"/>
                  <a:pt x="488528" y="26155"/>
                </a:cubicBezTo>
                <a:cubicBezTo>
                  <a:pt x="509066" y="29140"/>
                  <a:pt x="526444" y="19660"/>
                  <a:pt x="544174" y="11761"/>
                </a:cubicBezTo>
                <a:cubicBezTo>
                  <a:pt x="553828" y="7373"/>
                  <a:pt x="563659" y="3862"/>
                  <a:pt x="573489" y="0"/>
                </a:cubicBezTo>
                <a:close/>
              </a:path>
            </a:pathLst>
          </a:custGeom>
          <a:solidFill>
            <a:schemeClr val="bg1"/>
          </a:solidFill>
          <a:ln w="448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E52BEB9-8A2A-1035-D0B0-0CDC0F3FFBF2}"/>
              </a:ext>
            </a:extLst>
          </p:cNvPr>
          <p:cNvSpPr/>
          <p:nvPr/>
        </p:nvSpPr>
        <p:spPr>
          <a:xfrm rot="652264">
            <a:off x="8637585" y="3106573"/>
            <a:ext cx="1379373" cy="1038242"/>
          </a:xfrm>
          <a:custGeom>
            <a:avLst/>
            <a:gdLst>
              <a:gd name="connsiteX0" fmla="*/ 208223 w 1379373"/>
              <a:gd name="connsiteY0" fmla="*/ 943938 h 1038242"/>
              <a:gd name="connsiteX1" fmla="*/ 263067 w 1379373"/>
              <a:gd name="connsiteY1" fmla="*/ 938921 h 1038242"/>
              <a:gd name="connsiteX2" fmla="*/ 267080 w 1379373"/>
              <a:gd name="connsiteY2" fmla="*/ 1031889 h 1038242"/>
              <a:gd name="connsiteX3" fmla="*/ 208223 w 1379373"/>
              <a:gd name="connsiteY3" fmla="*/ 1038242 h 1038242"/>
              <a:gd name="connsiteX4" fmla="*/ 208223 w 1379373"/>
              <a:gd name="connsiteY4" fmla="*/ 943938 h 1038242"/>
              <a:gd name="connsiteX5" fmla="*/ 323263 w 1379373"/>
              <a:gd name="connsiteY5" fmla="*/ 811175 h 1038242"/>
              <a:gd name="connsiteX6" fmla="*/ 307545 w 1379373"/>
              <a:gd name="connsiteY6" fmla="*/ 844617 h 1038242"/>
              <a:gd name="connsiteX7" fmla="*/ 323263 w 1379373"/>
              <a:gd name="connsiteY7" fmla="*/ 811175 h 1038242"/>
              <a:gd name="connsiteX8" fmla="*/ 367740 w 1379373"/>
              <a:gd name="connsiteY8" fmla="*/ 784756 h 1038242"/>
              <a:gd name="connsiteX9" fmla="*/ 351688 w 1379373"/>
              <a:gd name="connsiteY9" fmla="*/ 815522 h 1038242"/>
              <a:gd name="connsiteX10" fmla="*/ 367740 w 1379373"/>
              <a:gd name="connsiteY10" fmla="*/ 784756 h 1038242"/>
              <a:gd name="connsiteX11" fmla="*/ 218 w 1379373"/>
              <a:gd name="connsiteY11" fmla="*/ 842944 h 1038242"/>
              <a:gd name="connsiteX12" fmla="*/ 12591 w 1379373"/>
              <a:gd name="connsiteY12" fmla="*/ 847961 h 1038242"/>
              <a:gd name="connsiteX13" fmla="*/ 185819 w 1379373"/>
              <a:gd name="connsiteY13" fmla="*/ 936580 h 1038242"/>
              <a:gd name="connsiteX14" fmla="*/ 198527 w 1379373"/>
              <a:gd name="connsiteY14" fmla="*/ 957314 h 1038242"/>
              <a:gd name="connsiteX15" fmla="*/ 198192 w 1379373"/>
              <a:gd name="connsiteY15" fmla="*/ 1035903 h 1038242"/>
              <a:gd name="connsiteX16" fmla="*/ 178461 w 1379373"/>
              <a:gd name="connsiteY16" fmla="*/ 1025870 h 1038242"/>
              <a:gd name="connsiteX17" fmla="*/ 34328 w 1379373"/>
              <a:gd name="connsiteY17" fmla="*/ 951629 h 1038242"/>
              <a:gd name="connsiteX18" fmla="*/ 552 w 1379373"/>
              <a:gd name="connsiteY18" fmla="*/ 896785 h 1038242"/>
              <a:gd name="connsiteX19" fmla="*/ 218 w 1379373"/>
              <a:gd name="connsiteY19" fmla="*/ 842944 h 1038242"/>
              <a:gd name="connsiteX20" fmla="*/ 405529 w 1379373"/>
              <a:gd name="connsiteY20" fmla="*/ 757668 h 1038242"/>
              <a:gd name="connsiteX21" fmla="*/ 393156 w 1379373"/>
              <a:gd name="connsiteY21" fmla="*/ 784421 h 1038242"/>
              <a:gd name="connsiteX22" fmla="*/ 405529 w 1379373"/>
              <a:gd name="connsiteY22" fmla="*/ 757668 h 1038242"/>
              <a:gd name="connsiteX23" fmla="*/ 88503 w 1379373"/>
              <a:gd name="connsiteY23" fmla="*/ 740613 h 1038242"/>
              <a:gd name="connsiteX24" fmla="*/ 137662 w 1379373"/>
              <a:gd name="connsiteY24" fmla="*/ 767032 h 1038242"/>
              <a:gd name="connsiteX25" fmla="*/ 251697 w 1379373"/>
              <a:gd name="connsiteY25" fmla="*/ 829568 h 1038242"/>
              <a:gd name="connsiteX26" fmla="*/ 278116 w 1379373"/>
              <a:gd name="connsiteY26" fmla="*/ 828564 h 1038242"/>
              <a:gd name="connsiteX27" fmla="*/ 438971 w 1379373"/>
              <a:gd name="connsiteY27" fmla="*/ 726568 h 1038242"/>
              <a:gd name="connsiteX28" fmla="*/ 452682 w 1379373"/>
              <a:gd name="connsiteY28" fmla="*/ 718207 h 1038242"/>
              <a:gd name="connsiteX29" fmla="*/ 432616 w 1379373"/>
              <a:gd name="connsiteY29" fmla="*/ 769707 h 1038242"/>
              <a:gd name="connsiteX30" fmla="*/ 283468 w 1379373"/>
              <a:gd name="connsiteY30" fmla="*/ 872373 h 1038242"/>
              <a:gd name="connsiteX31" fmla="*/ 260058 w 1379373"/>
              <a:gd name="connsiteY31" fmla="*/ 873376 h 1038242"/>
              <a:gd name="connsiteX32" fmla="*/ 101545 w 1379373"/>
              <a:gd name="connsiteY32" fmla="*/ 785759 h 1038242"/>
              <a:gd name="connsiteX33" fmla="*/ 86496 w 1379373"/>
              <a:gd name="connsiteY33" fmla="*/ 752317 h 1038242"/>
              <a:gd name="connsiteX34" fmla="*/ 88503 w 1379373"/>
              <a:gd name="connsiteY34" fmla="*/ 740613 h 1038242"/>
              <a:gd name="connsiteX35" fmla="*/ 279788 w 1379373"/>
              <a:gd name="connsiteY35" fmla="*/ 617549 h 1038242"/>
              <a:gd name="connsiteX36" fmla="*/ 297178 w 1379373"/>
              <a:gd name="connsiteY36" fmla="*/ 615877 h 1038242"/>
              <a:gd name="connsiteX37" fmla="*/ 449002 w 1379373"/>
              <a:gd name="connsiteY37" fmla="*/ 699815 h 1038242"/>
              <a:gd name="connsiteX38" fmla="*/ 456025 w 1379373"/>
              <a:gd name="connsiteY38" fmla="*/ 705166 h 1038242"/>
              <a:gd name="connsiteX39" fmla="*/ 415227 w 1379373"/>
              <a:gd name="connsiteY39" fmla="*/ 730915 h 1038242"/>
              <a:gd name="connsiteX40" fmla="*/ 273769 w 1379373"/>
              <a:gd name="connsiteY40" fmla="*/ 820204 h 1038242"/>
              <a:gd name="connsiteX41" fmla="*/ 258720 w 1379373"/>
              <a:gd name="connsiteY41" fmla="*/ 823215 h 1038242"/>
              <a:gd name="connsiteX42" fmla="*/ 95191 w 1379373"/>
              <a:gd name="connsiteY42" fmla="*/ 734594 h 1038242"/>
              <a:gd name="connsiteX43" fmla="*/ 169766 w 1379373"/>
              <a:gd name="connsiteY43" fmla="*/ 687107 h 1038242"/>
              <a:gd name="connsiteX44" fmla="*/ 279788 w 1379373"/>
              <a:gd name="connsiteY44" fmla="*/ 617549 h 1038242"/>
              <a:gd name="connsiteX45" fmla="*/ 423922 w 1379373"/>
              <a:gd name="connsiteY45" fmla="*/ 581766 h 1038242"/>
              <a:gd name="connsiteX46" fmla="*/ 458702 w 1379373"/>
              <a:gd name="connsiteY46" fmla="*/ 600159 h 1038242"/>
              <a:gd name="connsiteX47" fmla="*/ 462046 w 1379373"/>
              <a:gd name="connsiteY47" fmla="*/ 609523 h 1038242"/>
              <a:gd name="connsiteX48" fmla="*/ 462046 w 1379373"/>
              <a:gd name="connsiteY48" fmla="*/ 674064 h 1038242"/>
              <a:gd name="connsiteX49" fmla="*/ 423587 w 1379373"/>
              <a:gd name="connsiteY49" fmla="*/ 621896 h 1038242"/>
              <a:gd name="connsiteX50" fmla="*/ 423922 w 1379373"/>
              <a:gd name="connsiteY50" fmla="*/ 581766 h 1038242"/>
              <a:gd name="connsiteX51" fmla="*/ 660019 w 1379373"/>
              <a:gd name="connsiteY51" fmla="*/ 521237 h 1038242"/>
              <a:gd name="connsiteX52" fmla="*/ 664032 w 1379373"/>
              <a:gd name="connsiteY52" fmla="*/ 571399 h 1038242"/>
              <a:gd name="connsiteX53" fmla="*/ 658012 w 1379373"/>
              <a:gd name="connsiteY53" fmla="*/ 580763 h 1038242"/>
              <a:gd name="connsiteX54" fmla="*/ 499499 w 1379373"/>
              <a:gd name="connsiteY54" fmla="*/ 694130 h 1038242"/>
              <a:gd name="connsiteX55" fmla="*/ 468733 w 1379373"/>
              <a:gd name="connsiteY55" fmla="*/ 649653 h 1038242"/>
              <a:gd name="connsiteX56" fmla="*/ 469067 w 1379373"/>
              <a:gd name="connsiteY56" fmla="*/ 607851 h 1038242"/>
              <a:gd name="connsiteX57" fmla="*/ 477093 w 1379373"/>
              <a:gd name="connsiteY57" fmla="*/ 610191 h 1038242"/>
              <a:gd name="connsiteX58" fmla="*/ 536619 w 1379373"/>
              <a:gd name="connsiteY58" fmla="*/ 605844 h 1038242"/>
              <a:gd name="connsiteX59" fmla="*/ 660019 w 1379373"/>
              <a:gd name="connsiteY59" fmla="*/ 521237 h 1038242"/>
              <a:gd name="connsiteX60" fmla="*/ 368742 w 1379373"/>
              <a:gd name="connsiteY60" fmla="*/ 553006 h 1038242"/>
              <a:gd name="connsiteX61" fmla="*/ 411213 w 1379373"/>
              <a:gd name="connsiteY61" fmla="*/ 575411 h 1038242"/>
              <a:gd name="connsiteX62" fmla="*/ 414892 w 1379373"/>
              <a:gd name="connsiteY62" fmla="*/ 585110 h 1038242"/>
              <a:gd name="connsiteX63" fmla="*/ 414892 w 1379373"/>
              <a:gd name="connsiteY63" fmla="*/ 650989 h 1038242"/>
              <a:gd name="connsiteX64" fmla="*/ 375096 w 1379373"/>
              <a:gd name="connsiteY64" fmla="*/ 628917 h 1038242"/>
              <a:gd name="connsiteX65" fmla="*/ 369077 w 1379373"/>
              <a:gd name="connsiteY65" fmla="*/ 618217 h 1038242"/>
              <a:gd name="connsiteX66" fmla="*/ 368742 w 1379373"/>
              <a:gd name="connsiteY66" fmla="*/ 553006 h 1038242"/>
              <a:gd name="connsiteX67" fmla="*/ 618092 w 1379373"/>
              <a:gd name="connsiteY67" fmla="*/ 499583 h 1038242"/>
              <a:gd name="connsiteX68" fmla="*/ 652662 w 1379373"/>
              <a:gd name="connsiteY68" fmla="*/ 515217 h 1038242"/>
              <a:gd name="connsiteX69" fmla="*/ 618551 w 1379373"/>
              <a:gd name="connsiteY69" fmla="*/ 538626 h 1038242"/>
              <a:gd name="connsiteX70" fmla="*/ 520233 w 1379373"/>
              <a:gd name="connsiteY70" fmla="*/ 606178 h 1038242"/>
              <a:gd name="connsiteX71" fmla="*/ 491473 w 1379373"/>
              <a:gd name="connsiteY71" fmla="*/ 607850 h 1038242"/>
              <a:gd name="connsiteX72" fmla="*/ 471074 w 1379373"/>
              <a:gd name="connsiteY72" fmla="*/ 596481 h 1038242"/>
              <a:gd name="connsiteX73" fmla="*/ 550664 w 1379373"/>
              <a:gd name="connsiteY73" fmla="*/ 540632 h 1038242"/>
              <a:gd name="connsiteX74" fmla="*/ 584776 w 1379373"/>
              <a:gd name="connsiteY74" fmla="*/ 516554 h 1038242"/>
              <a:gd name="connsiteX75" fmla="*/ 618092 w 1379373"/>
              <a:gd name="connsiteY75" fmla="*/ 499583 h 1038242"/>
              <a:gd name="connsiteX76" fmla="*/ 574325 w 1379373"/>
              <a:gd name="connsiteY76" fmla="*/ 476132 h 1038242"/>
              <a:gd name="connsiteX77" fmla="*/ 604506 w 1379373"/>
              <a:gd name="connsiteY77" fmla="*/ 492143 h 1038242"/>
              <a:gd name="connsiteX78" fmla="*/ 468733 w 1379373"/>
              <a:gd name="connsiteY78" fmla="*/ 587451 h 1038242"/>
              <a:gd name="connsiteX79" fmla="*/ 457698 w 1379373"/>
              <a:gd name="connsiteY79" fmla="*/ 589458 h 1038242"/>
              <a:gd name="connsiteX80" fmla="*/ 428938 w 1379373"/>
              <a:gd name="connsiteY80" fmla="*/ 574409 h 1038242"/>
              <a:gd name="connsiteX81" fmla="*/ 546652 w 1379373"/>
              <a:gd name="connsiteY81" fmla="*/ 490470 h 1038242"/>
              <a:gd name="connsiteX82" fmla="*/ 574325 w 1379373"/>
              <a:gd name="connsiteY82" fmla="*/ 476132 h 1038242"/>
              <a:gd name="connsiteX83" fmla="*/ 821207 w 1379373"/>
              <a:gd name="connsiteY83" fmla="*/ 411549 h 1038242"/>
              <a:gd name="connsiteX84" fmla="*/ 827227 w 1379373"/>
              <a:gd name="connsiteY84" fmla="*/ 455023 h 1038242"/>
              <a:gd name="connsiteX85" fmla="*/ 820872 w 1379373"/>
              <a:gd name="connsiteY85" fmla="*/ 464387 h 1038242"/>
              <a:gd name="connsiteX86" fmla="*/ 673730 w 1379373"/>
              <a:gd name="connsiteY86" fmla="*/ 569728 h 1038242"/>
              <a:gd name="connsiteX87" fmla="*/ 669717 w 1379373"/>
              <a:gd name="connsiteY87" fmla="*/ 522910 h 1038242"/>
              <a:gd name="connsiteX88" fmla="*/ 674733 w 1379373"/>
              <a:gd name="connsiteY88" fmla="*/ 511540 h 1038242"/>
              <a:gd name="connsiteX89" fmla="*/ 821207 w 1379373"/>
              <a:gd name="connsiteY89" fmla="*/ 411549 h 1038242"/>
              <a:gd name="connsiteX90" fmla="*/ 511872 w 1379373"/>
              <a:gd name="connsiteY90" fmla="*/ 453016 h 1038242"/>
              <a:gd name="connsiteX91" fmla="*/ 522909 w 1379373"/>
              <a:gd name="connsiteY91" fmla="*/ 452347 h 1038242"/>
              <a:gd name="connsiteX92" fmla="*/ 560028 w 1379373"/>
              <a:gd name="connsiteY92" fmla="*/ 469403 h 1038242"/>
              <a:gd name="connsiteX93" fmla="*/ 426931 w 1379373"/>
              <a:gd name="connsiteY93" fmla="*/ 564711 h 1038242"/>
              <a:gd name="connsiteX94" fmla="*/ 414558 w 1379373"/>
              <a:gd name="connsiteY94" fmla="*/ 566383 h 1038242"/>
              <a:gd name="connsiteX95" fmla="*/ 374762 w 1379373"/>
              <a:gd name="connsiteY95" fmla="*/ 545649 h 1038242"/>
              <a:gd name="connsiteX96" fmla="*/ 511872 w 1379373"/>
              <a:gd name="connsiteY96" fmla="*/ 453016 h 1038242"/>
              <a:gd name="connsiteX97" fmla="*/ 767365 w 1379373"/>
              <a:gd name="connsiteY97" fmla="*/ 388809 h 1038242"/>
              <a:gd name="connsiteX98" fmla="*/ 779739 w 1379373"/>
              <a:gd name="connsiteY98" fmla="*/ 387805 h 1038242"/>
              <a:gd name="connsiteX99" fmla="*/ 814852 w 1379373"/>
              <a:gd name="connsiteY99" fmla="*/ 404861 h 1038242"/>
              <a:gd name="connsiteX100" fmla="*/ 693460 w 1379373"/>
              <a:gd name="connsiteY100" fmla="*/ 488130 h 1038242"/>
              <a:gd name="connsiteX101" fmla="*/ 625239 w 1379373"/>
              <a:gd name="connsiteY101" fmla="*/ 488130 h 1038242"/>
              <a:gd name="connsiteX102" fmla="*/ 767365 w 1379373"/>
              <a:gd name="connsiteY102" fmla="*/ 388809 h 1038242"/>
              <a:gd name="connsiteX103" fmla="*/ 463090 w 1379373"/>
              <a:gd name="connsiteY103" fmla="*/ 426472 h 1038242"/>
              <a:gd name="connsiteX104" fmla="*/ 475087 w 1379373"/>
              <a:gd name="connsiteY104" fmla="*/ 429607 h 1038242"/>
              <a:gd name="connsiteX105" fmla="*/ 507525 w 1379373"/>
              <a:gd name="connsiteY105" fmla="*/ 445325 h 1038242"/>
              <a:gd name="connsiteX106" fmla="*/ 373090 w 1379373"/>
              <a:gd name="connsiteY106" fmla="*/ 536286 h 1038242"/>
              <a:gd name="connsiteX107" fmla="*/ 358376 w 1379373"/>
              <a:gd name="connsiteY107" fmla="*/ 536955 h 1038242"/>
              <a:gd name="connsiteX108" fmla="*/ 326941 w 1379373"/>
              <a:gd name="connsiteY108" fmla="*/ 520568 h 1038242"/>
              <a:gd name="connsiteX109" fmla="*/ 336305 w 1379373"/>
              <a:gd name="connsiteY109" fmla="*/ 512877 h 1038242"/>
              <a:gd name="connsiteX110" fmla="*/ 451343 w 1379373"/>
              <a:gd name="connsiteY110" fmla="*/ 431614 h 1038242"/>
              <a:gd name="connsiteX111" fmla="*/ 463090 w 1379373"/>
              <a:gd name="connsiteY111" fmla="*/ 426472 h 1038242"/>
              <a:gd name="connsiteX112" fmla="*/ 727904 w 1379373"/>
              <a:gd name="connsiteY112" fmla="*/ 364522 h 1038242"/>
              <a:gd name="connsiteX113" fmla="*/ 744291 w 1379373"/>
              <a:gd name="connsiteY113" fmla="*/ 369747 h 1038242"/>
              <a:gd name="connsiteX114" fmla="*/ 764021 w 1379373"/>
              <a:gd name="connsiteY114" fmla="*/ 379779 h 1038242"/>
              <a:gd name="connsiteX115" fmla="*/ 621561 w 1379373"/>
              <a:gd name="connsiteY115" fmla="*/ 479770 h 1038242"/>
              <a:gd name="connsiteX116" fmla="*/ 606512 w 1379373"/>
              <a:gd name="connsiteY116" fmla="*/ 481442 h 1038242"/>
              <a:gd name="connsiteX117" fmla="*/ 577752 w 1379373"/>
              <a:gd name="connsiteY117" fmla="*/ 468400 h 1038242"/>
              <a:gd name="connsiteX118" fmla="*/ 600827 w 1379373"/>
              <a:gd name="connsiteY118" fmla="*/ 451679 h 1038242"/>
              <a:gd name="connsiteX119" fmla="*/ 711518 w 1379373"/>
              <a:gd name="connsiteY119" fmla="*/ 372088 h 1038242"/>
              <a:gd name="connsiteX120" fmla="*/ 727904 w 1379373"/>
              <a:gd name="connsiteY120" fmla="*/ 364522 h 1038242"/>
              <a:gd name="connsiteX121" fmla="*/ 962665 w 1379373"/>
              <a:gd name="connsiteY121" fmla="*/ 311893 h 1038242"/>
              <a:gd name="connsiteX122" fmla="*/ 1001123 w 1379373"/>
              <a:gd name="connsiteY122" fmla="*/ 335636 h 1038242"/>
              <a:gd name="connsiteX123" fmla="*/ 836255 w 1379373"/>
              <a:gd name="connsiteY123" fmla="*/ 453684 h 1038242"/>
              <a:gd name="connsiteX124" fmla="*/ 830905 w 1379373"/>
              <a:gd name="connsiteY124" fmla="*/ 413221 h 1038242"/>
              <a:gd name="connsiteX125" fmla="*/ 839266 w 1379373"/>
              <a:gd name="connsiteY125" fmla="*/ 399175 h 1038242"/>
              <a:gd name="connsiteX126" fmla="*/ 963335 w 1379373"/>
              <a:gd name="connsiteY126" fmla="*/ 314568 h 1038242"/>
              <a:gd name="connsiteX127" fmla="*/ 962665 w 1379373"/>
              <a:gd name="connsiteY127" fmla="*/ 311893 h 1038242"/>
              <a:gd name="connsiteX128" fmla="*/ 674733 w 1379373"/>
              <a:gd name="connsiteY128" fmla="*/ 342994 h 1038242"/>
              <a:gd name="connsiteX129" fmla="*/ 686771 w 1379373"/>
              <a:gd name="connsiteY129" fmla="*/ 341991 h 1038242"/>
              <a:gd name="connsiteX130" fmla="*/ 717538 w 1379373"/>
              <a:gd name="connsiteY130" fmla="*/ 356705 h 1038242"/>
              <a:gd name="connsiteX131" fmla="*/ 653665 w 1379373"/>
              <a:gd name="connsiteY131" fmla="*/ 402521 h 1038242"/>
              <a:gd name="connsiteX132" fmla="*/ 579424 w 1379373"/>
              <a:gd name="connsiteY132" fmla="*/ 456027 h 1038242"/>
              <a:gd name="connsiteX133" fmla="*/ 556015 w 1379373"/>
              <a:gd name="connsiteY133" fmla="*/ 458368 h 1038242"/>
              <a:gd name="connsiteX134" fmla="*/ 525583 w 1379373"/>
              <a:gd name="connsiteY134" fmla="*/ 443654 h 1038242"/>
              <a:gd name="connsiteX135" fmla="*/ 674733 w 1379373"/>
              <a:gd name="connsiteY135" fmla="*/ 342994 h 1038242"/>
              <a:gd name="connsiteX136" fmla="*/ 627162 w 1379373"/>
              <a:gd name="connsiteY136" fmla="*/ 315530 h 1038242"/>
              <a:gd name="connsiteX137" fmla="*/ 670386 w 1379373"/>
              <a:gd name="connsiteY137" fmla="*/ 334633 h 1038242"/>
              <a:gd name="connsiteX138" fmla="*/ 612866 w 1379373"/>
              <a:gd name="connsiteY138" fmla="*/ 373760 h 1038242"/>
              <a:gd name="connsiteX139" fmla="*/ 530934 w 1379373"/>
              <a:gd name="connsiteY139" fmla="*/ 429608 h 1038242"/>
              <a:gd name="connsiteX140" fmla="*/ 500502 w 1379373"/>
              <a:gd name="connsiteY140" fmla="*/ 432283 h 1038242"/>
              <a:gd name="connsiteX141" fmla="*/ 471074 w 1379373"/>
              <a:gd name="connsiteY141" fmla="*/ 418238 h 1038242"/>
              <a:gd name="connsiteX142" fmla="*/ 573405 w 1379373"/>
              <a:gd name="connsiteY142" fmla="*/ 346003 h 1038242"/>
              <a:gd name="connsiteX143" fmla="*/ 587450 w 1379373"/>
              <a:gd name="connsiteY143" fmla="*/ 336305 h 1038242"/>
              <a:gd name="connsiteX144" fmla="*/ 627162 w 1379373"/>
              <a:gd name="connsiteY144" fmla="*/ 315530 h 1038242"/>
              <a:gd name="connsiteX145" fmla="*/ 1168998 w 1379373"/>
              <a:gd name="connsiteY145" fmla="*/ 171438 h 1038242"/>
              <a:gd name="connsiteX146" fmla="*/ 1181372 w 1379373"/>
              <a:gd name="connsiteY146" fmla="*/ 171438 h 1038242"/>
              <a:gd name="connsiteX147" fmla="*/ 1211469 w 1379373"/>
              <a:gd name="connsiteY147" fmla="*/ 185483 h 1038242"/>
              <a:gd name="connsiteX148" fmla="*/ 1144252 w 1379373"/>
              <a:gd name="connsiteY148" fmla="*/ 233305 h 1038242"/>
              <a:gd name="connsiteX149" fmla="*/ 1133550 w 1379373"/>
              <a:gd name="connsiteY149" fmla="*/ 233973 h 1038242"/>
              <a:gd name="connsiteX150" fmla="*/ 1102784 w 1379373"/>
              <a:gd name="connsiteY150" fmla="*/ 219259 h 1038242"/>
              <a:gd name="connsiteX151" fmla="*/ 1168998 w 1379373"/>
              <a:gd name="connsiteY151" fmla="*/ 171438 h 1038242"/>
              <a:gd name="connsiteX152" fmla="*/ 833581 w 1379373"/>
              <a:gd name="connsiteY152" fmla="*/ 233305 h 1038242"/>
              <a:gd name="connsiteX153" fmla="*/ 959655 w 1379373"/>
              <a:gd name="connsiteY153" fmla="*/ 310889 h 1038242"/>
              <a:gd name="connsiteX154" fmla="*/ 947281 w 1379373"/>
              <a:gd name="connsiteY154" fmla="*/ 314568 h 1038242"/>
              <a:gd name="connsiteX155" fmla="*/ 837259 w 1379373"/>
              <a:gd name="connsiteY155" fmla="*/ 389811 h 1038242"/>
              <a:gd name="connsiteX156" fmla="*/ 806827 w 1379373"/>
              <a:gd name="connsiteY156" fmla="*/ 392152 h 1038242"/>
              <a:gd name="connsiteX157" fmla="*/ 781077 w 1379373"/>
              <a:gd name="connsiteY157" fmla="*/ 379110 h 1038242"/>
              <a:gd name="connsiteX158" fmla="*/ 909492 w 1379373"/>
              <a:gd name="connsiteY158" fmla="*/ 288818 h 1038242"/>
              <a:gd name="connsiteX159" fmla="*/ 907821 w 1379373"/>
              <a:gd name="connsiteY159" fmla="*/ 283801 h 1038242"/>
              <a:gd name="connsiteX160" fmla="*/ 894445 w 1379373"/>
              <a:gd name="connsiteY160" fmla="*/ 288149 h 1038242"/>
              <a:gd name="connsiteX161" fmla="*/ 788100 w 1379373"/>
              <a:gd name="connsiteY161" fmla="*/ 363058 h 1038242"/>
              <a:gd name="connsiteX162" fmla="*/ 753989 w 1379373"/>
              <a:gd name="connsiteY162" fmla="*/ 365399 h 1038242"/>
              <a:gd name="connsiteX163" fmla="*/ 734594 w 1379373"/>
              <a:gd name="connsiteY163" fmla="*/ 355366 h 1038242"/>
              <a:gd name="connsiteX164" fmla="*/ 867691 w 1379373"/>
              <a:gd name="connsiteY164" fmla="*/ 260392 h 1038242"/>
              <a:gd name="connsiteX165" fmla="*/ 865685 w 1379373"/>
              <a:gd name="connsiteY165" fmla="*/ 255710 h 1038242"/>
              <a:gd name="connsiteX166" fmla="*/ 851639 w 1379373"/>
              <a:gd name="connsiteY166" fmla="*/ 260727 h 1038242"/>
              <a:gd name="connsiteX167" fmla="*/ 742285 w 1379373"/>
              <a:gd name="connsiteY167" fmla="*/ 339314 h 1038242"/>
              <a:gd name="connsiteX168" fmla="*/ 707171 w 1379373"/>
              <a:gd name="connsiteY168" fmla="*/ 342324 h 1038242"/>
              <a:gd name="connsiteX169" fmla="*/ 689113 w 1379373"/>
              <a:gd name="connsiteY169" fmla="*/ 332960 h 1038242"/>
              <a:gd name="connsiteX170" fmla="*/ 737603 w 1379373"/>
              <a:gd name="connsiteY170" fmla="*/ 299853 h 1038242"/>
              <a:gd name="connsiteX171" fmla="*/ 823882 w 1379373"/>
              <a:gd name="connsiteY171" fmla="*/ 240327 h 1038242"/>
              <a:gd name="connsiteX172" fmla="*/ 833581 w 1379373"/>
              <a:gd name="connsiteY172" fmla="*/ 233305 h 1038242"/>
              <a:gd name="connsiteX173" fmla="*/ 1295742 w 1379373"/>
              <a:gd name="connsiteY173" fmla="*/ 135991 h 1038242"/>
              <a:gd name="connsiteX174" fmla="*/ 1299755 w 1379373"/>
              <a:gd name="connsiteY174" fmla="*/ 203208 h 1038242"/>
              <a:gd name="connsiteX175" fmla="*/ 1288719 w 1379373"/>
              <a:gd name="connsiteY175" fmla="*/ 214578 h 1038242"/>
              <a:gd name="connsiteX176" fmla="*/ 792113 w 1379373"/>
              <a:gd name="connsiteY176" fmla="*/ 562036 h 1038242"/>
              <a:gd name="connsiteX177" fmla="*/ 278451 w 1379373"/>
              <a:gd name="connsiteY177" fmla="*/ 920195 h 1038242"/>
              <a:gd name="connsiteX178" fmla="*/ 186486 w 1379373"/>
              <a:gd name="connsiteY178" fmla="*/ 926215 h 1038242"/>
              <a:gd name="connsiteX179" fmla="*/ 2893 w 1379373"/>
              <a:gd name="connsiteY179" fmla="*/ 832579 h 1038242"/>
              <a:gd name="connsiteX180" fmla="*/ 76129 w 1379373"/>
              <a:gd name="connsiteY180" fmla="*/ 784756 h 1038242"/>
              <a:gd name="connsiteX181" fmla="*/ 89841 w 1379373"/>
              <a:gd name="connsiteY181" fmla="*/ 788435 h 1038242"/>
              <a:gd name="connsiteX182" fmla="*/ 260392 w 1379373"/>
              <a:gd name="connsiteY182" fmla="*/ 883409 h 1038242"/>
              <a:gd name="connsiteX183" fmla="*/ 283802 w 1379373"/>
              <a:gd name="connsiteY183" fmla="*/ 882071 h 1038242"/>
              <a:gd name="connsiteX184" fmla="*/ 450675 w 1379373"/>
              <a:gd name="connsiteY184" fmla="*/ 766364 h 1038242"/>
              <a:gd name="connsiteX185" fmla="*/ 462713 w 1379373"/>
              <a:gd name="connsiteY185" fmla="*/ 743624 h 1038242"/>
              <a:gd name="connsiteX186" fmla="*/ 423587 w 1379373"/>
              <a:gd name="connsiteY186" fmla="*/ 673731 h 1038242"/>
              <a:gd name="connsiteX187" fmla="*/ 297513 w 1379373"/>
              <a:gd name="connsiteY187" fmla="*/ 604507 h 1038242"/>
              <a:gd name="connsiteX188" fmla="*/ 322928 w 1379373"/>
              <a:gd name="connsiteY188" fmla="*/ 528595 h 1038242"/>
              <a:gd name="connsiteX189" fmla="*/ 356369 w 1379373"/>
              <a:gd name="connsiteY189" fmla="*/ 546319 h 1038242"/>
              <a:gd name="connsiteX190" fmla="*/ 360717 w 1379373"/>
              <a:gd name="connsiteY190" fmla="*/ 558023 h 1038242"/>
              <a:gd name="connsiteX191" fmla="*/ 360383 w 1379373"/>
              <a:gd name="connsiteY191" fmla="*/ 618553 h 1038242"/>
              <a:gd name="connsiteX192" fmla="*/ 369746 w 1379373"/>
              <a:gd name="connsiteY192" fmla="*/ 634939 h 1038242"/>
              <a:gd name="connsiteX193" fmla="*/ 489132 w 1379373"/>
              <a:gd name="connsiteY193" fmla="*/ 700484 h 1038242"/>
              <a:gd name="connsiteX194" fmla="*/ 508194 w 1379373"/>
              <a:gd name="connsiteY194" fmla="*/ 698143 h 1038242"/>
              <a:gd name="connsiteX195" fmla="*/ 650655 w 1379373"/>
              <a:gd name="connsiteY195" fmla="*/ 596146 h 1038242"/>
              <a:gd name="connsiteX196" fmla="*/ 665369 w 1379373"/>
              <a:gd name="connsiteY196" fmla="*/ 586114 h 1038242"/>
              <a:gd name="connsiteX197" fmla="*/ 668045 w 1379373"/>
              <a:gd name="connsiteY197" fmla="*/ 601831 h 1038242"/>
              <a:gd name="connsiteX198" fmla="*/ 671054 w 1379373"/>
              <a:gd name="connsiteY198" fmla="*/ 602835 h 1038242"/>
              <a:gd name="connsiteX199" fmla="*/ 675402 w 1379373"/>
              <a:gd name="connsiteY199" fmla="*/ 593471 h 1038242"/>
              <a:gd name="connsiteX200" fmla="*/ 688778 w 1379373"/>
              <a:gd name="connsiteY200" fmla="*/ 569059 h 1038242"/>
              <a:gd name="connsiteX201" fmla="*/ 828899 w 1379373"/>
              <a:gd name="connsiteY201" fmla="*/ 469069 h 1038242"/>
              <a:gd name="connsiteX202" fmla="*/ 833580 w 1379373"/>
              <a:gd name="connsiteY202" fmla="*/ 494484 h 1038242"/>
              <a:gd name="connsiteX203" fmla="*/ 838262 w 1379373"/>
              <a:gd name="connsiteY203" fmla="*/ 495153 h 1038242"/>
              <a:gd name="connsiteX204" fmla="*/ 839600 w 1379373"/>
              <a:gd name="connsiteY204" fmla="*/ 477763 h 1038242"/>
              <a:gd name="connsiteX205" fmla="*/ 846288 w 1379373"/>
              <a:gd name="connsiteY205" fmla="*/ 456361 h 1038242"/>
              <a:gd name="connsiteX206" fmla="*/ 1002460 w 1379373"/>
              <a:gd name="connsiteY206" fmla="*/ 345335 h 1038242"/>
              <a:gd name="connsiteX207" fmla="*/ 1002795 w 1379373"/>
              <a:gd name="connsiteY207" fmla="*/ 367407 h 1038242"/>
              <a:gd name="connsiteX208" fmla="*/ 1011824 w 1379373"/>
              <a:gd name="connsiteY208" fmla="*/ 367407 h 1038242"/>
              <a:gd name="connsiteX209" fmla="*/ 1011489 w 1379373"/>
              <a:gd name="connsiteY209" fmla="*/ 338981 h 1038242"/>
              <a:gd name="connsiteX210" fmla="*/ 1134220 w 1379373"/>
              <a:gd name="connsiteY210" fmla="*/ 251364 h 1038242"/>
              <a:gd name="connsiteX211" fmla="*/ 1138901 w 1379373"/>
              <a:gd name="connsiteY211" fmla="*/ 248689 h 1038242"/>
              <a:gd name="connsiteX212" fmla="*/ 1144921 w 1379373"/>
              <a:gd name="connsiteY212" fmla="*/ 270426 h 1038242"/>
              <a:gd name="connsiteX213" fmla="*/ 1149603 w 1379373"/>
              <a:gd name="connsiteY213" fmla="*/ 270092 h 1038242"/>
              <a:gd name="connsiteX214" fmla="*/ 1149269 w 1379373"/>
              <a:gd name="connsiteY214" fmla="*/ 253037 h 1038242"/>
              <a:gd name="connsiteX215" fmla="*/ 1156291 w 1379373"/>
              <a:gd name="connsiteY215" fmla="*/ 234978 h 1038242"/>
              <a:gd name="connsiteX216" fmla="*/ 1218827 w 1379373"/>
              <a:gd name="connsiteY216" fmla="*/ 190501 h 1038242"/>
              <a:gd name="connsiteX217" fmla="*/ 1225515 w 1379373"/>
              <a:gd name="connsiteY217" fmla="*/ 213910 h 1038242"/>
              <a:gd name="connsiteX218" fmla="*/ 1230197 w 1379373"/>
              <a:gd name="connsiteY218" fmla="*/ 213910 h 1038242"/>
              <a:gd name="connsiteX219" fmla="*/ 1229862 w 1379373"/>
              <a:gd name="connsiteY219" fmla="*/ 197523 h 1038242"/>
              <a:gd name="connsiteX220" fmla="*/ 1237554 w 1379373"/>
              <a:gd name="connsiteY220" fmla="*/ 177124 h 1038242"/>
              <a:gd name="connsiteX221" fmla="*/ 1295742 w 1379373"/>
              <a:gd name="connsiteY221" fmla="*/ 135991 h 1038242"/>
              <a:gd name="connsiteX222" fmla="*/ 1116829 w 1379373"/>
              <a:gd name="connsiteY222" fmla="*/ 148030 h 1038242"/>
              <a:gd name="connsiteX223" fmla="*/ 1130541 w 1379373"/>
              <a:gd name="connsiteY223" fmla="*/ 147361 h 1038242"/>
              <a:gd name="connsiteX224" fmla="*/ 1165320 w 1379373"/>
              <a:gd name="connsiteY224" fmla="*/ 163747 h 1038242"/>
              <a:gd name="connsiteX225" fmla="*/ 1098771 w 1379373"/>
              <a:gd name="connsiteY225" fmla="*/ 211903 h 1038242"/>
              <a:gd name="connsiteX226" fmla="*/ 1088070 w 1379373"/>
              <a:gd name="connsiteY226" fmla="*/ 211903 h 1038242"/>
              <a:gd name="connsiteX227" fmla="*/ 1051953 w 1379373"/>
              <a:gd name="connsiteY227" fmla="*/ 194848 h 1038242"/>
              <a:gd name="connsiteX228" fmla="*/ 1116829 w 1379373"/>
              <a:gd name="connsiteY228" fmla="*/ 148030 h 1038242"/>
              <a:gd name="connsiteX229" fmla="*/ 1253480 w 1379373"/>
              <a:gd name="connsiteY229" fmla="*/ 112873 h 1038242"/>
              <a:gd name="connsiteX230" fmla="*/ 1265311 w 1379373"/>
              <a:gd name="connsiteY230" fmla="*/ 116259 h 1038242"/>
              <a:gd name="connsiteX231" fmla="*/ 1290726 w 1379373"/>
              <a:gd name="connsiteY231" fmla="*/ 128632 h 1038242"/>
              <a:gd name="connsiteX232" fmla="*/ 1224511 w 1379373"/>
              <a:gd name="connsiteY232" fmla="*/ 175785 h 1038242"/>
              <a:gd name="connsiteX233" fmla="*/ 1213476 w 1379373"/>
              <a:gd name="connsiteY233" fmla="*/ 176789 h 1038242"/>
              <a:gd name="connsiteX234" fmla="*/ 1182375 w 1379373"/>
              <a:gd name="connsiteY234" fmla="*/ 162074 h 1038242"/>
              <a:gd name="connsiteX235" fmla="*/ 1241901 w 1379373"/>
              <a:gd name="connsiteY235" fmla="*/ 118265 h 1038242"/>
              <a:gd name="connsiteX236" fmla="*/ 1253480 w 1379373"/>
              <a:gd name="connsiteY236" fmla="*/ 112873 h 1038242"/>
              <a:gd name="connsiteX237" fmla="*/ 780576 w 1379373"/>
              <a:gd name="connsiteY237" fmla="*/ 202539 h 1038242"/>
              <a:gd name="connsiteX238" fmla="*/ 790775 w 1379373"/>
              <a:gd name="connsiteY238" fmla="*/ 206217 h 1038242"/>
              <a:gd name="connsiteX239" fmla="*/ 826223 w 1379373"/>
              <a:gd name="connsiteY239" fmla="*/ 228289 h 1038242"/>
              <a:gd name="connsiteX240" fmla="*/ 684097 w 1379373"/>
              <a:gd name="connsiteY240" fmla="*/ 324601 h 1038242"/>
              <a:gd name="connsiteX241" fmla="*/ 672726 w 1379373"/>
              <a:gd name="connsiteY241" fmla="*/ 324936 h 1038242"/>
              <a:gd name="connsiteX242" fmla="*/ 631927 w 1379373"/>
              <a:gd name="connsiteY242" fmla="*/ 304871 h 1038242"/>
              <a:gd name="connsiteX243" fmla="*/ 692122 w 1379373"/>
              <a:gd name="connsiteY243" fmla="*/ 262400 h 1038242"/>
              <a:gd name="connsiteX244" fmla="*/ 770375 w 1379373"/>
              <a:gd name="connsiteY244" fmla="*/ 206886 h 1038242"/>
              <a:gd name="connsiteX245" fmla="*/ 780576 w 1379373"/>
              <a:gd name="connsiteY245" fmla="*/ 202539 h 1038242"/>
              <a:gd name="connsiteX246" fmla="*/ 942892 w 1379373"/>
              <a:gd name="connsiteY246" fmla="*/ 155554 h 1038242"/>
              <a:gd name="connsiteX247" fmla="*/ 958986 w 1379373"/>
              <a:gd name="connsiteY247" fmla="*/ 160069 h 1038242"/>
              <a:gd name="connsiteX248" fmla="*/ 983063 w 1379373"/>
              <a:gd name="connsiteY248" fmla="*/ 172442 h 1038242"/>
              <a:gd name="connsiteX249" fmla="*/ 888424 w 1379373"/>
              <a:gd name="connsiteY249" fmla="*/ 239994 h 1038242"/>
              <a:gd name="connsiteX250" fmla="*/ 890096 w 1379373"/>
              <a:gd name="connsiteY250" fmla="*/ 243673 h 1038242"/>
              <a:gd name="connsiteX251" fmla="*/ 903138 w 1379373"/>
              <a:gd name="connsiteY251" fmla="*/ 238656 h 1038242"/>
              <a:gd name="connsiteX252" fmla="*/ 980388 w 1379373"/>
              <a:gd name="connsiteY252" fmla="*/ 184147 h 1038242"/>
              <a:gd name="connsiteX253" fmla="*/ 1004131 w 1379373"/>
              <a:gd name="connsiteY253" fmla="*/ 181806 h 1038242"/>
              <a:gd name="connsiteX254" fmla="*/ 1034898 w 1379373"/>
              <a:gd name="connsiteY254" fmla="*/ 197188 h 1038242"/>
              <a:gd name="connsiteX255" fmla="*/ 938586 w 1379373"/>
              <a:gd name="connsiteY255" fmla="*/ 267751 h 1038242"/>
              <a:gd name="connsiteX256" fmla="*/ 940927 w 1379373"/>
              <a:gd name="connsiteY256" fmla="*/ 271763 h 1038242"/>
              <a:gd name="connsiteX257" fmla="*/ 954638 w 1379373"/>
              <a:gd name="connsiteY257" fmla="*/ 265075 h 1038242"/>
              <a:gd name="connsiteX258" fmla="*/ 1031219 w 1379373"/>
              <a:gd name="connsiteY258" fmla="*/ 209562 h 1038242"/>
              <a:gd name="connsiteX259" fmla="*/ 1057304 w 1379373"/>
              <a:gd name="connsiteY259" fmla="*/ 207555 h 1038242"/>
              <a:gd name="connsiteX260" fmla="*/ 1086064 w 1379373"/>
              <a:gd name="connsiteY260" fmla="*/ 221601 h 1038242"/>
              <a:gd name="connsiteX261" fmla="*/ 981391 w 1379373"/>
              <a:gd name="connsiteY261" fmla="*/ 298182 h 1038242"/>
              <a:gd name="connsiteX262" fmla="*/ 983732 w 1379373"/>
              <a:gd name="connsiteY262" fmla="*/ 302195 h 1038242"/>
              <a:gd name="connsiteX263" fmla="*/ 997109 w 1379373"/>
              <a:gd name="connsiteY263" fmla="*/ 295841 h 1038242"/>
              <a:gd name="connsiteX264" fmla="*/ 1078372 w 1379373"/>
              <a:gd name="connsiteY264" fmla="*/ 236315 h 1038242"/>
              <a:gd name="connsiteX265" fmla="*/ 1112817 w 1379373"/>
              <a:gd name="connsiteY265" fmla="*/ 233974 h 1038242"/>
              <a:gd name="connsiteX266" fmla="*/ 1130541 w 1379373"/>
              <a:gd name="connsiteY266" fmla="*/ 243338 h 1038242"/>
              <a:gd name="connsiteX267" fmla="*/ 1009148 w 1379373"/>
              <a:gd name="connsiteY267" fmla="*/ 330286 h 1038242"/>
              <a:gd name="connsiteX268" fmla="*/ 842274 w 1379373"/>
              <a:gd name="connsiteY268" fmla="*/ 227621 h 1038242"/>
              <a:gd name="connsiteX269" fmla="*/ 927551 w 1379373"/>
              <a:gd name="connsiteY269" fmla="*/ 163078 h 1038242"/>
              <a:gd name="connsiteX270" fmla="*/ 942892 w 1379373"/>
              <a:gd name="connsiteY270" fmla="*/ 155554 h 1038242"/>
              <a:gd name="connsiteX271" fmla="*/ 1067002 w 1379373"/>
              <a:gd name="connsiteY271" fmla="*/ 123618 h 1038242"/>
              <a:gd name="connsiteX272" fmla="*/ 1077035 w 1379373"/>
              <a:gd name="connsiteY272" fmla="*/ 122948 h 1038242"/>
              <a:gd name="connsiteX273" fmla="*/ 1113486 w 1379373"/>
              <a:gd name="connsiteY273" fmla="*/ 140004 h 1038242"/>
              <a:gd name="connsiteX274" fmla="*/ 1046937 w 1379373"/>
              <a:gd name="connsiteY274" fmla="*/ 188160 h 1038242"/>
              <a:gd name="connsiteX275" fmla="*/ 1037238 w 1379373"/>
              <a:gd name="connsiteY275" fmla="*/ 188160 h 1038242"/>
              <a:gd name="connsiteX276" fmla="*/ 1000118 w 1379373"/>
              <a:gd name="connsiteY276" fmla="*/ 170436 h 1038242"/>
              <a:gd name="connsiteX277" fmla="*/ 1067002 w 1379373"/>
              <a:gd name="connsiteY277" fmla="*/ 123618 h 1038242"/>
              <a:gd name="connsiteX278" fmla="*/ 1197089 w 1379373"/>
              <a:gd name="connsiteY278" fmla="*/ 89841 h 1038242"/>
              <a:gd name="connsiteX279" fmla="*/ 1205449 w 1379373"/>
              <a:gd name="connsiteY279" fmla="*/ 89173 h 1038242"/>
              <a:gd name="connsiteX280" fmla="*/ 1243238 w 1379373"/>
              <a:gd name="connsiteY280" fmla="*/ 106896 h 1038242"/>
              <a:gd name="connsiteX281" fmla="*/ 1178027 w 1379373"/>
              <a:gd name="connsiteY281" fmla="*/ 154384 h 1038242"/>
              <a:gd name="connsiteX282" fmla="*/ 1168329 w 1379373"/>
              <a:gd name="connsiteY282" fmla="*/ 155722 h 1038242"/>
              <a:gd name="connsiteX283" fmla="*/ 1130206 w 1379373"/>
              <a:gd name="connsiteY283" fmla="*/ 137997 h 1038242"/>
              <a:gd name="connsiteX284" fmla="*/ 1197089 w 1379373"/>
              <a:gd name="connsiteY284" fmla="*/ 89841 h 1038242"/>
              <a:gd name="connsiteX285" fmla="*/ 1016171 w 1379373"/>
              <a:gd name="connsiteY285" fmla="*/ 100876 h 1038242"/>
              <a:gd name="connsiteX286" fmla="*/ 1028544 w 1379373"/>
              <a:gd name="connsiteY286" fmla="*/ 100208 h 1038242"/>
              <a:gd name="connsiteX287" fmla="*/ 1062655 w 1379373"/>
              <a:gd name="connsiteY287" fmla="*/ 115925 h 1038242"/>
              <a:gd name="connsiteX288" fmla="*/ 996440 w 1379373"/>
              <a:gd name="connsiteY288" fmla="*/ 162744 h 1038242"/>
              <a:gd name="connsiteX289" fmla="*/ 985070 w 1379373"/>
              <a:gd name="connsiteY289" fmla="*/ 162744 h 1038242"/>
              <a:gd name="connsiteX290" fmla="*/ 950960 w 1379373"/>
              <a:gd name="connsiteY290" fmla="*/ 146358 h 1038242"/>
              <a:gd name="connsiteX291" fmla="*/ 1016171 w 1379373"/>
              <a:gd name="connsiteY291" fmla="*/ 100876 h 1038242"/>
              <a:gd name="connsiteX292" fmla="*/ 1151275 w 1379373"/>
              <a:gd name="connsiteY292" fmla="*/ 63757 h 1038242"/>
              <a:gd name="connsiteX293" fmla="*/ 1191740 w 1379373"/>
              <a:gd name="connsiteY293" fmla="*/ 82818 h 1038242"/>
              <a:gd name="connsiteX294" fmla="*/ 1126862 w 1379373"/>
              <a:gd name="connsiteY294" fmla="*/ 129971 h 1038242"/>
              <a:gd name="connsiteX295" fmla="*/ 1114489 w 1379373"/>
              <a:gd name="connsiteY295" fmla="*/ 130306 h 1038242"/>
              <a:gd name="connsiteX296" fmla="*/ 1080044 w 1379373"/>
              <a:gd name="connsiteY296" fmla="*/ 114254 h 1038242"/>
              <a:gd name="connsiteX297" fmla="*/ 1151275 w 1379373"/>
              <a:gd name="connsiteY297" fmla="*/ 63757 h 1038242"/>
              <a:gd name="connsiteX298" fmla="*/ 1166992 w 1379373"/>
              <a:gd name="connsiteY298" fmla="*/ 34328 h 1038242"/>
              <a:gd name="connsiteX299" fmla="*/ 1292063 w 1379373"/>
              <a:gd name="connsiteY299" fmla="*/ 31987 h 1038242"/>
              <a:gd name="connsiteX300" fmla="*/ 1346238 w 1379373"/>
              <a:gd name="connsiteY300" fmla="*/ 74792 h 1038242"/>
              <a:gd name="connsiteX301" fmla="*/ 1367306 w 1379373"/>
              <a:gd name="connsiteY301" fmla="*/ 152378 h 1038242"/>
              <a:gd name="connsiteX302" fmla="*/ 1363293 w 1379373"/>
              <a:gd name="connsiteY302" fmla="*/ 162745 h 1038242"/>
              <a:gd name="connsiteX303" fmla="*/ 1309787 w 1379373"/>
              <a:gd name="connsiteY303" fmla="*/ 200534 h 1038242"/>
              <a:gd name="connsiteX304" fmla="*/ 1303433 w 1379373"/>
              <a:gd name="connsiteY304" fmla="*/ 124286 h 1038242"/>
              <a:gd name="connsiteX305" fmla="*/ 1137229 w 1379373"/>
              <a:gd name="connsiteY305" fmla="*/ 47036 h 1038242"/>
              <a:gd name="connsiteX306" fmla="*/ 1166992 w 1379373"/>
              <a:gd name="connsiteY306" fmla="*/ 34328 h 1038242"/>
              <a:gd name="connsiteX307" fmla="*/ 1098102 w 1379373"/>
              <a:gd name="connsiteY307" fmla="*/ 44026 h 1038242"/>
              <a:gd name="connsiteX308" fmla="*/ 1109137 w 1379373"/>
              <a:gd name="connsiteY308" fmla="*/ 44026 h 1038242"/>
              <a:gd name="connsiteX309" fmla="*/ 1142579 w 1379373"/>
              <a:gd name="connsiteY309" fmla="*/ 59410 h 1038242"/>
              <a:gd name="connsiteX310" fmla="*/ 1076700 w 1379373"/>
              <a:gd name="connsiteY310" fmla="*/ 105893 h 1038242"/>
              <a:gd name="connsiteX311" fmla="*/ 1065998 w 1379373"/>
              <a:gd name="connsiteY311" fmla="*/ 107566 h 1038242"/>
              <a:gd name="connsiteX312" fmla="*/ 1030550 w 1379373"/>
              <a:gd name="connsiteY312" fmla="*/ 91179 h 1038242"/>
              <a:gd name="connsiteX313" fmla="*/ 1098102 w 1379373"/>
              <a:gd name="connsiteY313" fmla="*/ 44026 h 1038242"/>
              <a:gd name="connsiteX314" fmla="*/ 1275718 w 1379373"/>
              <a:gd name="connsiteY314" fmla="*/ 4900 h 1038242"/>
              <a:gd name="connsiteX315" fmla="*/ 1340888 w 1379373"/>
              <a:gd name="connsiteY315" fmla="*/ 887 h 1038242"/>
              <a:gd name="connsiteX316" fmla="*/ 1373660 w 1379373"/>
              <a:gd name="connsiteY316" fmla="*/ 28643 h 1038242"/>
              <a:gd name="connsiteX317" fmla="*/ 1379345 w 1379373"/>
              <a:gd name="connsiteY317" fmla="*/ 212237 h 1038242"/>
              <a:gd name="connsiteX318" fmla="*/ 1346573 w 1379373"/>
              <a:gd name="connsiteY318" fmla="*/ 269088 h 1038242"/>
              <a:gd name="connsiteX319" fmla="*/ 759005 w 1379373"/>
              <a:gd name="connsiteY319" fmla="*/ 686104 h 1038242"/>
              <a:gd name="connsiteX320" fmla="*/ 292495 w 1379373"/>
              <a:gd name="connsiteY320" fmla="*/ 1014165 h 1038242"/>
              <a:gd name="connsiteX321" fmla="*/ 274772 w 1379373"/>
              <a:gd name="connsiteY321" fmla="*/ 1025869 h 1038242"/>
              <a:gd name="connsiteX322" fmla="*/ 272431 w 1379373"/>
              <a:gd name="connsiteY322" fmla="*/ 940593 h 1038242"/>
              <a:gd name="connsiteX323" fmla="*/ 283801 w 1379373"/>
              <a:gd name="connsiteY323" fmla="*/ 927551 h 1038242"/>
              <a:gd name="connsiteX324" fmla="*/ 732252 w 1379373"/>
              <a:gd name="connsiteY324" fmla="*/ 613869 h 1038242"/>
              <a:gd name="connsiteX325" fmla="*/ 1363962 w 1379373"/>
              <a:gd name="connsiteY325" fmla="*/ 172776 h 1038242"/>
              <a:gd name="connsiteX326" fmla="*/ 1374664 w 1379373"/>
              <a:gd name="connsiteY326" fmla="*/ 146358 h 1038242"/>
              <a:gd name="connsiteX327" fmla="*/ 1353930 w 1379373"/>
              <a:gd name="connsiteY327" fmla="*/ 72117 h 1038242"/>
              <a:gd name="connsiteX328" fmla="*/ 1288384 w 1379373"/>
              <a:gd name="connsiteY328" fmla="*/ 22289 h 1038242"/>
              <a:gd name="connsiteX329" fmla="*/ 1212806 w 1379373"/>
              <a:gd name="connsiteY329" fmla="*/ 21955 h 1038242"/>
              <a:gd name="connsiteX330" fmla="*/ 1275718 w 1379373"/>
              <a:gd name="connsiteY330" fmla="*/ 4900 h 1038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</a:cxnLst>
            <a:rect l="l" t="t" r="r" b="b"/>
            <a:pathLst>
              <a:path w="1379373" h="1038242">
                <a:moveTo>
                  <a:pt x="208223" y="943938"/>
                </a:moveTo>
                <a:cubicBezTo>
                  <a:pt x="225947" y="942265"/>
                  <a:pt x="243671" y="940594"/>
                  <a:pt x="263067" y="938921"/>
                </a:cubicBezTo>
                <a:cubicBezTo>
                  <a:pt x="264404" y="970022"/>
                  <a:pt x="265742" y="1000119"/>
                  <a:pt x="267080" y="1031889"/>
                </a:cubicBezTo>
                <a:cubicBezTo>
                  <a:pt x="247684" y="1033895"/>
                  <a:pt x="228957" y="1035901"/>
                  <a:pt x="208223" y="1038242"/>
                </a:cubicBezTo>
                <a:cubicBezTo>
                  <a:pt x="208223" y="1006473"/>
                  <a:pt x="208223" y="976042"/>
                  <a:pt x="208223" y="943938"/>
                </a:cubicBezTo>
                <a:close/>
                <a:moveTo>
                  <a:pt x="323263" y="811175"/>
                </a:moveTo>
                <a:cubicBezTo>
                  <a:pt x="301860" y="818531"/>
                  <a:pt x="300857" y="820539"/>
                  <a:pt x="307545" y="844617"/>
                </a:cubicBezTo>
                <a:cubicBezTo>
                  <a:pt x="329282" y="831909"/>
                  <a:pt x="329282" y="831909"/>
                  <a:pt x="323263" y="811175"/>
                </a:cubicBezTo>
                <a:close/>
                <a:moveTo>
                  <a:pt x="367740" y="784756"/>
                </a:moveTo>
                <a:cubicBezTo>
                  <a:pt x="346672" y="793117"/>
                  <a:pt x="345668" y="794788"/>
                  <a:pt x="351688" y="815522"/>
                </a:cubicBezTo>
                <a:cubicBezTo>
                  <a:pt x="363393" y="808834"/>
                  <a:pt x="373760" y="801143"/>
                  <a:pt x="367740" y="784756"/>
                </a:cubicBezTo>
                <a:close/>
                <a:moveTo>
                  <a:pt x="218" y="842944"/>
                </a:moveTo>
                <a:cubicBezTo>
                  <a:pt x="5234" y="844951"/>
                  <a:pt x="8912" y="846288"/>
                  <a:pt x="12591" y="847961"/>
                </a:cubicBezTo>
                <a:cubicBezTo>
                  <a:pt x="70111" y="877389"/>
                  <a:pt x="127964" y="907487"/>
                  <a:pt x="185819" y="936580"/>
                </a:cubicBezTo>
                <a:cubicBezTo>
                  <a:pt x="195182" y="941263"/>
                  <a:pt x="198526" y="946613"/>
                  <a:pt x="198527" y="957314"/>
                </a:cubicBezTo>
                <a:cubicBezTo>
                  <a:pt x="197857" y="982730"/>
                  <a:pt x="198192" y="1008480"/>
                  <a:pt x="198192" y="1035903"/>
                </a:cubicBezTo>
                <a:cubicBezTo>
                  <a:pt x="191169" y="1032224"/>
                  <a:pt x="184815" y="1029214"/>
                  <a:pt x="178461" y="1025870"/>
                </a:cubicBezTo>
                <a:cubicBezTo>
                  <a:pt x="130305" y="1001123"/>
                  <a:pt x="81815" y="977045"/>
                  <a:pt x="34328" y="951629"/>
                </a:cubicBezTo>
                <a:cubicBezTo>
                  <a:pt x="13260" y="940259"/>
                  <a:pt x="1890" y="920863"/>
                  <a:pt x="552" y="896785"/>
                </a:cubicBezTo>
                <a:cubicBezTo>
                  <a:pt x="-451" y="879395"/>
                  <a:pt x="218" y="862006"/>
                  <a:pt x="218" y="842944"/>
                </a:cubicBezTo>
                <a:close/>
                <a:moveTo>
                  <a:pt x="405529" y="757668"/>
                </a:moveTo>
                <a:cubicBezTo>
                  <a:pt x="392821" y="762684"/>
                  <a:pt x="387136" y="770710"/>
                  <a:pt x="393156" y="784421"/>
                </a:cubicBezTo>
                <a:cubicBezTo>
                  <a:pt x="412217" y="776730"/>
                  <a:pt x="413220" y="774724"/>
                  <a:pt x="405529" y="757668"/>
                </a:cubicBezTo>
                <a:close/>
                <a:moveTo>
                  <a:pt x="88503" y="740613"/>
                </a:moveTo>
                <a:cubicBezTo>
                  <a:pt x="106226" y="749976"/>
                  <a:pt x="121945" y="758337"/>
                  <a:pt x="137662" y="767032"/>
                </a:cubicBezTo>
                <a:cubicBezTo>
                  <a:pt x="175786" y="787765"/>
                  <a:pt x="213908" y="808165"/>
                  <a:pt x="251697" y="829568"/>
                </a:cubicBezTo>
                <a:cubicBezTo>
                  <a:pt x="261730" y="835588"/>
                  <a:pt x="268753" y="834584"/>
                  <a:pt x="278116" y="828564"/>
                </a:cubicBezTo>
                <a:cubicBezTo>
                  <a:pt x="331623" y="794120"/>
                  <a:pt x="385464" y="760343"/>
                  <a:pt x="438971" y="726568"/>
                </a:cubicBezTo>
                <a:cubicBezTo>
                  <a:pt x="443318" y="723892"/>
                  <a:pt x="447665" y="721216"/>
                  <a:pt x="452682" y="718207"/>
                </a:cubicBezTo>
                <a:cubicBezTo>
                  <a:pt x="456026" y="740612"/>
                  <a:pt x="453685" y="756331"/>
                  <a:pt x="432616" y="769707"/>
                </a:cubicBezTo>
                <a:cubicBezTo>
                  <a:pt x="381786" y="802146"/>
                  <a:pt x="332961" y="837594"/>
                  <a:pt x="283468" y="872373"/>
                </a:cubicBezTo>
                <a:cubicBezTo>
                  <a:pt x="275107" y="878058"/>
                  <a:pt x="269087" y="878392"/>
                  <a:pt x="260058" y="873376"/>
                </a:cubicBezTo>
                <a:cubicBezTo>
                  <a:pt x="207555" y="843613"/>
                  <a:pt x="155052" y="813850"/>
                  <a:pt x="101545" y="785759"/>
                </a:cubicBezTo>
                <a:cubicBezTo>
                  <a:pt x="85827" y="777733"/>
                  <a:pt x="79808" y="768704"/>
                  <a:pt x="86496" y="752317"/>
                </a:cubicBezTo>
                <a:cubicBezTo>
                  <a:pt x="87500" y="749642"/>
                  <a:pt x="87500" y="746298"/>
                  <a:pt x="88503" y="740613"/>
                </a:cubicBezTo>
                <a:close/>
                <a:moveTo>
                  <a:pt x="279788" y="617549"/>
                </a:moveTo>
                <a:cubicBezTo>
                  <a:pt x="284136" y="614874"/>
                  <a:pt x="292831" y="613536"/>
                  <a:pt x="297178" y="615877"/>
                </a:cubicBezTo>
                <a:cubicBezTo>
                  <a:pt x="348009" y="643299"/>
                  <a:pt x="398506" y="671724"/>
                  <a:pt x="449002" y="699815"/>
                </a:cubicBezTo>
                <a:cubicBezTo>
                  <a:pt x="450674" y="700818"/>
                  <a:pt x="452346" y="702156"/>
                  <a:pt x="456025" y="705166"/>
                </a:cubicBezTo>
                <a:cubicBezTo>
                  <a:pt x="441311" y="714530"/>
                  <a:pt x="428268" y="722555"/>
                  <a:pt x="415227" y="730915"/>
                </a:cubicBezTo>
                <a:cubicBezTo>
                  <a:pt x="368074" y="760678"/>
                  <a:pt x="321256" y="790776"/>
                  <a:pt x="273769" y="820204"/>
                </a:cubicBezTo>
                <a:cubicBezTo>
                  <a:pt x="269756" y="822545"/>
                  <a:pt x="262733" y="824886"/>
                  <a:pt x="258720" y="823215"/>
                </a:cubicBezTo>
                <a:cubicBezTo>
                  <a:pt x="204545" y="794455"/>
                  <a:pt x="150704" y="765026"/>
                  <a:pt x="95191" y="734594"/>
                </a:cubicBezTo>
                <a:cubicBezTo>
                  <a:pt x="121275" y="718208"/>
                  <a:pt x="145353" y="702490"/>
                  <a:pt x="169766" y="687107"/>
                </a:cubicBezTo>
                <a:cubicBezTo>
                  <a:pt x="206217" y="663698"/>
                  <a:pt x="242668" y="640289"/>
                  <a:pt x="279788" y="617549"/>
                </a:cubicBezTo>
                <a:close/>
                <a:moveTo>
                  <a:pt x="423922" y="581766"/>
                </a:moveTo>
                <a:cubicBezTo>
                  <a:pt x="436965" y="588454"/>
                  <a:pt x="448000" y="593805"/>
                  <a:pt x="458702" y="600159"/>
                </a:cubicBezTo>
                <a:cubicBezTo>
                  <a:pt x="460709" y="601497"/>
                  <a:pt x="462046" y="606512"/>
                  <a:pt x="462046" y="609523"/>
                </a:cubicBezTo>
                <a:cubicBezTo>
                  <a:pt x="462046" y="630590"/>
                  <a:pt x="462046" y="651659"/>
                  <a:pt x="462046" y="674064"/>
                </a:cubicBezTo>
                <a:cubicBezTo>
                  <a:pt x="431948" y="665704"/>
                  <a:pt x="418236" y="650990"/>
                  <a:pt x="423587" y="621896"/>
                </a:cubicBezTo>
                <a:cubicBezTo>
                  <a:pt x="425594" y="610191"/>
                  <a:pt x="423922" y="597483"/>
                  <a:pt x="423922" y="581766"/>
                </a:cubicBezTo>
                <a:close/>
                <a:moveTo>
                  <a:pt x="660019" y="521237"/>
                </a:moveTo>
                <a:cubicBezTo>
                  <a:pt x="661356" y="539295"/>
                  <a:pt x="663363" y="555347"/>
                  <a:pt x="664032" y="571399"/>
                </a:cubicBezTo>
                <a:cubicBezTo>
                  <a:pt x="664366" y="574409"/>
                  <a:pt x="661022" y="578757"/>
                  <a:pt x="658012" y="580763"/>
                </a:cubicBezTo>
                <a:cubicBezTo>
                  <a:pt x="604840" y="618886"/>
                  <a:pt x="551334" y="657010"/>
                  <a:pt x="499499" y="694130"/>
                </a:cubicBezTo>
                <a:cubicBezTo>
                  <a:pt x="473080" y="689448"/>
                  <a:pt x="465054" y="674065"/>
                  <a:pt x="468733" y="649653"/>
                </a:cubicBezTo>
                <a:cubicBezTo>
                  <a:pt x="470739" y="636610"/>
                  <a:pt x="469067" y="623234"/>
                  <a:pt x="469067" y="607851"/>
                </a:cubicBezTo>
                <a:cubicBezTo>
                  <a:pt x="474083" y="609188"/>
                  <a:pt x="476090" y="609188"/>
                  <a:pt x="477093" y="610191"/>
                </a:cubicBezTo>
                <a:cubicBezTo>
                  <a:pt x="498496" y="628584"/>
                  <a:pt x="516219" y="620893"/>
                  <a:pt x="536619" y="605844"/>
                </a:cubicBezTo>
                <a:cubicBezTo>
                  <a:pt x="576080" y="576750"/>
                  <a:pt x="617213" y="550331"/>
                  <a:pt x="660019" y="521237"/>
                </a:cubicBezTo>
                <a:close/>
                <a:moveTo>
                  <a:pt x="368742" y="553006"/>
                </a:moveTo>
                <a:cubicBezTo>
                  <a:pt x="384794" y="561366"/>
                  <a:pt x="398171" y="568055"/>
                  <a:pt x="411213" y="575411"/>
                </a:cubicBezTo>
                <a:cubicBezTo>
                  <a:pt x="413554" y="576749"/>
                  <a:pt x="414892" y="581431"/>
                  <a:pt x="414892" y="585110"/>
                </a:cubicBezTo>
                <a:cubicBezTo>
                  <a:pt x="414892" y="605844"/>
                  <a:pt x="414892" y="626911"/>
                  <a:pt x="414892" y="650989"/>
                </a:cubicBezTo>
                <a:cubicBezTo>
                  <a:pt x="400177" y="642629"/>
                  <a:pt x="387135" y="636275"/>
                  <a:pt x="375096" y="628917"/>
                </a:cubicBezTo>
                <a:cubicBezTo>
                  <a:pt x="372086" y="626911"/>
                  <a:pt x="369077" y="621895"/>
                  <a:pt x="369077" y="618217"/>
                </a:cubicBezTo>
                <a:cubicBezTo>
                  <a:pt x="368408" y="597483"/>
                  <a:pt x="368742" y="577084"/>
                  <a:pt x="368742" y="553006"/>
                </a:cubicBezTo>
                <a:close/>
                <a:moveTo>
                  <a:pt x="618092" y="499583"/>
                </a:moveTo>
                <a:cubicBezTo>
                  <a:pt x="629336" y="499165"/>
                  <a:pt x="640790" y="504181"/>
                  <a:pt x="652662" y="515217"/>
                </a:cubicBezTo>
                <a:cubicBezTo>
                  <a:pt x="641626" y="522574"/>
                  <a:pt x="630256" y="530600"/>
                  <a:pt x="618551" y="538626"/>
                </a:cubicBezTo>
                <a:cubicBezTo>
                  <a:pt x="585779" y="561032"/>
                  <a:pt x="552672" y="583103"/>
                  <a:pt x="520233" y="606178"/>
                </a:cubicBezTo>
                <a:cubicBezTo>
                  <a:pt x="509866" y="613536"/>
                  <a:pt x="501840" y="615207"/>
                  <a:pt x="491473" y="607850"/>
                </a:cubicBezTo>
                <a:cubicBezTo>
                  <a:pt x="485788" y="603837"/>
                  <a:pt x="479100" y="600828"/>
                  <a:pt x="471074" y="596481"/>
                </a:cubicBezTo>
                <a:cubicBezTo>
                  <a:pt x="498496" y="577084"/>
                  <a:pt x="524580" y="559025"/>
                  <a:pt x="550664" y="540632"/>
                </a:cubicBezTo>
                <a:cubicBezTo>
                  <a:pt x="562035" y="532606"/>
                  <a:pt x="574742" y="525918"/>
                  <a:pt x="584776" y="516554"/>
                </a:cubicBezTo>
                <a:cubicBezTo>
                  <a:pt x="595811" y="505853"/>
                  <a:pt x="606847" y="500001"/>
                  <a:pt x="618092" y="499583"/>
                </a:cubicBezTo>
                <a:close/>
                <a:moveTo>
                  <a:pt x="574325" y="476132"/>
                </a:moveTo>
                <a:cubicBezTo>
                  <a:pt x="581682" y="476341"/>
                  <a:pt x="589458" y="481609"/>
                  <a:pt x="604506" y="492143"/>
                </a:cubicBezTo>
                <a:cubicBezTo>
                  <a:pt x="559025" y="524247"/>
                  <a:pt x="513880" y="556016"/>
                  <a:pt x="468733" y="587451"/>
                </a:cubicBezTo>
                <a:cubicBezTo>
                  <a:pt x="465724" y="589458"/>
                  <a:pt x="460707" y="590795"/>
                  <a:pt x="457698" y="589458"/>
                </a:cubicBezTo>
                <a:cubicBezTo>
                  <a:pt x="448669" y="585445"/>
                  <a:pt x="439640" y="580094"/>
                  <a:pt x="428938" y="574409"/>
                </a:cubicBezTo>
                <a:cubicBezTo>
                  <a:pt x="469402" y="545649"/>
                  <a:pt x="508195" y="517893"/>
                  <a:pt x="546652" y="490470"/>
                </a:cubicBezTo>
                <a:cubicBezTo>
                  <a:pt x="560029" y="480772"/>
                  <a:pt x="566968" y="475923"/>
                  <a:pt x="574325" y="476132"/>
                </a:cubicBezTo>
                <a:close/>
                <a:moveTo>
                  <a:pt x="821207" y="411549"/>
                </a:moveTo>
                <a:cubicBezTo>
                  <a:pt x="823548" y="427267"/>
                  <a:pt x="825889" y="440978"/>
                  <a:pt x="827227" y="455023"/>
                </a:cubicBezTo>
                <a:cubicBezTo>
                  <a:pt x="827560" y="458033"/>
                  <a:pt x="823882" y="462381"/>
                  <a:pt x="820872" y="464387"/>
                </a:cubicBezTo>
                <a:cubicBezTo>
                  <a:pt x="772716" y="499166"/>
                  <a:pt x="724560" y="533277"/>
                  <a:pt x="673730" y="569728"/>
                </a:cubicBezTo>
                <a:cubicBezTo>
                  <a:pt x="672057" y="552673"/>
                  <a:pt x="670385" y="537624"/>
                  <a:pt x="669717" y="522910"/>
                </a:cubicBezTo>
                <a:cubicBezTo>
                  <a:pt x="669716" y="519231"/>
                  <a:pt x="671723" y="513546"/>
                  <a:pt x="674733" y="511540"/>
                </a:cubicBezTo>
                <a:cubicBezTo>
                  <a:pt x="722554" y="478433"/>
                  <a:pt x="770710" y="445659"/>
                  <a:pt x="821207" y="411549"/>
                </a:cubicBezTo>
                <a:close/>
                <a:moveTo>
                  <a:pt x="511872" y="453016"/>
                </a:moveTo>
                <a:cubicBezTo>
                  <a:pt x="514548" y="451344"/>
                  <a:pt x="519899" y="451010"/>
                  <a:pt x="522909" y="452347"/>
                </a:cubicBezTo>
                <a:cubicBezTo>
                  <a:pt x="534612" y="457029"/>
                  <a:pt x="546317" y="463048"/>
                  <a:pt x="560028" y="469403"/>
                </a:cubicBezTo>
                <a:cubicBezTo>
                  <a:pt x="514548" y="502510"/>
                  <a:pt x="470739" y="533610"/>
                  <a:pt x="426931" y="564711"/>
                </a:cubicBezTo>
                <a:cubicBezTo>
                  <a:pt x="423921" y="567052"/>
                  <a:pt x="417902" y="568056"/>
                  <a:pt x="414558" y="566383"/>
                </a:cubicBezTo>
                <a:cubicBezTo>
                  <a:pt x="401516" y="560364"/>
                  <a:pt x="389142" y="553341"/>
                  <a:pt x="374762" y="545649"/>
                </a:cubicBezTo>
                <a:cubicBezTo>
                  <a:pt x="421580" y="514214"/>
                  <a:pt x="466392" y="483448"/>
                  <a:pt x="511872" y="453016"/>
                </a:cubicBezTo>
                <a:close/>
                <a:moveTo>
                  <a:pt x="767365" y="388809"/>
                </a:moveTo>
                <a:cubicBezTo>
                  <a:pt x="770375" y="386802"/>
                  <a:pt x="776395" y="386468"/>
                  <a:pt x="779739" y="387805"/>
                </a:cubicBezTo>
                <a:cubicBezTo>
                  <a:pt x="791109" y="392487"/>
                  <a:pt x="802145" y="398507"/>
                  <a:pt x="814852" y="404861"/>
                </a:cubicBezTo>
                <a:cubicBezTo>
                  <a:pt x="773385" y="433286"/>
                  <a:pt x="731918" y="458702"/>
                  <a:pt x="693460" y="488130"/>
                </a:cubicBezTo>
                <a:cubicBezTo>
                  <a:pt x="669048" y="507192"/>
                  <a:pt x="648982" y="508864"/>
                  <a:pt x="625239" y="488130"/>
                </a:cubicBezTo>
                <a:cubicBezTo>
                  <a:pt x="672726" y="454688"/>
                  <a:pt x="719878" y="421581"/>
                  <a:pt x="767365" y="388809"/>
                </a:cubicBezTo>
                <a:close/>
                <a:moveTo>
                  <a:pt x="463090" y="426472"/>
                </a:moveTo>
                <a:cubicBezTo>
                  <a:pt x="466894" y="426096"/>
                  <a:pt x="470740" y="427099"/>
                  <a:pt x="475087" y="429607"/>
                </a:cubicBezTo>
                <a:cubicBezTo>
                  <a:pt x="484785" y="435293"/>
                  <a:pt x="495152" y="439640"/>
                  <a:pt x="507525" y="445325"/>
                </a:cubicBezTo>
                <a:cubicBezTo>
                  <a:pt x="461042" y="476760"/>
                  <a:pt x="417233" y="506857"/>
                  <a:pt x="373090" y="536286"/>
                </a:cubicBezTo>
                <a:cubicBezTo>
                  <a:pt x="369412" y="538627"/>
                  <a:pt x="362389" y="538961"/>
                  <a:pt x="358376" y="536955"/>
                </a:cubicBezTo>
                <a:cubicBezTo>
                  <a:pt x="348010" y="532607"/>
                  <a:pt x="338311" y="526588"/>
                  <a:pt x="326941" y="520568"/>
                </a:cubicBezTo>
                <a:cubicBezTo>
                  <a:pt x="330620" y="517559"/>
                  <a:pt x="333295" y="514883"/>
                  <a:pt x="336305" y="512877"/>
                </a:cubicBezTo>
                <a:cubicBezTo>
                  <a:pt x="374762" y="485789"/>
                  <a:pt x="413220" y="459036"/>
                  <a:pt x="451343" y="431614"/>
                </a:cubicBezTo>
                <a:cubicBezTo>
                  <a:pt x="455524" y="428604"/>
                  <a:pt x="459286" y="426848"/>
                  <a:pt x="463090" y="426472"/>
                </a:cubicBezTo>
                <a:close/>
                <a:moveTo>
                  <a:pt x="727904" y="364522"/>
                </a:moveTo>
                <a:cubicBezTo>
                  <a:pt x="733171" y="363979"/>
                  <a:pt x="738439" y="365567"/>
                  <a:pt x="744291" y="369747"/>
                </a:cubicBezTo>
                <a:cubicBezTo>
                  <a:pt x="749641" y="373426"/>
                  <a:pt x="755996" y="375767"/>
                  <a:pt x="764021" y="379779"/>
                </a:cubicBezTo>
                <a:cubicBezTo>
                  <a:pt x="715531" y="414224"/>
                  <a:pt x="668713" y="447331"/>
                  <a:pt x="621561" y="479770"/>
                </a:cubicBezTo>
                <a:cubicBezTo>
                  <a:pt x="617882" y="482445"/>
                  <a:pt x="610859" y="482779"/>
                  <a:pt x="606512" y="481442"/>
                </a:cubicBezTo>
                <a:cubicBezTo>
                  <a:pt x="597483" y="478432"/>
                  <a:pt x="588788" y="473416"/>
                  <a:pt x="577752" y="468400"/>
                </a:cubicBezTo>
                <a:cubicBezTo>
                  <a:pt x="586447" y="462046"/>
                  <a:pt x="593469" y="456695"/>
                  <a:pt x="600827" y="451679"/>
                </a:cubicBezTo>
                <a:cubicBezTo>
                  <a:pt x="637946" y="425260"/>
                  <a:pt x="675067" y="399510"/>
                  <a:pt x="711518" y="372088"/>
                </a:cubicBezTo>
                <a:cubicBezTo>
                  <a:pt x="717370" y="367741"/>
                  <a:pt x="722637" y="365065"/>
                  <a:pt x="727904" y="364522"/>
                </a:cubicBezTo>
                <a:close/>
                <a:moveTo>
                  <a:pt x="962665" y="311893"/>
                </a:moveTo>
                <a:lnTo>
                  <a:pt x="1001123" y="335636"/>
                </a:lnTo>
                <a:cubicBezTo>
                  <a:pt x="946614" y="374762"/>
                  <a:pt x="891769" y="413889"/>
                  <a:pt x="836255" y="453684"/>
                </a:cubicBezTo>
                <a:cubicBezTo>
                  <a:pt x="833915" y="438635"/>
                  <a:pt x="831240" y="425928"/>
                  <a:pt x="830905" y="413221"/>
                </a:cubicBezTo>
                <a:cubicBezTo>
                  <a:pt x="830905" y="408539"/>
                  <a:pt x="835587" y="402184"/>
                  <a:pt x="839266" y="399175"/>
                </a:cubicBezTo>
                <a:cubicBezTo>
                  <a:pt x="880399" y="370750"/>
                  <a:pt x="921867" y="342659"/>
                  <a:pt x="963335" y="314568"/>
                </a:cubicBezTo>
                <a:cubicBezTo>
                  <a:pt x="963000" y="313565"/>
                  <a:pt x="963000" y="312896"/>
                  <a:pt x="962665" y="311893"/>
                </a:cubicBezTo>
                <a:close/>
                <a:moveTo>
                  <a:pt x="674733" y="342994"/>
                </a:moveTo>
                <a:cubicBezTo>
                  <a:pt x="677742" y="340988"/>
                  <a:pt x="683428" y="340653"/>
                  <a:pt x="686771" y="341991"/>
                </a:cubicBezTo>
                <a:cubicBezTo>
                  <a:pt x="696805" y="345670"/>
                  <a:pt x="706168" y="351020"/>
                  <a:pt x="717538" y="356705"/>
                </a:cubicBezTo>
                <a:cubicBezTo>
                  <a:pt x="695467" y="372757"/>
                  <a:pt x="674398" y="387472"/>
                  <a:pt x="653665" y="402521"/>
                </a:cubicBezTo>
                <a:cubicBezTo>
                  <a:pt x="628918" y="420245"/>
                  <a:pt x="603837" y="437634"/>
                  <a:pt x="579424" y="456027"/>
                </a:cubicBezTo>
                <a:cubicBezTo>
                  <a:pt x="571398" y="462047"/>
                  <a:pt x="565044" y="463719"/>
                  <a:pt x="556015" y="458368"/>
                </a:cubicBezTo>
                <a:cubicBezTo>
                  <a:pt x="546985" y="453018"/>
                  <a:pt x="536953" y="449005"/>
                  <a:pt x="525583" y="443654"/>
                </a:cubicBezTo>
                <a:cubicBezTo>
                  <a:pt x="576415" y="409209"/>
                  <a:pt x="625574" y="376102"/>
                  <a:pt x="674733" y="342994"/>
                </a:cubicBezTo>
                <a:close/>
                <a:moveTo>
                  <a:pt x="627162" y="315530"/>
                </a:moveTo>
                <a:cubicBezTo>
                  <a:pt x="637529" y="315321"/>
                  <a:pt x="648481" y="321758"/>
                  <a:pt x="670386" y="334633"/>
                </a:cubicBezTo>
                <a:cubicBezTo>
                  <a:pt x="650989" y="348010"/>
                  <a:pt x="631927" y="360718"/>
                  <a:pt x="612866" y="373760"/>
                </a:cubicBezTo>
                <a:cubicBezTo>
                  <a:pt x="585444" y="392153"/>
                  <a:pt x="557687" y="410212"/>
                  <a:pt x="530934" y="429608"/>
                </a:cubicBezTo>
                <a:cubicBezTo>
                  <a:pt x="520567" y="437299"/>
                  <a:pt x="511872" y="439640"/>
                  <a:pt x="500502" y="432283"/>
                </a:cubicBezTo>
                <a:cubicBezTo>
                  <a:pt x="491808" y="426933"/>
                  <a:pt x="482109" y="423588"/>
                  <a:pt x="471074" y="418238"/>
                </a:cubicBezTo>
                <a:cubicBezTo>
                  <a:pt x="506187" y="393491"/>
                  <a:pt x="539629" y="369747"/>
                  <a:pt x="573405" y="346003"/>
                </a:cubicBezTo>
                <a:cubicBezTo>
                  <a:pt x="578087" y="342659"/>
                  <a:pt x="582768" y="339650"/>
                  <a:pt x="587450" y="336305"/>
                </a:cubicBezTo>
                <a:cubicBezTo>
                  <a:pt x="607014" y="322594"/>
                  <a:pt x="616795" y="315739"/>
                  <a:pt x="627162" y="315530"/>
                </a:cubicBezTo>
                <a:close/>
                <a:moveTo>
                  <a:pt x="1168998" y="171438"/>
                </a:moveTo>
                <a:cubicBezTo>
                  <a:pt x="1172008" y="169765"/>
                  <a:pt x="1177693" y="170100"/>
                  <a:pt x="1181372" y="171438"/>
                </a:cubicBezTo>
                <a:cubicBezTo>
                  <a:pt x="1190735" y="175117"/>
                  <a:pt x="1200099" y="180132"/>
                  <a:pt x="1211469" y="185483"/>
                </a:cubicBezTo>
                <a:cubicBezTo>
                  <a:pt x="1187726" y="202539"/>
                  <a:pt x="1166324" y="218256"/>
                  <a:pt x="1144252" y="233305"/>
                </a:cubicBezTo>
                <a:cubicBezTo>
                  <a:pt x="1141576" y="234977"/>
                  <a:pt x="1136560" y="235311"/>
                  <a:pt x="1133550" y="233973"/>
                </a:cubicBezTo>
                <a:cubicBezTo>
                  <a:pt x="1123518" y="229961"/>
                  <a:pt x="1114154" y="224610"/>
                  <a:pt x="1102784" y="219259"/>
                </a:cubicBezTo>
                <a:cubicBezTo>
                  <a:pt x="1125859" y="202539"/>
                  <a:pt x="1147261" y="186487"/>
                  <a:pt x="1168998" y="171438"/>
                </a:cubicBezTo>
                <a:close/>
                <a:moveTo>
                  <a:pt x="833581" y="233305"/>
                </a:moveTo>
                <a:lnTo>
                  <a:pt x="959655" y="310889"/>
                </a:lnTo>
                <a:cubicBezTo>
                  <a:pt x="955307" y="311892"/>
                  <a:pt x="950625" y="312227"/>
                  <a:pt x="947281" y="314568"/>
                </a:cubicBezTo>
                <a:cubicBezTo>
                  <a:pt x="910495" y="339314"/>
                  <a:pt x="873376" y="364061"/>
                  <a:pt x="837259" y="389811"/>
                </a:cubicBezTo>
                <a:cubicBezTo>
                  <a:pt x="826558" y="397503"/>
                  <a:pt x="817863" y="399509"/>
                  <a:pt x="806827" y="392152"/>
                </a:cubicBezTo>
                <a:cubicBezTo>
                  <a:pt x="799471" y="387470"/>
                  <a:pt x="791444" y="384126"/>
                  <a:pt x="781077" y="379110"/>
                </a:cubicBezTo>
                <a:cubicBezTo>
                  <a:pt x="824886" y="348344"/>
                  <a:pt x="867357" y="318581"/>
                  <a:pt x="909492" y="288818"/>
                </a:cubicBezTo>
                <a:cubicBezTo>
                  <a:pt x="909158" y="287146"/>
                  <a:pt x="908489" y="285473"/>
                  <a:pt x="907821" y="283801"/>
                </a:cubicBezTo>
                <a:cubicBezTo>
                  <a:pt x="903474" y="285139"/>
                  <a:pt x="898123" y="285473"/>
                  <a:pt x="894445" y="288149"/>
                </a:cubicBezTo>
                <a:cubicBezTo>
                  <a:pt x="858662" y="312561"/>
                  <a:pt x="822879" y="337308"/>
                  <a:pt x="788100" y="363058"/>
                </a:cubicBezTo>
                <a:cubicBezTo>
                  <a:pt x="776061" y="372087"/>
                  <a:pt x="766363" y="374094"/>
                  <a:pt x="753989" y="365399"/>
                </a:cubicBezTo>
                <a:cubicBezTo>
                  <a:pt x="748639" y="361386"/>
                  <a:pt x="741951" y="359045"/>
                  <a:pt x="734594" y="355366"/>
                </a:cubicBezTo>
                <a:cubicBezTo>
                  <a:pt x="779740" y="323263"/>
                  <a:pt x="823548" y="291827"/>
                  <a:pt x="867691" y="260392"/>
                </a:cubicBezTo>
                <a:cubicBezTo>
                  <a:pt x="867022" y="258720"/>
                  <a:pt x="866353" y="257383"/>
                  <a:pt x="865685" y="255710"/>
                </a:cubicBezTo>
                <a:cubicBezTo>
                  <a:pt x="861002" y="257383"/>
                  <a:pt x="855652" y="258051"/>
                  <a:pt x="851639" y="260727"/>
                </a:cubicBezTo>
                <a:cubicBezTo>
                  <a:pt x="815188" y="286477"/>
                  <a:pt x="778067" y="312227"/>
                  <a:pt x="742285" y="339314"/>
                </a:cubicBezTo>
                <a:cubicBezTo>
                  <a:pt x="730246" y="348678"/>
                  <a:pt x="720214" y="351688"/>
                  <a:pt x="707171" y="342324"/>
                </a:cubicBezTo>
                <a:cubicBezTo>
                  <a:pt x="702490" y="338980"/>
                  <a:pt x="696805" y="336973"/>
                  <a:pt x="689113" y="332960"/>
                </a:cubicBezTo>
                <a:cubicBezTo>
                  <a:pt x="706503" y="321256"/>
                  <a:pt x="721886" y="310555"/>
                  <a:pt x="737603" y="299853"/>
                </a:cubicBezTo>
                <a:cubicBezTo>
                  <a:pt x="766697" y="280123"/>
                  <a:pt x="796127" y="261061"/>
                  <a:pt x="823882" y="240327"/>
                </a:cubicBezTo>
                <a:cubicBezTo>
                  <a:pt x="826892" y="237986"/>
                  <a:pt x="830237" y="235645"/>
                  <a:pt x="833581" y="233305"/>
                </a:cubicBezTo>
                <a:close/>
                <a:moveTo>
                  <a:pt x="1295742" y="135991"/>
                </a:moveTo>
                <a:cubicBezTo>
                  <a:pt x="1297414" y="159734"/>
                  <a:pt x="1299421" y="181471"/>
                  <a:pt x="1299755" y="203208"/>
                </a:cubicBezTo>
                <a:cubicBezTo>
                  <a:pt x="1299755" y="206887"/>
                  <a:pt x="1293067" y="211569"/>
                  <a:pt x="1288719" y="214578"/>
                </a:cubicBezTo>
                <a:cubicBezTo>
                  <a:pt x="1123184" y="330621"/>
                  <a:pt x="957649" y="446329"/>
                  <a:pt x="792113" y="562036"/>
                </a:cubicBezTo>
                <a:cubicBezTo>
                  <a:pt x="620892" y="681757"/>
                  <a:pt x="450340" y="801812"/>
                  <a:pt x="278451" y="920195"/>
                </a:cubicBezTo>
                <a:cubicBezTo>
                  <a:pt x="251029" y="939257"/>
                  <a:pt x="217253" y="941932"/>
                  <a:pt x="186486" y="926215"/>
                </a:cubicBezTo>
                <a:cubicBezTo>
                  <a:pt x="125623" y="896786"/>
                  <a:pt x="65763" y="865016"/>
                  <a:pt x="2893" y="832579"/>
                </a:cubicBezTo>
                <a:cubicBezTo>
                  <a:pt x="28308" y="815857"/>
                  <a:pt x="52051" y="799805"/>
                  <a:pt x="76129" y="784756"/>
                </a:cubicBezTo>
                <a:cubicBezTo>
                  <a:pt x="79139" y="783085"/>
                  <a:pt x="85828" y="786094"/>
                  <a:pt x="89841" y="788435"/>
                </a:cubicBezTo>
                <a:cubicBezTo>
                  <a:pt x="146691" y="819871"/>
                  <a:pt x="203876" y="851305"/>
                  <a:pt x="260392" y="883409"/>
                </a:cubicBezTo>
                <a:cubicBezTo>
                  <a:pt x="269422" y="888426"/>
                  <a:pt x="275441" y="888091"/>
                  <a:pt x="283802" y="882071"/>
                </a:cubicBezTo>
                <a:cubicBezTo>
                  <a:pt x="338980" y="842945"/>
                  <a:pt x="394828" y="804487"/>
                  <a:pt x="450675" y="766364"/>
                </a:cubicBezTo>
                <a:cubicBezTo>
                  <a:pt x="459369" y="760345"/>
                  <a:pt x="461042" y="753322"/>
                  <a:pt x="462713" y="743624"/>
                </a:cubicBezTo>
                <a:cubicBezTo>
                  <a:pt x="469067" y="708845"/>
                  <a:pt x="456695" y="688779"/>
                  <a:pt x="423587" y="673731"/>
                </a:cubicBezTo>
                <a:cubicBezTo>
                  <a:pt x="381116" y="654335"/>
                  <a:pt x="341320" y="628919"/>
                  <a:pt x="297513" y="604507"/>
                </a:cubicBezTo>
                <a:cubicBezTo>
                  <a:pt x="336639" y="587117"/>
                  <a:pt x="311223" y="553676"/>
                  <a:pt x="322928" y="528595"/>
                </a:cubicBezTo>
                <a:cubicBezTo>
                  <a:pt x="333294" y="533945"/>
                  <a:pt x="345334" y="539296"/>
                  <a:pt x="356369" y="546319"/>
                </a:cubicBezTo>
                <a:cubicBezTo>
                  <a:pt x="359379" y="547991"/>
                  <a:pt x="360717" y="554010"/>
                  <a:pt x="360717" y="558023"/>
                </a:cubicBezTo>
                <a:cubicBezTo>
                  <a:pt x="360717" y="578088"/>
                  <a:pt x="359380" y="598488"/>
                  <a:pt x="360383" y="618553"/>
                </a:cubicBezTo>
                <a:cubicBezTo>
                  <a:pt x="360717" y="624238"/>
                  <a:pt x="365065" y="632263"/>
                  <a:pt x="369746" y="634939"/>
                </a:cubicBezTo>
                <a:cubicBezTo>
                  <a:pt x="409207" y="657345"/>
                  <a:pt x="449337" y="678412"/>
                  <a:pt x="489132" y="700484"/>
                </a:cubicBezTo>
                <a:cubicBezTo>
                  <a:pt x="497158" y="705166"/>
                  <a:pt x="501840" y="702490"/>
                  <a:pt x="508194" y="698143"/>
                </a:cubicBezTo>
                <a:cubicBezTo>
                  <a:pt x="555681" y="664033"/>
                  <a:pt x="603168" y="630257"/>
                  <a:pt x="650655" y="596146"/>
                </a:cubicBezTo>
                <a:cubicBezTo>
                  <a:pt x="655002" y="592803"/>
                  <a:pt x="659684" y="589793"/>
                  <a:pt x="665369" y="586114"/>
                </a:cubicBezTo>
                <a:cubicBezTo>
                  <a:pt x="666372" y="592468"/>
                  <a:pt x="667376" y="597150"/>
                  <a:pt x="668045" y="601831"/>
                </a:cubicBezTo>
                <a:cubicBezTo>
                  <a:pt x="669048" y="602166"/>
                  <a:pt x="670051" y="602501"/>
                  <a:pt x="671054" y="602835"/>
                </a:cubicBezTo>
                <a:cubicBezTo>
                  <a:pt x="672727" y="599825"/>
                  <a:pt x="676071" y="595812"/>
                  <a:pt x="675402" y="593471"/>
                </a:cubicBezTo>
                <a:cubicBezTo>
                  <a:pt x="671389" y="580094"/>
                  <a:pt x="680084" y="575078"/>
                  <a:pt x="688778" y="569059"/>
                </a:cubicBezTo>
                <a:cubicBezTo>
                  <a:pt x="734927" y="536286"/>
                  <a:pt x="781077" y="503179"/>
                  <a:pt x="828899" y="469069"/>
                </a:cubicBezTo>
                <a:cubicBezTo>
                  <a:pt x="830905" y="478767"/>
                  <a:pt x="832243" y="486458"/>
                  <a:pt x="833580" y="494484"/>
                </a:cubicBezTo>
                <a:cubicBezTo>
                  <a:pt x="835252" y="494819"/>
                  <a:pt x="836590" y="494819"/>
                  <a:pt x="838262" y="495153"/>
                </a:cubicBezTo>
                <a:cubicBezTo>
                  <a:pt x="838931" y="489468"/>
                  <a:pt x="840269" y="483449"/>
                  <a:pt x="839600" y="477763"/>
                </a:cubicBezTo>
                <a:cubicBezTo>
                  <a:pt x="838262" y="469069"/>
                  <a:pt x="837594" y="462715"/>
                  <a:pt x="846288" y="456361"/>
                </a:cubicBezTo>
                <a:cubicBezTo>
                  <a:pt x="898457" y="419575"/>
                  <a:pt x="950292" y="382455"/>
                  <a:pt x="1002460" y="345335"/>
                </a:cubicBezTo>
                <a:lnTo>
                  <a:pt x="1002795" y="367407"/>
                </a:lnTo>
                <a:lnTo>
                  <a:pt x="1011824" y="367407"/>
                </a:lnTo>
                <a:lnTo>
                  <a:pt x="1011489" y="338981"/>
                </a:lnTo>
                <a:cubicBezTo>
                  <a:pt x="1052288" y="309887"/>
                  <a:pt x="1093421" y="280459"/>
                  <a:pt x="1134220" y="251364"/>
                </a:cubicBezTo>
                <a:cubicBezTo>
                  <a:pt x="1135223" y="250361"/>
                  <a:pt x="1136561" y="250026"/>
                  <a:pt x="1138901" y="248689"/>
                </a:cubicBezTo>
                <a:cubicBezTo>
                  <a:pt x="1140908" y="256381"/>
                  <a:pt x="1142914" y="263404"/>
                  <a:pt x="1144921" y="270426"/>
                </a:cubicBezTo>
                <a:cubicBezTo>
                  <a:pt x="1146593" y="270426"/>
                  <a:pt x="1147931" y="270092"/>
                  <a:pt x="1149603" y="270092"/>
                </a:cubicBezTo>
                <a:cubicBezTo>
                  <a:pt x="1149602" y="264407"/>
                  <a:pt x="1150606" y="258387"/>
                  <a:pt x="1149269" y="253037"/>
                </a:cubicBezTo>
                <a:cubicBezTo>
                  <a:pt x="1146928" y="244676"/>
                  <a:pt x="1149269" y="239659"/>
                  <a:pt x="1156291" y="234978"/>
                </a:cubicBezTo>
                <a:cubicBezTo>
                  <a:pt x="1177024" y="220933"/>
                  <a:pt x="1197424" y="205884"/>
                  <a:pt x="1218827" y="190501"/>
                </a:cubicBezTo>
                <a:cubicBezTo>
                  <a:pt x="1221168" y="199530"/>
                  <a:pt x="1223508" y="206552"/>
                  <a:pt x="1225515" y="213910"/>
                </a:cubicBezTo>
                <a:cubicBezTo>
                  <a:pt x="1227188" y="213910"/>
                  <a:pt x="1228525" y="213910"/>
                  <a:pt x="1230197" y="213910"/>
                </a:cubicBezTo>
                <a:cubicBezTo>
                  <a:pt x="1230197" y="208559"/>
                  <a:pt x="1231535" y="202540"/>
                  <a:pt x="1229862" y="197523"/>
                </a:cubicBezTo>
                <a:cubicBezTo>
                  <a:pt x="1226518" y="187826"/>
                  <a:pt x="1229528" y="182475"/>
                  <a:pt x="1237554" y="177124"/>
                </a:cubicBezTo>
                <a:cubicBezTo>
                  <a:pt x="1256616" y="164416"/>
                  <a:pt x="1274674" y="151040"/>
                  <a:pt x="1295742" y="135991"/>
                </a:cubicBezTo>
                <a:close/>
                <a:moveTo>
                  <a:pt x="1116829" y="148030"/>
                </a:moveTo>
                <a:cubicBezTo>
                  <a:pt x="1120174" y="145689"/>
                  <a:pt x="1126528" y="145689"/>
                  <a:pt x="1130541" y="147361"/>
                </a:cubicBezTo>
                <a:cubicBezTo>
                  <a:pt x="1141577" y="151709"/>
                  <a:pt x="1151944" y="157394"/>
                  <a:pt x="1165320" y="163747"/>
                </a:cubicBezTo>
                <a:cubicBezTo>
                  <a:pt x="1141911" y="180802"/>
                  <a:pt x="1120508" y="196521"/>
                  <a:pt x="1098771" y="211903"/>
                </a:cubicBezTo>
                <a:cubicBezTo>
                  <a:pt x="1096095" y="213910"/>
                  <a:pt x="1090745" y="213576"/>
                  <a:pt x="1088070" y="211903"/>
                </a:cubicBezTo>
                <a:cubicBezTo>
                  <a:pt x="1076366" y="206887"/>
                  <a:pt x="1064995" y="201202"/>
                  <a:pt x="1051953" y="194848"/>
                </a:cubicBezTo>
                <a:cubicBezTo>
                  <a:pt x="1074358" y="178462"/>
                  <a:pt x="1095092" y="162744"/>
                  <a:pt x="1116829" y="148030"/>
                </a:cubicBezTo>
                <a:close/>
                <a:moveTo>
                  <a:pt x="1253480" y="112873"/>
                </a:moveTo>
                <a:cubicBezTo>
                  <a:pt x="1257201" y="112581"/>
                  <a:pt x="1260963" y="113751"/>
                  <a:pt x="1265311" y="116259"/>
                </a:cubicBezTo>
                <a:cubicBezTo>
                  <a:pt x="1272667" y="120607"/>
                  <a:pt x="1281028" y="123951"/>
                  <a:pt x="1290726" y="128632"/>
                </a:cubicBezTo>
                <a:cubicBezTo>
                  <a:pt x="1267651" y="145019"/>
                  <a:pt x="1246249" y="160736"/>
                  <a:pt x="1224511" y="175785"/>
                </a:cubicBezTo>
                <a:cubicBezTo>
                  <a:pt x="1221836" y="177792"/>
                  <a:pt x="1216485" y="177793"/>
                  <a:pt x="1213476" y="176789"/>
                </a:cubicBezTo>
                <a:cubicBezTo>
                  <a:pt x="1203778" y="172776"/>
                  <a:pt x="1194080" y="167759"/>
                  <a:pt x="1182375" y="162074"/>
                </a:cubicBezTo>
                <a:cubicBezTo>
                  <a:pt x="1203778" y="146357"/>
                  <a:pt x="1223508" y="132980"/>
                  <a:pt x="1241901" y="118265"/>
                </a:cubicBezTo>
                <a:cubicBezTo>
                  <a:pt x="1246081" y="114921"/>
                  <a:pt x="1249760" y="113166"/>
                  <a:pt x="1253480" y="112873"/>
                </a:cubicBezTo>
                <a:close/>
                <a:moveTo>
                  <a:pt x="780576" y="202539"/>
                </a:moveTo>
                <a:cubicBezTo>
                  <a:pt x="783836" y="202371"/>
                  <a:pt x="787096" y="203542"/>
                  <a:pt x="790775" y="206217"/>
                </a:cubicBezTo>
                <a:cubicBezTo>
                  <a:pt x="801811" y="213909"/>
                  <a:pt x="813515" y="220262"/>
                  <a:pt x="826223" y="228289"/>
                </a:cubicBezTo>
                <a:cubicBezTo>
                  <a:pt x="778067" y="261062"/>
                  <a:pt x="731249" y="293166"/>
                  <a:pt x="684097" y="324601"/>
                </a:cubicBezTo>
                <a:cubicBezTo>
                  <a:pt x="681421" y="326608"/>
                  <a:pt x="676071" y="326274"/>
                  <a:pt x="672726" y="324936"/>
                </a:cubicBezTo>
                <a:cubicBezTo>
                  <a:pt x="659684" y="318916"/>
                  <a:pt x="646976" y="312228"/>
                  <a:pt x="631927" y="304871"/>
                </a:cubicBezTo>
                <a:cubicBezTo>
                  <a:pt x="652996" y="289822"/>
                  <a:pt x="672726" y="276111"/>
                  <a:pt x="692122" y="262400"/>
                </a:cubicBezTo>
                <a:cubicBezTo>
                  <a:pt x="718207" y="244007"/>
                  <a:pt x="744626" y="225614"/>
                  <a:pt x="770375" y="206886"/>
                </a:cubicBezTo>
                <a:cubicBezTo>
                  <a:pt x="774054" y="204211"/>
                  <a:pt x="777315" y="202706"/>
                  <a:pt x="780576" y="202539"/>
                </a:cubicBezTo>
                <a:close/>
                <a:moveTo>
                  <a:pt x="942892" y="155554"/>
                </a:moveTo>
                <a:cubicBezTo>
                  <a:pt x="947950" y="154885"/>
                  <a:pt x="953133" y="156223"/>
                  <a:pt x="958986" y="160069"/>
                </a:cubicBezTo>
                <a:cubicBezTo>
                  <a:pt x="965674" y="164751"/>
                  <a:pt x="973366" y="167760"/>
                  <a:pt x="983063" y="172442"/>
                </a:cubicBezTo>
                <a:cubicBezTo>
                  <a:pt x="950625" y="195851"/>
                  <a:pt x="919524" y="217922"/>
                  <a:pt x="888424" y="239994"/>
                </a:cubicBezTo>
                <a:cubicBezTo>
                  <a:pt x="889093" y="240997"/>
                  <a:pt x="889427" y="242335"/>
                  <a:pt x="890096" y="243673"/>
                </a:cubicBezTo>
                <a:cubicBezTo>
                  <a:pt x="894443" y="242000"/>
                  <a:pt x="899459" y="241332"/>
                  <a:pt x="903138" y="238656"/>
                </a:cubicBezTo>
                <a:cubicBezTo>
                  <a:pt x="929222" y="220932"/>
                  <a:pt x="954973" y="202874"/>
                  <a:pt x="980388" y="184147"/>
                </a:cubicBezTo>
                <a:cubicBezTo>
                  <a:pt x="988748" y="178127"/>
                  <a:pt x="995103" y="176455"/>
                  <a:pt x="1004131" y="181806"/>
                </a:cubicBezTo>
                <a:cubicBezTo>
                  <a:pt x="1013161" y="187491"/>
                  <a:pt x="1023193" y="191503"/>
                  <a:pt x="1034898" y="197188"/>
                </a:cubicBezTo>
                <a:cubicBezTo>
                  <a:pt x="1001791" y="221267"/>
                  <a:pt x="970355" y="244676"/>
                  <a:pt x="938586" y="267751"/>
                </a:cubicBezTo>
                <a:cubicBezTo>
                  <a:pt x="939255" y="269088"/>
                  <a:pt x="940258" y="270425"/>
                  <a:pt x="940927" y="271763"/>
                </a:cubicBezTo>
                <a:cubicBezTo>
                  <a:pt x="945609" y="269422"/>
                  <a:pt x="950625" y="268085"/>
                  <a:pt x="954638" y="265075"/>
                </a:cubicBezTo>
                <a:cubicBezTo>
                  <a:pt x="980388" y="247017"/>
                  <a:pt x="1006138" y="228624"/>
                  <a:pt x="1031219" y="209562"/>
                </a:cubicBezTo>
                <a:cubicBezTo>
                  <a:pt x="1040248" y="202540"/>
                  <a:pt x="1047606" y="201536"/>
                  <a:pt x="1057304" y="207555"/>
                </a:cubicBezTo>
                <a:cubicBezTo>
                  <a:pt x="1065998" y="212907"/>
                  <a:pt x="1075696" y="216584"/>
                  <a:pt x="1086064" y="221601"/>
                </a:cubicBezTo>
                <a:cubicBezTo>
                  <a:pt x="1049947" y="248020"/>
                  <a:pt x="1015836" y="273101"/>
                  <a:pt x="981391" y="298182"/>
                </a:cubicBezTo>
                <a:cubicBezTo>
                  <a:pt x="982060" y="299520"/>
                  <a:pt x="983063" y="300858"/>
                  <a:pt x="983732" y="302195"/>
                </a:cubicBezTo>
                <a:cubicBezTo>
                  <a:pt x="988080" y="300188"/>
                  <a:pt x="993096" y="298517"/>
                  <a:pt x="997109" y="295841"/>
                </a:cubicBezTo>
                <a:cubicBezTo>
                  <a:pt x="1024531" y="276111"/>
                  <a:pt x="1051953" y="257049"/>
                  <a:pt x="1078372" y="236315"/>
                </a:cubicBezTo>
                <a:cubicBezTo>
                  <a:pt x="1090411" y="226951"/>
                  <a:pt x="1100444" y="225614"/>
                  <a:pt x="1112817" y="233974"/>
                </a:cubicBezTo>
                <a:cubicBezTo>
                  <a:pt x="1117833" y="237318"/>
                  <a:pt x="1123518" y="239659"/>
                  <a:pt x="1130541" y="243338"/>
                </a:cubicBezTo>
                <a:cubicBezTo>
                  <a:pt x="1089742" y="272432"/>
                  <a:pt x="1049612" y="301192"/>
                  <a:pt x="1009148" y="330286"/>
                </a:cubicBezTo>
                <a:lnTo>
                  <a:pt x="842274" y="227621"/>
                </a:lnTo>
                <a:cubicBezTo>
                  <a:pt x="871034" y="206552"/>
                  <a:pt x="899460" y="185150"/>
                  <a:pt x="927551" y="163078"/>
                </a:cubicBezTo>
                <a:cubicBezTo>
                  <a:pt x="932901" y="158898"/>
                  <a:pt x="937834" y="156223"/>
                  <a:pt x="942892" y="155554"/>
                </a:cubicBezTo>
                <a:close/>
                <a:moveTo>
                  <a:pt x="1067002" y="123618"/>
                </a:moveTo>
                <a:cubicBezTo>
                  <a:pt x="1069342" y="121945"/>
                  <a:pt x="1074024" y="121611"/>
                  <a:pt x="1077035" y="122948"/>
                </a:cubicBezTo>
                <a:cubicBezTo>
                  <a:pt x="1088405" y="127630"/>
                  <a:pt x="1099775" y="133650"/>
                  <a:pt x="1113486" y="140004"/>
                </a:cubicBezTo>
                <a:cubicBezTo>
                  <a:pt x="1090076" y="157059"/>
                  <a:pt x="1068674" y="172777"/>
                  <a:pt x="1046937" y="188160"/>
                </a:cubicBezTo>
                <a:cubicBezTo>
                  <a:pt x="1044931" y="189497"/>
                  <a:pt x="1039914" y="189497"/>
                  <a:pt x="1037238" y="188160"/>
                </a:cubicBezTo>
                <a:cubicBezTo>
                  <a:pt x="1025534" y="183144"/>
                  <a:pt x="1014164" y="177124"/>
                  <a:pt x="1000118" y="170436"/>
                </a:cubicBezTo>
                <a:cubicBezTo>
                  <a:pt x="1023528" y="153715"/>
                  <a:pt x="1045265" y="138666"/>
                  <a:pt x="1067002" y="123618"/>
                </a:cubicBezTo>
                <a:close/>
                <a:moveTo>
                  <a:pt x="1197089" y="89841"/>
                </a:moveTo>
                <a:cubicBezTo>
                  <a:pt x="1199095" y="88503"/>
                  <a:pt x="1203108" y="88170"/>
                  <a:pt x="1205449" y="89173"/>
                </a:cubicBezTo>
                <a:cubicBezTo>
                  <a:pt x="1217488" y="94523"/>
                  <a:pt x="1229527" y="100208"/>
                  <a:pt x="1243238" y="106896"/>
                </a:cubicBezTo>
                <a:cubicBezTo>
                  <a:pt x="1220498" y="123618"/>
                  <a:pt x="1199430" y="139335"/>
                  <a:pt x="1178027" y="154384"/>
                </a:cubicBezTo>
                <a:cubicBezTo>
                  <a:pt x="1175686" y="156056"/>
                  <a:pt x="1171004" y="156725"/>
                  <a:pt x="1168329" y="155722"/>
                </a:cubicBezTo>
                <a:cubicBezTo>
                  <a:pt x="1155956" y="150371"/>
                  <a:pt x="1144251" y="144686"/>
                  <a:pt x="1130206" y="137997"/>
                </a:cubicBezTo>
                <a:cubicBezTo>
                  <a:pt x="1153615" y="120942"/>
                  <a:pt x="1175352" y="105225"/>
                  <a:pt x="1197089" y="89841"/>
                </a:cubicBezTo>
                <a:close/>
                <a:moveTo>
                  <a:pt x="1016171" y="100876"/>
                </a:moveTo>
                <a:cubicBezTo>
                  <a:pt x="1019181" y="98870"/>
                  <a:pt x="1024866" y="98870"/>
                  <a:pt x="1028544" y="100208"/>
                </a:cubicBezTo>
                <a:cubicBezTo>
                  <a:pt x="1039246" y="104555"/>
                  <a:pt x="1049613" y="109906"/>
                  <a:pt x="1062655" y="115925"/>
                </a:cubicBezTo>
                <a:cubicBezTo>
                  <a:pt x="1039581" y="132647"/>
                  <a:pt x="1018177" y="148029"/>
                  <a:pt x="996440" y="162744"/>
                </a:cubicBezTo>
                <a:cubicBezTo>
                  <a:pt x="993766" y="164416"/>
                  <a:pt x="988414" y="164416"/>
                  <a:pt x="985070" y="162744"/>
                </a:cubicBezTo>
                <a:cubicBezTo>
                  <a:pt x="974370" y="158062"/>
                  <a:pt x="964001" y="152711"/>
                  <a:pt x="950960" y="146358"/>
                </a:cubicBezTo>
                <a:cubicBezTo>
                  <a:pt x="974035" y="130306"/>
                  <a:pt x="995103" y="115257"/>
                  <a:pt x="1016171" y="100876"/>
                </a:cubicBezTo>
                <a:close/>
                <a:moveTo>
                  <a:pt x="1151275" y="63757"/>
                </a:moveTo>
                <a:cubicBezTo>
                  <a:pt x="1163648" y="69442"/>
                  <a:pt x="1177025" y="75796"/>
                  <a:pt x="1191740" y="82818"/>
                </a:cubicBezTo>
                <a:cubicBezTo>
                  <a:pt x="1169333" y="99205"/>
                  <a:pt x="1148265" y="114922"/>
                  <a:pt x="1126862" y="129971"/>
                </a:cubicBezTo>
                <a:cubicBezTo>
                  <a:pt x="1123853" y="131978"/>
                  <a:pt x="1118168" y="131644"/>
                  <a:pt x="1114489" y="130306"/>
                </a:cubicBezTo>
                <a:cubicBezTo>
                  <a:pt x="1103454" y="125959"/>
                  <a:pt x="1092752" y="120274"/>
                  <a:pt x="1080044" y="114254"/>
                </a:cubicBezTo>
                <a:cubicBezTo>
                  <a:pt x="1104457" y="96864"/>
                  <a:pt x="1127531" y="80477"/>
                  <a:pt x="1151275" y="63757"/>
                </a:cubicBezTo>
                <a:close/>
                <a:moveTo>
                  <a:pt x="1166992" y="34328"/>
                </a:moveTo>
                <a:cubicBezTo>
                  <a:pt x="1208793" y="32321"/>
                  <a:pt x="1250596" y="30315"/>
                  <a:pt x="1292063" y="31987"/>
                </a:cubicBezTo>
                <a:cubicBezTo>
                  <a:pt x="1318148" y="32991"/>
                  <a:pt x="1337543" y="50381"/>
                  <a:pt x="1346238" y="74792"/>
                </a:cubicBezTo>
                <a:cubicBezTo>
                  <a:pt x="1355267" y="99874"/>
                  <a:pt x="1360952" y="126293"/>
                  <a:pt x="1367306" y="152378"/>
                </a:cubicBezTo>
                <a:cubicBezTo>
                  <a:pt x="1367975" y="155387"/>
                  <a:pt x="1365968" y="160738"/>
                  <a:pt x="1363293" y="162745"/>
                </a:cubicBezTo>
                <a:cubicBezTo>
                  <a:pt x="1346572" y="175118"/>
                  <a:pt x="1329183" y="187157"/>
                  <a:pt x="1309787" y="200534"/>
                </a:cubicBezTo>
                <a:cubicBezTo>
                  <a:pt x="1307446" y="172777"/>
                  <a:pt x="1305439" y="148030"/>
                  <a:pt x="1303433" y="124286"/>
                </a:cubicBezTo>
                <a:cubicBezTo>
                  <a:pt x="1248589" y="98871"/>
                  <a:pt x="1195082" y="73789"/>
                  <a:pt x="1137229" y="47036"/>
                </a:cubicBezTo>
                <a:cubicBezTo>
                  <a:pt x="1149267" y="41685"/>
                  <a:pt x="1157963" y="34662"/>
                  <a:pt x="1166992" y="34328"/>
                </a:cubicBezTo>
                <a:close/>
                <a:moveTo>
                  <a:pt x="1098102" y="44026"/>
                </a:moveTo>
                <a:cubicBezTo>
                  <a:pt x="1100777" y="42354"/>
                  <a:pt x="1105793" y="42688"/>
                  <a:pt x="1109137" y="44026"/>
                </a:cubicBezTo>
                <a:cubicBezTo>
                  <a:pt x="1119504" y="48374"/>
                  <a:pt x="1129537" y="53390"/>
                  <a:pt x="1142579" y="59410"/>
                </a:cubicBezTo>
                <a:cubicBezTo>
                  <a:pt x="1119170" y="75796"/>
                  <a:pt x="1098102" y="91179"/>
                  <a:pt x="1076700" y="105893"/>
                </a:cubicBezTo>
                <a:cubicBezTo>
                  <a:pt x="1074024" y="107900"/>
                  <a:pt x="1068673" y="108569"/>
                  <a:pt x="1065998" y="107566"/>
                </a:cubicBezTo>
                <a:cubicBezTo>
                  <a:pt x="1054628" y="103218"/>
                  <a:pt x="1043926" y="97533"/>
                  <a:pt x="1030550" y="91179"/>
                </a:cubicBezTo>
                <a:cubicBezTo>
                  <a:pt x="1054628" y="74124"/>
                  <a:pt x="1076030" y="58740"/>
                  <a:pt x="1098102" y="44026"/>
                </a:cubicBezTo>
                <a:close/>
                <a:moveTo>
                  <a:pt x="1275718" y="4900"/>
                </a:moveTo>
                <a:cubicBezTo>
                  <a:pt x="1296996" y="720"/>
                  <a:pt x="1318649" y="-1287"/>
                  <a:pt x="1340888" y="887"/>
                </a:cubicBezTo>
                <a:cubicBezTo>
                  <a:pt x="1358946" y="2893"/>
                  <a:pt x="1372992" y="12592"/>
                  <a:pt x="1373660" y="28643"/>
                </a:cubicBezTo>
                <a:cubicBezTo>
                  <a:pt x="1377004" y="89841"/>
                  <a:pt x="1379680" y="151373"/>
                  <a:pt x="1379345" y="212237"/>
                </a:cubicBezTo>
                <a:cubicBezTo>
                  <a:pt x="1379345" y="235646"/>
                  <a:pt x="1366972" y="254708"/>
                  <a:pt x="1346573" y="269088"/>
                </a:cubicBezTo>
                <a:cubicBezTo>
                  <a:pt x="1150605" y="407870"/>
                  <a:pt x="954972" y="547321"/>
                  <a:pt x="759005" y="686104"/>
                </a:cubicBezTo>
                <a:cubicBezTo>
                  <a:pt x="603837" y="796126"/>
                  <a:pt x="447999" y="904810"/>
                  <a:pt x="292495" y="1014165"/>
                </a:cubicBezTo>
                <a:cubicBezTo>
                  <a:pt x="287480" y="1017509"/>
                  <a:pt x="282463" y="1020853"/>
                  <a:pt x="274772" y="1025869"/>
                </a:cubicBezTo>
                <a:cubicBezTo>
                  <a:pt x="273769" y="995772"/>
                  <a:pt x="272431" y="968350"/>
                  <a:pt x="272431" y="940593"/>
                </a:cubicBezTo>
                <a:cubicBezTo>
                  <a:pt x="272766" y="936246"/>
                  <a:pt x="279119" y="930895"/>
                  <a:pt x="283801" y="927551"/>
                </a:cubicBezTo>
                <a:cubicBezTo>
                  <a:pt x="433285" y="822879"/>
                  <a:pt x="582768" y="718207"/>
                  <a:pt x="732252" y="613869"/>
                </a:cubicBezTo>
                <a:cubicBezTo>
                  <a:pt x="942933" y="466727"/>
                  <a:pt x="1153281" y="319585"/>
                  <a:pt x="1363962" y="172776"/>
                </a:cubicBezTo>
                <a:cubicBezTo>
                  <a:pt x="1374329" y="165419"/>
                  <a:pt x="1378342" y="158731"/>
                  <a:pt x="1374664" y="146358"/>
                </a:cubicBezTo>
                <a:cubicBezTo>
                  <a:pt x="1367640" y="121610"/>
                  <a:pt x="1362959" y="96195"/>
                  <a:pt x="1353930" y="72117"/>
                </a:cubicBezTo>
                <a:cubicBezTo>
                  <a:pt x="1342894" y="42688"/>
                  <a:pt x="1319485" y="25299"/>
                  <a:pt x="1288384" y="22289"/>
                </a:cubicBezTo>
                <a:cubicBezTo>
                  <a:pt x="1263637" y="19948"/>
                  <a:pt x="1238222" y="21955"/>
                  <a:pt x="1212806" y="21955"/>
                </a:cubicBezTo>
                <a:cubicBezTo>
                  <a:pt x="1233541" y="15434"/>
                  <a:pt x="1254441" y="9080"/>
                  <a:pt x="1275718" y="4900"/>
                </a:cubicBezTo>
                <a:close/>
              </a:path>
            </a:pathLst>
          </a:custGeom>
          <a:solidFill>
            <a:schemeClr val="bg1"/>
          </a:solidFill>
          <a:ln w="448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BF1A534-9189-4C83-B954-C2987A11901C}"/>
              </a:ext>
            </a:extLst>
          </p:cNvPr>
          <p:cNvSpPr/>
          <p:nvPr/>
        </p:nvSpPr>
        <p:spPr>
          <a:xfrm>
            <a:off x="0" y="0"/>
            <a:ext cx="12192000" cy="213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76AC3D-5F78-4195-95D6-F23C0286B82F}"/>
              </a:ext>
            </a:extLst>
          </p:cNvPr>
          <p:cNvSpPr/>
          <p:nvPr/>
        </p:nvSpPr>
        <p:spPr>
          <a:xfrm>
            <a:off x="0" y="6644679"/>
            <a:ext cx="12192000" cy="213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392;p40">
            <a:extLst>
              <a:ext uri="{FF2B5EF4-FFF2-40B4-BE49-F238E27FC236}">
                <a16:creationId xmlns:a16="http://schemas.microsoft.com/office/drawing/2014/main" id="{018C0593-E966-4044-5DF9-CCBEABE3CEAC}"/>
              </a:ext>
            </a:extLst>
          </p:cNvPr>
          <p:cNvSpPr txBox="1">
            <a:spLocks/>
          </p:cNvSpPr>
          <p:nvPr/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 Source Overview</a:t>
            </a:r>
            <a:endParaRPr lang="en-US" dirty="0"/>
          </a:p>
        </p:txBody>
      </p:sp>
      <p:sp>
        <p:nvSpPr>
          <p:cNvPr id="8" name="Google Shape;393;p40">
            <a:extLst>
              <a:ext uri="{FF2B5EF4-FFF2-40B4-BE49-F238E27FC236}">
                <a16:creationId xmlns:a16="http://schemas.microsoft.com/office/drawing/2014/main" id="{020A1CAE-C736-2147-B0AA-7A0F67C84E4D}"/>
              </a:ext>
            </a:extLst>
          </p:cNvPr>
          <p:cNvSpPr txBox="1">
            <a:spLocks/>
          </p:cNvSpPr>
          <p:nvPr/>
        </p:nvSpPr>
        <p:spPr>
          <a:xfrm>
            <a:off x="1264800" y="2516319"/>
            <a:ext cx="3032880" cy="6252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DataCoSupplyChainDataset.csv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Google Shape;394;p40">
            <a:extLst>
              <a:ext uri="{FF2B5EF4-FFF2-40B4-BE49-F238E27FC236}">
                <a16:creationId xmlns:a16="http://schemas.microsoft.com/office/drawing/2014/main" id="{F3A2820B-2E53-4EDA-7197-9CA65BBBAAC8}"/>
              </a:ext>
            </a:extLst>
          </p:cNvPr>
          <p:cNvSpPr txBox="1">
            <a:spLocks/>
          </p:cNvSpPr>
          <p:nvPr/>
        </p:nvSpPr>
        <p:spPr>
          <a:xfrm>
            <a:off x="4772000" y="2516319"/>
            <a:ext cx="2648000" cy="122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~18,000 orders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Google Shape;395;p40">
            <a:extLst>
              <a:ext uri="{FF2B5EF4-FFF2-40B4-BE49-F238E27FC236}">
                <a16:creationId xmlns:a16="http://schemas.microsoft.com/office/drawing/2014/main" id="{159D26A9-34DE-EBBD-3AB6-37402955405B}"/>
              </a:ext>
            </a:extLst>
          </p:cNvPr>
          <p:cNvSpPr txBox="1">
            <a:spLocks/>
          </p:cNvSpPr>
          <p:nvPr/>
        </p:nvSpPr>
        <p:spPr>
          <a:xfrm>
            <a:off x="1264800" y="4511767"/>
            <a:ext cx="2648000" cy="122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Kaggle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Google Shape;396;p40">
            <a:extLst>
              <a:ext uri="{FF2B5EF4-FFF2-40B4-BE49-F238E27FC236}">
                <a16:creationId xmlns:a16="http://schemas.microsoft.com/office/drawing/2014/main" id="{D194015B-34E1-3E30-DE4A-40C67F3E46D0}"/>
              </a:ext>
            </a:extLst>
          </p:cNvPr>
          <p:cNvSpPr txBox="1">
            <a:spLocks/>
          </p:cNvSpPr>
          <p:nvPr/>
        </p:nvSpPr>
        <p:spPr>
          <a:xfrm>
            <a:off x="4772000" y="4511767"/>
            <a:ext cx="2648000" cy="122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2015–2018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Google Shape;397;p40">
            <a:extLst>
              <a:ext uri="{FF2B5EF4-FFF2-40B4-BE49-F238E27FC236}">
                <a16:creationId xmlns:a16="http://schemas.microsoft.com/office/drawing/2014/main" id="{6D09CD53-5B70-1460-5F84-691A674360FD}"/>
              </a:ext>
            </a:extLst>
          </p:cNvPr>
          <p:cNvSpPr txBox="1">
            <a:spLocks/>
          </p:cNvSpPr>
          <p:nvPr/>
        </p:nvSpPr>
        <p:spPr>
          <a:xfrm>
            <a:off x="8279200" y="2516319"/>
            <a:ext cx="2648000" cy="122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53 (orders, customers, products, shipping)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2" name="Google Shape;398;p40">
            <a:extLst>
              <a:ext uri="{FF2B5EF4-FFF2-40B4-BE49-F238E27FC236}">
                <a16:creationId xmlns:a16="http://schemas.microsoft.com/office/drawing/2014/main" id="{DB9D1E89-906B-E55A-C5C3-A588836F1F35}"/>
              </a:ext>
            </a:extLst>
          </p:cNvPr>
          <p:cNvSpPr txBox="1">
            <a:spLocks/>
          </p:cNvSpPr>
          <p:nvPr/>
        </p:nvSpPr>
        <p:spPr>
          <a:xfrm>
            <a:off x="8279200" y="4511767"/>
            <a:ext cx="2648000" cy="122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Orders, Customers, Products, Regions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3" name="Google Shape;399;p40">
            <a:extLst>
              <a:ext uri="{FF2B5EF4-FFF2-40B4-BE49-F238E27FC236}">
                <a16:creationId xmlns:a16="http://schemas.microsoft.com/office/drawing/2014/main" id="{150C0021-5CF1-F46A-C24A-0F18AF203C9F}"/>
              </a:ext>
            </a:extLst>
          </p:cNvPr>
          <p:cNvSpPr txBox="1">
            <a:spLocks/>
          </p:cNvSpPr>
          <p:nvPr/>
        </p:nvSpPr>
        <p:spPr>
          <a:xfrm>
            <a:off x="1264800" y="1927301"/>
            <a:ext cx="2648000" cy="76359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en-US"/>
          </a:p>
          <a:p>
            <a:pPr marL="0" indent="0"/>
            <a:endParaRPr lang="en-US"/>
          </a:p>
          <a:p>
            <a:pPr marL="0" indent="0"/>
            <a:endParaRPr lang="en-US"/>
          </a:p>
          <a:p>
            <a:pPr marL="0" indent="0"/>
            <a:r>
              <a:rPr lang="en-US"/>
              <a:t>Dataset</a:t>
            </a:r>
          </a:p>
          <a:p>
            <a:pPr marL="0" indent="0"/>
            <a:endParaRPr lang="en-US" dirty="0"/>
          </a:p>
        </p:txBody>
      </p:sp>
      <p:sp>
        <p:nvSpPr>
          <p:cNvPr id="34" name="Google Shape;400;p40">
            <a:extLst>
              <a:ext uri="{FF2B5EF4-FFF2-40B4-BE49-F238E27FC236}">
                <a16:creationId xmlns:a16="http://schemas.microsoft.com/office/drawing/2014/main" id="{6E827550-0B4C-947D-F22A-6D1D44C832E1}"/>
              </a:ext>
            </a:extLst>
          </p:cNvPr>
          <p:cNvSpPr txBox="1">
            <a:spLocks/>
          </p:cNvSpPr>
          <p:nvPr/>
        </p:nvSpPr>
        <p:spPr>
          <a:xfrm>
            <a:off x="4772000" y="2188100"/>
            <a:ext cx="2648000" cy="502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/>
              <a:t>Rows</a:t>
            </a:r>
          </a:p>
          <a:p>
            <a:pPr marL="0" indent="0"/>
            <a:endParaRPr lang="en-US" dirty="0"/>
          </a:p>
        </p:txBody>
      </p:sp>
      <p:sp>
        <p:nvSpPr>
          <p:cNvPr id="35" name="Google Shape;401;p40">
            <a:extLst>
              <a:ext uri="{FF2B5EF4-FFF2-40B4-BE49-F238E27FC236}">
                <a16:creationId xmlns:a16="http://schemas.microsoft.com/office/drawing/2014/main" id="{E91F8E07-B011-C402-5EF2-AAD4E6612534}"/>
              </a:ext>
            </a:extLst>
          </p:cNvPr>
          <p:cNvSpPr txBox="1">
            <a:spLocks/>
          </p:cNvSpPr>
          <p:nvPr/>
        </p:nvSpPr>
        <p:spPr>
          <a:xfrm>
            <a:off x="8279196" y="2188100"/>
            <a:ext cx="2648000" cy="502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/>
              <a:t>Columns</a:t>
            </a:r>
          </a:p>
          <a:p>
            <a:pPr marL="0" indent="0"/>
            <a:endParaRPr lang="en-US" dirty="0"/>
          </a:p>
        </p:txBody>
      </p:sp>
      <p:sp>
        <p:nvSpPr>
          <p:cNvPr id="36" name="Google Shape;402;p40">
            <a:extLst>
              <a:ext uri="{FF2B5EF4-FFF2-40B4-BE49-F238E27FC236}">
                <a16:creationId xmlns:a16="http://schemas.microsoft.com/office/drawing/2014/main" id="{5525BD40-383E-D57D-02C0-B8A61E9E42FA}"/>
              </a:ext>
            </a:extLst>
          </p:cNvPr>
          <p:cNvSpPr txBox="1">
            <a:spLocks/>
          </p:cNvSpPr>
          <p:nvPr/>
        </p:nvSpPr>
        <p:spPr>
          <a:xfrm>
            <a:off x="1264800" y="4186069"/>
            <a:ext cx="2648000" cy="502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/>
              <a:t>Source</a:t>
            </a:r>
          </a:p>
          <a:p>
            <a:pPr marL="0" indent="0"/>
            <a:endParaRPr lang="en-US" dirty="0"/>
          </a:p>
        </p:txBody>
      </p:sp>
      <p:sp>
        <p:nvSpPr>
          <p:cNvPr id="37" name="Google Shape;403;p40">
            <a:extLst>
              <a:ext uri="{FF2B5EF4-FFF2-40B4-BE49-F238E27FC236}">
                <a16:creationId xmlns:a16="http://schemas.microsoft.com/office/drawing/2014/main" id="{78CA96EF-742D-A524-E5C2-3895BB9DD9BD}"/>
              </a:ext>
            </a:extLst>
          </p:cNvPr>
          <p:cNvSpPr txBox="1">
            <a:spLocks/>
          </p:cNvSpPr>
          <p:nvPr/>
        </p:nvSpPr>
        <p:spPr>
          <a:xfrm>
            <a:off x="4772000" y="4186069"/>
            <a:ext cx="2648000" cy="502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/>
              <a:t>Time Period</a:t>
            </a:r>
          </a:p>
          <a:p>
            <a:pPr marL="0" indent="0"/>
            <a:endParaRPr lang="en-US" dirty="0"/>
          </a:p>
        </p:txBody>
      </p:sp>
      <p:sp>
        <p:nvSpPr>
          <p:cNvPr id="38" name="Google Shape;404;p40">
            <a:extLst>
              <a:ext uri="{FF2B5EF4-FFF2-40B4-BE49-F238E27FC236}">
                <a16:creationId xmlns:a16="http://schemas.microsoft.com/office/drawing/2014/main" id="{BE750A8A-B279-07D8-376C-829BA432690A}"/>
              </a:ext>
            </a:extLst>
          </p:cNvPr>
          <p:cNvSpPr txBox="1">
            <a:spLocks/>
          </p:cNvSpPr>
          <p:nvPr/>
        </p:nvSpPr>
        <p:spPr>
          <a:xfrm>
            <a:off x="8279196" y="4186069"/>
            <a:ext cx="2648000" cy="502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/>
              <a:t>Key Tables</a:t>
            </a:r>
          </a:p>
          <a:p>
            <a:pPr marL="0" indent="0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779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317" y="416636"/>
            <a:ext cx="8974457" cy="724247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>
                <a:solidFill>
                  <a:schemeClr val="accent4">
                    <a:lumMod val="50000"/>
                  </a:schemeClr>
                </a:solidFill>
              </a:rPr>
              <a:t>Data Cleaning &amp; Transformation (Python)</a:t>
            </a:r>
            <a:endParaRPr lang="en-US" sz="3600" b="1" dirty="0">
              <a:solidFill>
                <a:schemeClr val="accent4">
                  <a:lumMod val="50000"/>
                </a:schemeClr>
              </a:solidFill>
              <a:effectLst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38B058-D4EC-4D65-95D0-275790C8F2B8}"/>
              </a:ext>
            </a:extLst>
          </p:cNvPr>
          <p:cNvGrpSpPr/>
          <p:nvPr/>
        </p:nvGrpSpPr>
        <p:grpSpPr>
          <a:xfrm>
            <a:off x="965613" y="1466397"/>
            <a:ext cx="5122909" cy="881675"/>
            <a:chOff x="4889913" y="1200946"/>
            <a:chExt cx="4051728" cy="881675"/>
          </a:xfrm>
        </p:grpSpPr>
        <p:sp>
          <p:nvSpPr>
            <p:cNvPr id="4" name="Text Placeholder 22">
              <a:extLst>
                <a:ext uri="{FF2B5EF4-FFF2-40B4-BE49-F238E27FC236}">
                  <a16:creationId xmlns:a16="http://schemas.microsoft.com/office/drawing/2014/main" id="{C5F43AD1-9EB0-47C6-9D42-069D2614D941}"/>
                </a:ext>
              </a:extLst>
            </p:cNvPr>
            <p:cNvSpPr txBox="1">
              <a:spLocks/>
            </p:cNvSpPr>
            <p:nvPr/>
          </p:nvSpPr>
          <p:spPr>
            <a:xfrm>
              <a:off x="4905691" y="1200946"/>
              <a:ext cx="4035950" cy="432048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ko-KR" b="1" dirty="0">
                  <a:solidFill>
                    <a:schemeClr val="accent4"/>
                  </a:solidFill>
                  <a:cs typeface="Arial" pitchFamily="34" charset="0"/>
                </a:rPr>
                <a:t>Tools Used</a:t>
              </a:r>
              <a:endParaRPr lang="ko-KR" altLang="en-US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5" name="Text Placeholder 20">
              <a:extLst>
                <a:ext uri="{FF2B5EF4-FFF2-40B4-BE49-F238E27FC236}">
                  <a16:creationId xmlns:a16="http://schemas.microsoft.com/office/drawing/2014/main" id="{C206E233-F13E-48F3-A377-A0B71BE43B09}"/>
                </a:ext>
              </a:extLst>
            </p:cNvPr>
            <p:cNvSpPr txBox="1">
              <a:spLocks/>
            </p:cNvSpPr>
            <p:nvPr/>
          </p:nvSpPr>
          <p:spPr>
            <a:xfrm>
              <a:off x="4889913" y="1628801"/>
              <a:ext cx="4051728" cy="453820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b="1" dirty="0"/>
                <a:t>Pandas, NumPy</a:t>
              </a:r>
              <a:endParaRPr lang="en-US" sz="1800" b="1" dirty="0">
                <a:effectLst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F8599A9-8968-4D29-973E-6921D241D849}"/>
              </a:ext>
            </a:extLst>
          </p:cNvPr>
          <p:cNvSpPr txBox="1"/>
          <p:nvPr/>
        </p:nvSpPr>
        <p:spPr>
          <a:xfrm>
            <a:off x="985562" y="2454012"/>
            <a:ext cx="383113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atinLnBrk="1">
              <a:spcBef>
                <a:spcPct val="20000"/>
              </a:spcBef>
            </a:pPr>
            <a:r>
              <a:rPr lang="en-US" altLang="ko-KR" sz="3200" b="1" dirty="0">
                <a:solidFill>
                  <a:schemeClr val="accent4"/>
                </a:solidFill>
                <a:cs typeface="Arial" pitchFamily="34" charset="0"/>
              </a:rPr>
              <a:t>Steps Performed</a:t>
            </a:r>
            <a:endParaRPr lang="ko-KR" altLang="en-US" sz="3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5" name="Rounded Rectangle 27">
            <a:extLst>
              <a:ext uri="{FF2B5EF4-FFF2-40B4-BE49-F238E27FC236}">
                <a16:creationId xmlns:a16="http://schemas.microsoft.com/office/drawing/2014/main" id="{CB640E69-8496-4442-B8E1-9C25CAB83D1F}"/>
              </a:ext>
            </a:extLst>
          </p:cNvPr>
          <p:cNvSpPr/>
          <p:nvPr/>
        </p:nvSpPr>
        <p:spPr>
          <a:xfrm>
            <a:off x="1200841" y="3322961"/>
            <a:ext cx="290700" cy="223297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6D61D9D-2A7E-4325-A836-736A7D2E9B36}"/>
              </a:ext>
            </a:extLst>
          </p:cNvPr>
          <p:cNvSpPr/>
          <p:nvPr/>
        </p:nvSpPr>
        <p:spPr>
          <a:xfrm>
            <a:off x="6682611" y="5141614"/>
            <a:ext cx="1417917" cy="682036"/>
          </a:xfrm>
          <a:custGeom>
            <a:avLst/>
            <a:gdLst>
              <a:gd name="connsiteX0" fmla="*/ 1330868 w 1417917"/>
              <a:gd name="connsiteY0" fmla="*/ 154 h 682036"/>
              <a:gd name="connsiteX1" fmla="*/ 1351060 w 1417917"/>
              <a:gd name="connsiteY1" fmla="*/ 11372 h 682036"/>
              <a:gd name="connsiteX2" fmla="*/ 1345227 w 1417917"/>
              <a:gd name="connsiteY2" fmla="*/ 44576 h 682036"/>
              <a:gd name="connsiteX3" fmla="*/ 1317855 w 1417917"/>
              <a:gd name="connsiteY3" fmla="*/ 76434 h 682036"/>
              <a:gd name="connsiteX4" fmla="*/ 1283754 w 1417917"/>
              <a:gd name="connsiteY4" fmla="*/ 73742 h 682036"/>
              <a:gd name="connsiteX5" fmla="*/ 1288689 w 1417917"/>
              <a:gd name="connsiteY5" fmla="*/ 47268 h 682036"/>
              <a:gd name="connsiteX6" fmla="*/ 1307535 w 1417917"/>
              <a:gd name="connsiteY6" fmla="*/ 29320 h 682036"/>
              <a:gd name="connsiteX7" fmla="*/ 1316061 w 1417917"/>
              <a:gd name="connsiteY7" fmla="*/ 603 h 682036"/>
              <a:gd name="connsiteX8" fmla="*/ 1211511 w 1417917"/>
              <a:gd name="connsiteY8" fmla="*/ 20346 h 682036"/>
              <a:gd name="connsiteX9" fmla="*/ 925236 w 1417917"/>
              <a:gd name="connsiteY9" fmla="*/ 167073 h 682036"/>
              <a:gd name="connsiteX10" fmla="*/ 897416 w 1417917"/>
              <a:gd name="connsiteY10" fmla="*/ 174253 h 682036"/>
              <a:gd name="connsiteX11" fmla="*/ 828315 w 1417917"/>
              <a:gd name="connsiteY11" fmla="*/ 163484 h 682036"/>
              <a:gd name="connsiteX12" fmla="*/ 795559 w 1417917"/>
              <a:gd name="connsiteY12" fmla="*/ 133869 h 682036"/>
              <a:gd name="connsiteX13" fmla="*/ 768637 w 1417917"/>
              <a:gd name="connsiteY13" fmla="*/ 146433 h 682036"/>
              <a:gd name="connsiteX14" fmla="*/ 749791 w 1417917"/>
              <a:gd name="connsiteY14" fmla="*/ 150920 h 682036"/>
              <a:gd name="connsiteX15" fmla="*/ 527232 w 1417917"/>
              <a:gd name="connsiteY15" fmla="*/ 115023 h 682036"/>
              <a:gd name="connsiteX16" fmla="*/ 518258 w 1417917"/>
              <a:gd name="connsiteY16" fmla="*/ 83614 h 682036"/>
              <a:gd name="connsiteX17" fmla="*/ 485053 w 1417917"/>
              <a:gd name="connsiteY17" fmla="*/ 87652 h 682036"/>
              <a:gd name="connsiteX18" fmla="*/ 471143 w 1417917"/>
              <a:gd name="connsiteY18" fmla="*/ 95280 h 682036"/>
              <a:gd name="connsiteX19" fmla="*/ 439734 w 1417917"/>
              <a:gd name="connsiteY19" fmla="*/ 100665 h 682036"/>
              <a:gd name="connsiteX20" fmla="*/ 187111 w 1417917"/>
              <a:gd name="connsiteY20" fmla="*/ 61178 h 682036"/>
              <a:gd name="connsiteX21" fmla="*/ 168265 w 1417917"/>
              <a:gd name="connsiteY21" fmla="*/ 64768 h 682036"/>
              <a:gd name="connsiteX22" fmla="*/ 120703 w 1417917"/>
              <a:gd name="connsiteY22" fmla="*/ 95729 h 682036"/>
              <a:gd name="connsiteX23" fmla="*/ 680690 w 1417917"/>
              <a:gd name="connsiteY23" fmla="*/ 280148 h 682036"/>
              <a:gd name="connsiteX24" fmla="*/ 676203 w 1417917"/>
              <a:gd name="connsiteY24" fmla="*/ 285084 h 682036"/>
              <a:gd name="connsiteX25" fmla="*/ 431657 w 1417917"/>
              <a:gd name="connsiteY25" fmla="*/ 412517 h 682036"/>
              <a:gd name="connsiteX26" fmla="*/ 408773 w 1417917"/>
              <a:gd name="connsiteY26" fmla="*/ 409824 h 682036"/>
              <a:gd name="connsiteX27" fmla="*/ 268776 w 1417917"/>
              <a:gd name="connsiteY27" fmla="*/ 324570 h 682036"/>
              <a:gd name="connsiteX28" fmla="*/ 251276 w 1417917"/>
              <a:gd name="connsiteY28" fmla="*/ 319634 h 682036"/>
              <a:gd name="connsiteX29" fmla="*/ 188009 w 1417917"/>
              <a:gd name="connsiteY29" fmla="*/ 348800 h 682036"/>
              <a:gd name="connsiteX30" fmla="*/ 211342 w 1417917"/>
              <a:gd name="connsiteY30" fmla="*/ 451106 h 682036"/>
              <a:gd name="connsiteX31" fmla="*/ 0 w 1417917"/>
              <a:gd name="connsiteY31" fmla="*/ 428670 h 682036"/>
              <a:gd name="connsiteX32" fmla="*/ 7628 w 1417917"/>
              <a:gd name="connsiteY32" fmla="*/ 436298 h 682036"/>
              <a:gd name="connsiteX33" fmla="*/ 189804 w 1417917"/>
              <a:gd name="connsiteY33" fmla="*/ 527835 h 682036"/>
              <a:gd name="connsiteX34" fmla="*/ 206406 w 1417917"/>
              <a:gd name="connsiteY34" fmla="*/ 548924 h 682036"/>
              <a:gd name="connsiteX35" fmla="*/ 227495 w 1417917"/>
              <a:gd name="connsiteY35" fmla="*/ 564629 h 682036"/>
              <a:gd name="connsiteX36" fmla="*/ 300634 w 1417917"/>
              <a:gd name="connsiteY36" fmla="*/ 587961 h 682036"/>
              <a:gd name="connsiteX37" fmla="*/ 402491 w 1417917"/>
              <a:gd name="connsiteY37" fmla="*/ 655268 h 682036"/>
              <a:gd name="connsiteX38" fmla="*/ 422234 w 1417917"/>
              <a:gd name="connsiteY38" fmla="*/ 666037 h 682036"/>
              <a:gd name="connsiteX39" fmla="*/ 421785 w 1417917"/>
              <a:gd name="connsiteY39" fmla="*/ 550270 h 682036"/>
              <a:gd name="connsiteX40" fmla="*/ 438388 w 1417917"/>
              <a:gd name="connsiteY40" fmla="*/ 531424 h 682036"/>
              <a:gd name="connsiteX41" fmla="*/ 645691 w 1417917"/>
              <a:gd name="connsiteY41" fmla="*/ 481618 h 682036"/>
              <a:gd name="connsiteX42" fmla="*/ 861968 w 1417917"/>
              <a:gd name="connsiteY42" fmla="*/ 393222 h 682036"/>
              <a:gd name="connsiteX43" fmla="*/ 898762 w 1417917"/>
              <a:gd name="connsiteY43" fmla="*/ 396363 h 682036"/>
              <a:gd name="connsiteX44" fmla="*/ 1064335 w 1417917"/>
              <a:gd name="connsiteY44" fmla="*/ 557001 h 682036"/>
              <a:gd name="connsiteX45" fmla="*/ 1141065 w 1417917"/>
              <a:gd name="connsiteY45" fmla="*/ 685331 h 682036"/>
              <a:gd name="connsiteX46" fmla="*/ 1167538 w 1417917"/>
              <a:gd name="connsiteY46" fmla="*/ 667383 h 682036"/>
              <a:gd name="connsiteX47" fmla="*/ 1188627 w 1417917"/>
              <a:gd name="connsiteY47" fmla="*/ 619820 h 682036"/>
              <a:gd name="connsiteX48" fmla="*/ 1202089 w 1417917"/>
              <a:gd name="connsiteY48" fmla="*/ 598730 h 682036"/>
              <a:gd name="connsiteX49" fmla="*/ 1239331 w 1417917"/>
              <a:gd name="connsiteY49" fmla="*/ 584820 h 682036"/>
              <a:gd name="connsiteX50" fmla="*/ 1255934 w 1417917"/>
              <a:gd name="connsiteY50" fmla="*/ 544886 h 682036"/>
              <a:gd name="connsiteX51" fmla="*/ 1219588 w 1417917"/>
              <a:gd name="connsiteY51" fmla="*/ 533668 h 682036"/>
              <a:gd name="connsiteX52" fmla="*/ 1176961 w 1417917"/>
              <a:gd name="connsiteY52" fmla="*/ 547578 h 682036"/>
              <a:gd name="connsiteX53" fmla="*/ 1163948 w 1417917"/>
              <a:gd name="connsiteY53" fmla="*/ 469054 h 682036"/>
              <a:gd name="connsiteX54" fmla="*/ 1163051 w 1417917"/>
              <a:gd name="connsiteY54" fmla="*/ 454695 h 682036"/>
              <a:gd name="connsiteX55" fmla="*/ 1186384 w 1417917"/>
              <a:gd name="connsiteY55" fmla="*/ 447067 h 682036"/>
              <a:gd name="connsiteX56" fmla="*/ 1210614 w 1417917"/>
              <a:gd name="connsiteY56" fmla="*/ 438542 h 682036"/>
              <a:gd name="connsiteX57" fmla="*/ 1232601 w 1417917"/>
              <a:gd name="connsiteY57" fmla="*/ 390979 h 682036"/>
              <a:gd name="connsiteX58" fmla="*/ 1188627 w 1417917"/>
              <a:gd name="connsiteY58" fmla="*/ 379312 h 682036"/>
              <a:gd name="connsiteX59" fmla="*/ 1150936 w 1417917"/>
              <a:gd name="connsiteY59" fmla="*/ 390979 h 682036"/>
              <a:gd name="connsiteX60" fmla="*/ 1132539 w 1417917"/>
              <a:gd name="connsiteY60" fmla="*/ 283289 h 682036"/>
              <a:gd name="connsiteX61" fmla="*/ 1146449 w 1417917"/>
              <a:gd name="connsiteY61" fmla="*/ 250982 h 682036"/>
              <a:gd name="connsiteX62" fmla="*/ 1328175 w 1417917"/>
              <a:gd name="connsiteY62" fmla="*/ 133869 h 682036"/>
              <a:gd name="connsiteX63" fmla="*/ 1420609 w 1417917"/>
              <a:gd name="connsiteY63" fmla="*/ 29320 h 682036"/>
              <a:gd name="connsiteX64" fmla="*/ 1330868 w 1417917"/>
              <a:gd name="connsiteY64" fmla="*/ 154 h 682036"/>
              <a:gd name="connsiteX65" fmla="*/ 261148 w 1417917"/>
              <a:gd name="connsiteY65" fmla="*/ 546232 h 682036"/>
              <a:gd name="connsiteX66" fmla="*/ 253520 w 1417917"/>
              <a:gd name="connsiteY66" fmla="*/ 547578 h 682036"/>
              <a:gd name="connsiteX67" fmla="*/ 245443 w 1417917"/>
              <a:gd name="connsiteY67" fmla="*/ 513925 h 682036"/>
              <a:gd name="connsiteX68" fmla="*/ 215829 w 1417917"/>
              <a:gd name="connsiteY68" fmla="*/ 387838 h 682036"/>
              <a:gd name="connsiteX69" fmla="*/ 227944 w 1417917"/>
              <a:gd name="connsiteY69" fmla="*/ 361364 h 682036"/>
              <a:gd name="connsiteX70" fmla="*/ 260699 w 1417917"/>
              <a:gd name="connsiteY70" fmla="*/ 345210 h 682036"/>
              <a:gd name="connsiteX71" fmla="*/ 263840 w 1417917"/>
              <a:gd name="connsiteY71" fmla="*/ 350595 h 682036"/>
              <a:gd name="connsiteX72" fmla="*/ 223008 w 1417917"/>
              <a:gd name="connsiteY72" fmla="*/ 375274 h 682036"/>
              <a:gd name="connsiteX73" fmla="*/ 261148 w 1417917"/>
              <a:gd name="connsiteY73" fmla="*/ 546232 h 682036"/>
              <a:gd name="connsiteX74" fmla="*/ 717484 w 1417917"/>
              <a:gd name="connsiteY74" fmla="*/ 259956 h 682036"/>
              <a:gd name="connsiteX75" fmla="*/ 170060 w 1417917"/>
              <a:gd name="connsiteY75" fmla="*/ 93934 h 682036"/>
              <a:gd name="connsiteX76" fmla="*/ 172753 w 1417917"/>
              <a:gd name="connsiteY76" fmla="*/ 85857 h 682036"/>
              <a:gd name="connsiteX77" fmla="*/ 720176 w 1417917"/>
              <a:gd name="connsiteY77" fmla="*/ 251879 h 682036"/>
              <a:gd name="connsiteX78" fmla="*/ 717484 w 1417917"/>
              <a:gd name="connsiteY78" fmla="*/ 259956 h 682036"/>
              <a:gd name="connsiteX79" fmla="*/ 1132090 w 1417917"/>
              <a:gd name="connsiteY79" fmla="*/ 605461 h 682036"/>
              <a:gd name="connsiteX80" fmla="*/ 956645 w 1417917"/>
              <a:gd name="connsiteY80" fmla="*/ 354633 h 682036"/>
              <a:gd name="connsiteX81" fmla="*/ 1132090 w 1417917"/>
              <a:gd name="connsiteY81" fmla="*/ 605461 h 68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417917" h="682036">
                <a:moveTo>
                  <a:pt x="1330868" y="154"/>
                </a:moveTo>
                <a:cubicBezTo>
                  <a:pt x="1337150" y="3295"/>
                  <a:pt x="1350162" y="6436"/>
                  <a:pt x="1351060" y="11372"/>
                </a:cubicBezTo>
                <a:cubicBezTo>
                  <a:pt x="1352854" y="22141"/>
                  <a:pt x="1350611" y="35153"/>
                  <a:pt x="1345227" y="44576"/>
                </a:cubicBezTo>
                <a:cubicBezTo>
                  <a:pt x="1338496" y="56691"/>
                  <a:pt x="1327278" y="66114"/>
                  <a:pt x="1317855" y="76434"/>
                </a:cubicBezTo>
                <a:cubicBezTo>
                  <a:pt x="1305291" y="90344"/>
                  <a:pt x="1294522" y="83614"/>
                  <a:pt x="1283754" y="73742"/>
                </a:cubicBezTo>
                <a:cubicBezTo>
                  <a:pt x="1271190" y="62076"/>
                  <a:pt x="1277472" y="54896"/>
                  <a:pt x="1288689" y="47268"/>
                </a:cubicBezTo>
                <a:cubicBezTo>
                  <a:pt x="1295869" y="42333"/>
                  <a:pt x="1303497" y="36499"/>
                  <a:pt x="1307535" y="29320"/>
                </a:cubicBezTo>
                <a:cubicBezTo>
                  <a:pt x="1312022" y="21243"/>
                  <a:pt x="1313368" y="10923"/>
                  <a:pt x="1316061" y="603"/>
                </a:cubicBezTo>
                <a:cubicBezTo>
                  <a:pt x="1275228" y="-2089"/>
                  <a:pt x="1242921" y="4192"/>
                  <a:pt x="1211511" y="20346"/>
                </a:cubicBezTo>
                <a:cubicBezTo>
                  <a:pt x="1116386" y="69704"/>
                  <a:pt x="1020811" y="118613"/>
                  <a:pt x="925236" y="167073"/>
                </a:cubicBezTo>
                <a:cubicBezTo>
                  <a:pt x="916711" y="171560"/>
                  <a:pt x="906390" y="175150"/>
                  <a:pt x="897416" y="174253"/>
                </a:cubicBezTo>
                <a:cubicBezTo>
                  <a:pt x="874083" y="172009"/>
                  <a:pt x="851648" y="167073"/>
                  <a:pt x="828315" y="163484"/>
                </a:cubicBezTo>
                <a:cubicBezTo>
                  <a:pt x="832802" y="139254"/>
                  <a:pt x="818892" y="126690"/>
                  <a:pt x="795559" y="133869"/>
                </a:cubicBezTo>
                <a:cubicBezTo>
                  <a:pt x="786136" y="136561"/>
                  <a:pt x="777611" y="142843"/>
                  <a:pt x="768637" y="146433"/>
                </a:cubicBezTo>
                <a:cubicBezTo>
                  <a:pt x="762803" y="148676"/>
                  <a:pt x="756073" y="151817"/>
                  <a:pt x="749791" y="150920"/>
                </a:cubicBezTo>
                <a:cubicBezTo>
                  <a:pt x="673959" y="139254"/>
                  <a:pt x="598576" y="126690"/>
                  <a:pt x="527232" y="115023"/>
                </a:cubicBezTo>
                <a:cubicBezTo>
                  <a:pt x="524091" y="102459"/>
                  <a:pt x="524091" y="85857"/>
                  <a:pt x="518258" y="83614"/>
                </a:cubicBezTo>
                <a:cubicBezTo>
                  <a:pt x="509283" y="80024"/>
                  <a:pt x="496271" y="84960"/>
                  <a:pt x="485053" y="87652"/>
                </a:cubicBezTo>
                <a:cubicBezTo>
                  <a:pt x="480117" y="88998"/>
                  <a:pt x="476079" y="93934"/>
                  <a:pt x="471143" y="95280"/>
                </a:cubicBezTo>
                <a:cubicBezTo>
                  <a:pt x="460823" y="97972"/>
                  <a:pt x="449605" y="102011"/>
                  <a:pt x="439734" y="100665"/>
                </a:cubicBezTo>
                <a:cubicBezTo>
                  <a:pt x="355377" y="88101"/>
                  <a:pt x="271468" y="74191"/>
                  <a:pt x="187111" y="61178"/>
                </a:cubicBezTo>
                <a:cubicBezTo>
                  <a:pt x="181278" y="60281"/>
                  <a:pt x="173650" y="61627"/>
                  <a:pt x="168265" y="64768"/>
                </a:cubicBezTo>
                <a:cubicBezTo>
                  <a:pt x="153010" y="73742"/>
                  <a:pt x="138202" y="84062"/>
                  <a:pt x="120703" y="95729"/>
                </a:cubicBezTo>
                <a:cubicBezTo>
                  <a:pt x="308711" y="157651"/>
                  <a:pt x="494028" y="218675"/>
                  <a:pt x="680690" y="280148"/>
                </a:cubicBezTo>
                <a:cubicBezTo>
                  <a:pt x="677998" y="283289"/>
                  <a:pt x="677100" y="284186"/>
                  <a:pt x="676203" y="285084"/>
                </a:cubicBezTo>
                <a:cubicBezTo>
                  <a:pt x="594987" y="327711"/>
                  <a:pt x="513322" y="370787"/>
                  <a:pt x="431657" y="412517"/>
                </a:cubicBezTo>
                <a:cubicBezTo>
                  <a:pt x="425824" y="415658"/>
                  <a:pt x="415055" y="413414"/>
                  <a:pt x="408773" y="409824"/>
                </a:cubicBezTo>
                <a:cubicBezTo>
                  <a:pt x="361659" y="382004"/>
                  <a:pt x="315442" y="352838"/>
                  <a:pt x="268776" y="324570"/>
                </a:cubicBezTo>
                <a:cubicBezTo>
                  <a:pt x="263840" y="321429"/>
                  <a:pt x="255764" y="317839"/>
                  <a:pt x="251276" y="319634"/>
                </a:cubicBezTo>
                <a:cubicBezTo>
                  <a:pt x="229739" y="328160"/>
                  <a:pt x="209098" y="338929"/>
                  <a:pt x="188009" y="348800"/>
                </a:cubicBezTo>
                <a:cubicBezTo>
                  <a:pt x="195637" y="383351"/>
                  <a:pt x="203265" y="416106"/>
                  <a:pt x="211342" y="451106"/>
                </a:cubicBezTo>
                <a:cubicBezTo>
                  <a:pt x="139099" y="443478"/>
                  <a:pt x="69550" y="436298"/>
                  <a:pt x="0" y="428670"/>
                </a:cubicBezTo>
                <a:cubicBezTo>
                  <a:pt x="2244" y="433157"/>
                  <a:pt x="4487" y="434503"/>
                  <a:pt x="7628" y="436298"/>
                </a:cubicBezTo>
                <a:cubicBezTo>
                  <a:pt x="68204" y="466810"/>
                  <a:pt x="129228" y="496874"/>
                  <a:pt x="189804" y="527835"/>
                </a:cubicBezTo>
                <a:cubicBezTo>
                  <a:pt x="196983" y="531873"/>
                  <a:pt x="204162" y="540847"/>
                  <a:pt x="206406" y="548924"/>
                </a:cubicBezTo>
                <a:cubicBezTo>
                  <a:pt x="209996" y="561039"/>
                  <a:pt x="216277" y="567321"/>
                  <a:pt x="227495" y="564629"/>
                </a:cubicBezTo>
                <a:cubicBezTo>
                  <a:pt x="256661" y="558347"/>
                  <a:pt x="278199" y="573154"/>
                  <a:pt x="300634" y="587961"/>
                </a:cubicBezTo>
                <a:cubicBezTo>
                  <a:pt x="334287" y="610846"/>
                  <a:pt x="368389" y="632832"/>
                  <a:pt x="402491" y="655268"/>
                </a:cubicBezTo>
                <a:cubicBezTo>
                  <a:pt x="407427" y="658409"/>
                  <a:pt x="412363" y="660652"/>
                  <a:pt x="422234" y="666037"/>
                </a:cubicBezTo>
                <a:cubicBezTo>
                  <a:pt x="422234" y="624756"/>
                  <a:pt x="422683" y="587513"/>
                  <a:pt x="421785" y="550270"/>
                </a:cubicBezTo>
                <a:cubicBezTo>
                  <a:pt x="421785" y="537706"/>
                  <a:pt x="426273" y="533668"/>
                  <a:pt x="438388" y="531424"/>
                </a:cubicBezTo>
                <a:cubicBezTo>
                  <a:pt x="508386" y="519309"/>
                  <a:pt x="579282" y="509886"/>
                  <a:pt x="645691" y="481618"/>
                </a:cubicBezTo>
                <a:cubicBezTo>
                  <a:pt x="717484" y="451106"/>
                  <a:pt x="790175" y="423286"/>
                  <a:pt x="861968" y="393222"/>
                </a:cubicBezTo>
                <a:cubicBezTo>
                  <a:pt x="875878" y="387389"/>
                  <a:pt x="886198" y="388286"/>
                  <a:pt x="898762" y="396363"/>
                </a:cubicBezTo>
                <a:cubicBezTo>
                  <a:pt x="964722" y="438990"/>
                  <a:pt x="1020811" y="491938"/>
                  <a:pt x="1064335" y="557001"/>
                </a:cubicBezTo>
                <a:cubicBezTo>
                  <a:pt x="1092155" y="598282"/>
                  <a:pt x="1115488" y="642255"/>
                  <a:pt x="1141065" y="685331"/>
                </a:cubicBezTo>
                <a:cubicBezTo>
                  <a:pt x="1148692" y="679947"/>
                  <a:pt x="1157666" y="672319"/>
                  <a:pt x="1167538" y="667383"/>
                </a:cubicBezTo>
                <a:cubicBezTo>
                  <a:pt x="1188179" y="657062"/>
                  <a:pt x="1197602" y="643153"/>
                  <a:pt x="1188627" y="619820"/>
                </a:cubicBezTo>
                <a:cubicBezTo>
                  <a:pt x="1184140" y="608602"/>
                  <a:pt x="1189525" y="601423"/>
                  <a:pt x="1202089" y="598730"/>
                </a:cubicBezTo>
                <a:cubicBezTo>
                  <a:pt x="1215101" y="595590"/>
                  <a:pt x="1227665" y="590654"/>
                  <a:pt x="1239331" y="584820"/>
                </a:cubicBezTo>
                <a:cubicBezTo>
                  <a:pt x="1256831" y="576295"/>
                  <a:pt x="1262664" y="560590"/>
                  <a:pt x="1255934" y="544886"/>
                </a:cubicBezTo>
                <a:cubicBezTo>
                  <a:pt x="1248306" y="527386"/>
                  <a:pt x="1233050" y="530976"/>
                  <a:pt x="1219588" y="533668"/>
                </a:cubicBezTo>
                <a:cubicBezTo>
                  <a:pt x="1205678" y="536809"/>
                  <a:pt x="1192217" y="542642"/>
                  <a:pt x="1176961" y="547578"/>
                </a:cubicBezTo>
                <a:cubicBezTo>
                  <a:pt x="1172474" y="520207"/>
                  <a:pt x="1167987" y="494630"/>
                  <a:pt x="1163948" y="469054"/>
                </a:cubicBezTo>
                <a:cubicBezTo>
                  <a:pt x="1163051" y="464567"/>
                  <a:pt x="1163500" y="460080"/>
                  <a:pt x="1163051" y="454695"/>
                </a:cubicBezTo>
                <a:cubicBezTo>
                  <a:pt x="1171128" y="452003"/>
                  <a:pt x="1178756" y="449759"/>
                  <a:pt x="1186384" y="447067"/>
                </a:cubicBezTo>
                <a:cubicBezTo>
                  <a:pt x="1194461" y="444375"/>
                  <a:pt x="1202986" y="442131"/>
                  <a:pt x="1210614" y="438542"/>
                </a:cubicBezTo>
                <a:cubicBezTo>
                  <a:pt x="1230357" y="429568"/>
                  <a:pt x="1240229" y="408478"/>
                  <a:pt x="1232601" y="390979"/>
                </a:cubicBezTo>
                <a:cubicBezTo>
                  <a:pt x="1225422" y="373928"/>
                  <a:pt x="1213306" y="370787"/>
                  <a:pt x="1188627" y="379312"/>
                </a:cubicBezTo>
                <a:cubicBezTo>
                  <a:pt x="1176961" y="383351"/>
                  <a:pt x="1164846" y="386940"/>
                  <a:pt x="1150936" y="390979"/>
                </a:cubicBezTo>
                <a:cubicBezTo>
                  <a:pt x="1144654" y="353736"/>
                  <a:pt x="1139718" y="318288"/>
                  <a:pt x="1132539" y="283289"/>
                </a:cubicBezTo>
                <a:cubicBezTo>
                  <a:pt x="1129398" y="268033"/>
                  <a:pt x="1132539" y="259507"/>
                  <a:pt x="1146449" y="250982"/>
                </a:cubicBezTo>
                <a:cubicBezTo>
                  <a:pt x="1207473" y="212842"/>
                  <a:pt x="1268049" y="174253"/>
                  <a:pt x="1328175" y="133869"/>
                </a:cubicBezTo>
                <a:cubicBezTo>
                  <a:pt x="1367662" y="107395"/>
                  <a:pt x="1395482" y="70152"/>
                  <a:pt x="1420609" y="29320"/>
                </a:cubicBezTo>
                <a:cubicBezTo>
                  <a:pt x="1392790" y="5987"/>
                  <a:pt x="1361829" y="-295"/>
                  <a:pt x="1330868" y="154"/>
                </a:cubicBezTo>
                <a:close/>
                <a:moveTo>
                  <a:pt x="261148" y="546232"/>
                </a:moveTo>
                <a:cubicBezTo>
                  <a:pt x="258456" y="546680"/>
                  <a:pt x="256212" y="547129"/>
                  <a:pt x="253520" y="547578"/>
                </a:cubicBezTo>
                <a:cubicBezTo>
                  <a:pt x="250828" y="536360"/>
                  <a:pt x="248136" y="525142"/>
                  <a:pt x="245443" y="513925"/>
                </a:cubicBezTo>
                <a:cubicBezTo>
                  <a:pt x="235572" y="471746"/>
                  <a:pt x="226149" y="429568"/>
                  <a:pt x="215829" y="387838"/>
                </a:cubicBezTo>
                <a:cubicBezTo>
                  <a:pt x="212688" y="374825"/>
                  <a:pt x="214034" y="366748"/>
                  <a:pt x="227944" y="361364"/>
                </a:cubicBezTo>
                <a:cubicBezTo>
                  <a:pt x="239162" y="356877"/>
                  <a:pt x="249482" y="350595"/>
                  <a:pt x="260699" y="345210"/>
                </a:cubicBezTo>
                <a:cubicBezTo>
                  <a:pt x="261597" y="347005"/>
                  <a:pt x="262943" y="348800"/>
                  <a:pt x="263840" y="350595"/>
                </a:cubicBezTo>
                <a:cubicBezTo>
                  <a:pt x="250828" y="358223"/>
                  <a:pt x="237815" y="366300"/>
                  <a:pt x="223008" y="375274"/>
                </a:cubicBezTo>
                <a:cubicBezTo>
                  <a:pt x="235123" y="431811"/>
                  <a:pt x="248136" y="489246"/>
                  <a:pt x="261148" y="546232"/>
                </a:cubicBezTo>
                <a:close/>
                <a:moveTo>
                  <a:pt x="717484" y="259956"/>
                </a:moveTo>
                <a:cubicBezTo>
                  <a:pt x="534860" y="204765"/>
                  <a:pt x="352685" y="149125"/>
                  <a:pt x="170060" y="93934"/>
                </a:cubicBezTo>
                <a:cubicBezTo>
                  <a:pt x="170958" y="91242"/>
                  <a:pt x="171855" y="88550"/>
                  <a:pt x="172753" y="85857"/>
                </a:cubicBezTo>
                <a:cubicBezTo>
                  <a:pt x="355377" y="141048"/>
                  <a:pt x="537552" y="196688"/>
                  <a:pt x="720176" y="251879"/>
                </a:cubicBezTo>
                <a:cubicBezTo>
                  <a:pt x="718830" y="254571"/>
                  <a:pt x="718382" y="257264"/>
                  <a:pt x="717484" y="259956"/>
                </a:cubicBezTo>
                <a:close/>
                <a:moveTo>
                  <a:pt x="1132090" y="605461"/>
                </a:moveTo>
                <a:cubicBezTo>
                  <a:pt x="1088566" y="511232"/>
                  <a:pt x="1023503" y="432709"/>
                  <a:pt x="956645" y="354633"/>
                </a:cubicBezTo>
                <a:cubicBezTo>
                  <a:pt x="997478" y="370338"/>
                  <a:pt x="1130295" y="560142"/>
                  <a:pt x="1132090" y="605461"/>
                </a:cubicBezTo>
                <a:close/>
              </a:path>
            </a:pathLst>
          </a:custGeom>
          <a:solidFill>
            <a:schemeClr val="accent3"/>
          </a:solidFill>
          <a:ln w="4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DB7EEE4-1530-499D-AD1C-F63C1F3FB357}"/>
              </a:ext>
            </a:extLst>
          </p:cNvPr>
          <p:cNvGrpSpPr/>
          <p:nvPr/>
        </p:nvGrpSpPr>
        <p:grpSpPr>
          <a:xfrm>
            <a:off x="6726116" y="2090356"/>
            <a:ext cx="1554498" cy="956161"/>
            <a:chOff x="6964855" y="3758531"/>
            <a:chExt cx="2272754" cy="1397955"/>
          </a:xfrm>
          <a:solidFill>
            <a:schemeClr val="accent1"/>
          </a:solidFill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6E722975-1C60-40A8-A027-A8B433071F97}"/>
                </a:ext>
              </a:extLst>
            </p:cNvPr>
            <p:cNvSpPr/>
            <p:nvPr/>
          </p:nvSpPr>
          <p:spPr>
            <a:xfrm>
              <a:off x="6964855" y="4245589"/>
              <a:ext cx="1226318" cy="910897"/>
            </a:xfrm>
            <a:custGeom>
              <a:avLst/>
              <a:gdLst>
                <a:gd name="connsiteX0" fmla="*/ 0 w 1226318"/>
                <a:gd name="connsiteY0" fmla="*/ 728111 h 910897"/>
                <a:gd name="connsiteX1" fmla="*/ 192047 w 1226318"/>
                <a:gd name="connsiteY1" fmla="*/ 854647 h 910897"/>
                <a:gd name="connsiteX2" fmla="*/ 231533 w 1226318"/>
                <a:gd name="connsiteY2" fmla="*/ 857339 h 910897"/>
                <a:gd name="connsiteX3" fmla="*/ 389479 w 1226318"/>
                <a:gd name="connsiteY3" fmla="*/ 780161 h 910897"/>
                <a:gd name="connsiteX4" fmla="*/ 378711 w 1226318"/>
                <a:gd name="connsiteY4" fmla="*/ 829070 h 910897"/>
                <a:gd name="connsiteX5" fmla="*/ 336981 w 1226318"/>
                <a:gd name="connsiteY5" fmla="*/ 843429 h 910897"/>
                <a:gd name="connsiteX6" fmla="*/ 310956 w 1226318"/>
                <a:gd name="connsiteY6" fmla="*/ 829070 h 910897"/>
                <a:gd name="connsiteX7" fmla="*/ 288071 w 1226318"/>
                <a:gd name="connsiteY7" fmla="*/ 839391 h 910897"/>
                <a:gd name="connsiteX8" fmla="*/ 250828 w 1226318"/>
                <a:gd name="connsiteY8" fmla="*/ 881120 h 910897"/>
                <a:gd name="connsiteX9" fmla="*/ 197880 w 1226318"/>
                <a:gd name="connsiteY9" fmla="*/ 893236 h 910897"/>
                <a:gd name="connsiteX10" fmla="*/ 170958 w 1226318"/>
                <a:gd name="connsiteY10" fmla="*/ 873044 h 910897"/>
                <a:gd name="connsiteX11" fmla="*/ 34999 w 1226318"/>
                <a:gd name="connsiteY11" fmla="*/ 780161 h 910897"/>
                <a:gd name="connsiteX12" fmla="*/ 0 w 1226318"/>
                <a:gd name="connsiteY12" fmla="*/ 737983 h 910897"/>
                <a:gd name="connsiteX13" fmla="*/ 0 w 1226318"/>
                <a:gd name="connsiteY13" fmla="*/ 728111 h 910897"/>
                <a:gd name="connsiteX14" fmla="*/ 26922 w 1226318"/>
                <a:gd name="connsiteY14" fmla="*/ 483566 h 910897"/>
                <a:gd name="connsiteX15" fmla="*/ 147624 w 1226318"/>
                <a:gd name="connsiteY15" fmla="*/ 561192 h 910897"/>
                <a:gd name="connsiteX16" fmla="*/ 201021 w 1226318"/>
                <a:gd name="connsiteY16" fmla="*/ 660358 h 910897"/>
                <a:gd name="connsiteX17" fmla="*/ 200123 w 1226318"/>
                <a:gd name="connsiteY17" fmla="*/ 806637 h 910897"/>
                <a:gd name="connsiteX18" fmla="*/ 34550 w 1226318"/>
                <a:gd name="connsiteY18" fmla="*/ 701190 h 910897"/>
                <a:gd name="connsiteX19" fmla="*/ 27371 w 1226318"/>
                <a:gd name="connsiteY19" fmla="*/ 687280 h 910897"/>
                <a:gd name="connsiteX20" fmla="*/ 26922 w 1226318"/>
                <a:gd name="connsiteY20" fmla="*/ 483566 h 910897"/>
                <a:gd name="connsiteX21" fmla="*/ 1196705 w 1226318"/>
                <a:gd name="connsiteY21" fmla="*/ 380363 h 910897"/>
                <a:gd name="connsiteX22" fmla="*/ 1200294 w 1226318"/>
                <a:gd name="connsiteY22" fmla="*/ 383055 h 910897"/>
                <a:gd name="connsiteX23" fmla="*/ 1185935 w 1226318"/>
                <a:gd name="connsiteY23" fmla="*/ 403247 h 910897"/>
                <a:gd name="connsiteX24" fmla="*/ 1141065 w 1226318"/>
                <a:gd name="connsiteY24" fmla="*/ 466964 h 910897"/>
                <a:gd name="connsiteX25" fmla="*/ 1085874 w 1226318"/>
                <a:gd name="connsiteY25" fmla="*/ 475489 h 910897"/>
                <a:gd name="connsiteX26" fmla="*/ 1051323 w 1226318"/>
                <a:gd name="connsiteY26" fmla="*/ 486259 h 910897"/>
                <a:gd name="connsiteX27" fmla="*/ 974145 w 1226318"/>
                <a:gd name="connsiteY27" fmla="*/ 516323 h 910897"/>
                <a:gd name="connsiteX28" fmla="*/ 947672 w 1226318"/>
                <a:gd name="connsiteY28" fmla="*/ 521707 h 910897"/>
                <a:gd name="connsiteX29" fmla="*/ 437939 w 1226318"/>
                <a:gd name="connsiteY29" fmla="*/ 763112 h 910897"/>
                <a:gd name="connsiteX30" fmla="*/ 407876 w 1226318"/>
                <a:gd name="connsiteY30" fmla="*/ 777022 h 910897"/>
                <a:gd name="connsiteX31" fmla="*/ 404735 w 1226318"/>
                <a:gd name="connsiteY31" fmla="*/ 772535 h 910897"/>
                <a:gd name="connsiteX32" fmla="*/ 1196705 w 1226318"/>
                <a:gd name="connsiteY32" fmla="*/ 380363 h 910897"/>
                <a:gd name="connsiteX33" fmla="*/ 662853 w 1226318"/>
                <a:gd name="connsiteY33" fmla="*/ 375259 h 910897"/>
                <a:gd name="connsiteX34" fmla="*/ 671715 w 1226318"/>
                <a:gd name="connsiteY34" fmla="*/ 375427 h 910897"/>
                <a:gd name="connsiteX35" fmla="*/ 671267 w 1226318"/>
                <a:gd name="connsiteY35" fmla="*/ 583629 h 910897"/>
                <a:gd name="connsiteX36" fmla="*/ 661844 w 1226318"/>
                <a:gd name="connsiteY36" fmla="*/ 597539 h 910897"/>
                <a:gd name="connsiteX37" fmla="*/ 214033 w 1226318"/>
                <a:gd name="connsiteY37" fmla="*/ 809329 h 910897"/>
                <a:gd name="connsiteX38" fmla="*/ 214033 w 1226318"/>
                <a:gd name="connsiteY38" fmla="*/ 766702 h 910897"/>
                <a:gd name="connsiteX39" fmla="*/ 214482 w 1226318"/>
                <a:gd name="connsiteY39" fmla="*/ 614141 h 910897"/>
                <a:gd name="connsiteX40" fmla="*/ 224802 w 1226318"/>
                <a:gd name="connsiteY40" fmla="*/ 593052 h 910897"/>
                <a:gd name="connsiteX41" fmla="*/ 660049 w 1226318"/>
                <a:gd name="connsiteY41" fmla="*/ 375427 h 910897"/>
                <a:gd name="connsiteX42" fmla="*/ 662853 w 1226318"/>
                <a:gd name="connsiteY42" fmla="*/ 375259 h 910897"/>
                <a:gd name="connsiteX43" fmla="*/ 1223177 w 1226318"/>
                <a:gd name="connsiteY43" fmla="*/ 340428 h 910897"/>
                <a:gd name="connsiteX44" fmla="*/ 1226318 w 1226318"/>
                <a:gd name="connsiteY44" fmla="*/ 348505 h 910897"/>
                <a:gd name="connsiteX45" fmla="*/ 800046 w 1226318"/>
                <a:gd name="connsiteY45" fmla="*/ 558501 h 910897"/>
                <a:gd name="connsiteX46" fmla="*/ 232879 w 1226318"/>
                <a:gd name="connsiteY46" fmla="*/ 838495 h 910897"/>
                <a:gd name="connsiteX47" fmla="*/ 195636 w 1226318"/>
                <a:gd name="connsiteY47" fmla="*/ 836700 h 910897"/>
                <a:gd name="connsiteX48" fmla="*/ 23332 w 1226318"/>
                <a:gd name="connsiteY48" fmla="*/ 723626 h 910897"/>
                <a:gd name="connsiteX49" fmla="*/ 8525 w 1226318"/>
                <a:gd name="connsiteY49" fmla="*/ 712408 h 910897"/>
                <a:gd name="connsiteX50" fmla="*/ 11217 w 1226318"/>
                <a:gd name="connsiteY50" fmla="*/ 707023 h 910897"/>
                <a:gd name="connsiteX51" fmla="*/ 34550 w 1226318"/>
                <a:gd name="connsiteY51" fmla="*/ 717792 h 910897"/>
                <a:gd name="connsiteX52" fmla="*/ 194739 w 1226318"/>
                <a:gd name="connsiteY52" fmla="*/ 822790 h 910897"/>
                <a:gd name="connsiteX53" fmla="*/ 233776 w 1226318"/>
                <a:gd name="connsiteY53" fmla="*/ 825034 h 910897"/>
                <a:gd name="connsiteX54" fmla="*/ 1192217 w 1226318"/>
                <a:gd name="connsiteY54" fmla="*/ 351646 h 910897"/>
                <a:gd name="connsiteX55" fmla="*/ 1223177 w 1226318"/>
                <a:gd name="connsiteY55" fmla="*/ 340428 h 910897"/>
                <a:gd name="connsiteX56" fmla="*/ 482305 w 1226318"/>
                <a:gd name="connsiteY56" fmla="*/ 264429 h 910897"/>
                <a:gd name="connsiteX57" fmla="*/ 504349 w 1226318"/>
                <a:gd name="connsiteY57" fmla="*/ 272225 h 910897"/>
                <a:gd name="connsiteX58" fmla="*/ 660050 w 1226318"/>
                <a:gd name="connsiteY58" fmla="*/ 359724 h 910897"/>
                <a:gd name="connsiteX59" fmla="*/ 221662 w 1226318"/>
                <a:gd name="connsiteY59" fmla="*/ 578244 h 910897"/>
                <a:gd name="connsiteX60" fmla="*/ 201919 w 1226318"/>
                <a:gd name="connsiteY60" fmla="*/ 581385 h 910897"/>
                <a:gd name="connsiteX61" fmla="*/ 35448 w 1226318"/>
                <a:gd name="connsiteY61" fmla="*/ 473247 h 910897"/>
                <a:gd name="connsiteX62" fmla="*/ 383645 w 1226318"/>
                <a:gd name="connsiteY62" fmla="*/ 307224 h 910897"/>
                <a:gd name="connsiteX63" fmla="*/ 459926 w 1226318"/>
                <a:gd name="connsiteY63" fmla="*/ 270430 h 910897"/>
                <a:gd name="connsiteX64" fmla="*/ 482305 w 1226318"/>
                <a:gd name="connsiteY64" fmla="*/ 264429 h 910897"/>
                <a:gd name="connsiteX65" fmla="*/ 559987 w 1226318"/>
                <a:gd name="connsiteY65" fmla="*/ 234533 h 910897"/>
                <a:gd name="connsiteX66" fmla="*/ 724214 w 1226318"/>
                <a:gd name="connsiteY66" fmla="*/ 337287 h 910897"/>
                <a:gd name="connsiteX67" fmla="*/ 733188 w 1226318"/>
                <a:gd name="connsiteY67" fmla="*/ 352094 h 910897"/>
                <a:gd name="connsiteX68" fmla="*/ 733637 w 1226318"/>
                <a:gd name="connsiteY68" fmla="*/ 541449 h 910897"/>
                <a:gd name="connsiteX69" fmla="*/ 691010 w 1226318"/>
                <a:gd name="connsiteY69" fmla="*/ 494335 h 910897"/>
                <a:gd name="connsiteX70" fmla="*/ 688766 w 1226318"/>
                <a:gd name="connsiteY70" fmla="*/ 375427 h 910897"/>
                <a:gd name="connsiteX71" fmla="*/ 673959 w 1226318"/>
                <a:gd name="connsiteY71" fmla="*/ 348954 h 910897"/>
                <a:gd name="connsiteX72" fmla="*/ 590948 w 1226318"/>
                <a:gd name="connsiteY72" fmla="*/ 294660 h 910897"/>
                <a:gd name="connsiteX73" fmla="*/ 559987 w 1226318"/>
                <a:gd name="connsiteY73" fmla="*/ 234533 h 910897"/>
                <a:gd name="connsiteX74" fmla="*/ 1198500 w 1226318"/>
                <a:gd name="connsiteY74" fmla="*/ 122356 h 910897"/>
                <a:gd name="connsiteX75" fmla="*/ 1198051 w 1226318"/>
                <a:gd name="connsiteY75" fmla="*/ 314853 h 910897"/>
                <a:gd name="connsiteX76" fmla="*/ 1185936 w 1226318"/>
                <a:gd name="connsiteY76" fmla="*/ 337288 h 910897"/>
                <a:gd name="connsiteX77" fmla="*/ 756521 w 1226318"/>
                <a:gd name="connsiteY77" fmla="*/ 550873 h 910897"/>
                <a:gd name="connsiteX78" fmla="*/ 747547 w 1226318"/>
                <a:gd name="connsiteY78" fmla="*/ 551770 h 910897"/>
                <a:gd name="connsiteX79" fmla="*/ 747547 w 1226318"/>
                <a:gd name="connsiteY79" fmla="*/ 521707 h 910897"/>
                <a:gd name="connsiteX80" fmla="*/ 747996 w 1226318"/>
                <a:gd name="connsiteY80" fmla="*/ 361518 h 910897"/>
                <a:gd name="connsiteX81" fmla="*/ 761008 w 1226318"/>
                <a:gd name="connsiteY81" fmla="*/ 337288 h 910897"/>
                <a:gd name="connsiteX82" fmla="*/ 1183692 w 1226318"/>
                <a:gd name="connsiteY82" fmla="*/ 126394 h 910897"/>
                <a:gd name="connsiteX83" fmla="*/ 1198500 w 1226318"/>
                <a:gd name="connsiteY83" fmla="*/ 122356 h 910897"/>
                <a:gd name="connsiteX84" fmla="*/ 1014249 w 1226318"/>
                <a:gd name="connsiteY84" fmla="*/ 700 h 910897"/>
                <a:gd name="connsiteX85" fmla="*/ 1025299 w 1226318"/>
                <a:gd name="connsiteY85" fmla="*/ 1205 h 910897"/>
                <a:gd name="connsiteX86" fmla="*/ 1188629 w 1226318"/>
                <a:gd name="connsiteY86" fmla="*/ 108895 h 910897"/>
                <a:gd name="connsiteX87" fmla="*/ 862867 w 1226318"/>
                <a:gd name="connsiteY87" fmla="*/ 270879 h 910897"/>
                <a:gd name="connsiteX88" fmla="*/ 756523 w 1226318"/>
                <a:gd name="connsiteY88" fmla="*/ 323378 h 910897"/>
                <a:gd name="connsiteX89" fmla="*/ 734985 w 1226318"/>
                <a:gd name="connsiteY89" fmla="*/ 326070 h 910897"/>
                <a:gd name="connsiteX90" fmla="*/ 570308 w 1226318"/>
                <a:gd name="connsiteY90" fmla="*/ 224213 h 910897"/>
                <a:gd name="connsiteX91" fmla="*/ 589154 w 1226318"/>
                <a:gd name="connsiteY91" fmla="*/ 213444 h 910897"/>
                <a:gd name="connsiteX92" fmla="*/ 1001517 w 1226318"/>
                <a:gd name="connsiteY92" fmla="*/ 5243 h 910897"/>
                <a:gd name="connsiteX93" fmla="*/ 1014249 w 1226318"/>
                <a:gd name="connsiteY93" fmla="*/ 700 h 9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226318" h="910897">
                  <a:moveTo>
                    <a:pt x="0" y="728111"/>
                  </a:moveTo>
                  <a:cubicBezTo>
                    <a:pt x="64165" y="770290"/>
                    <a:pt x="128330" y="811571"/>
                    <a:pt x="192047" y="854647"/>
                  </a:cubicBezTo>
                  <a:cubicBezTo>
                    <a:pt x="205957" y="864070"/>
                    <a:pt x="216277" y="864967"/>
                    <a:pt x="231533" y="857339"/>
                  </a:cubicBezTo>
                  <a:cubicBezTo>
                    <a:pt x="283584" y="830865"/>
                    <a:pt x="336981" y="805738"/>
                    <a:pt x="389479" y="780161"/>
                  </a:cubicBezTo>
                  <a:cubicBezTo>
                    <a:pt x="393069" y="800353"/>
                    <a:pt x="384992" y="820994"/>
                    <a:pt x="378711" y="829070"/>
                  </a:cubicBezTo>
                  <a:cubicBezTo>
                    <a:pt x="369288" y="841185"/>
                    <a:pt x="351788" y="844775"/>
                    <a:pt x="336981" y="843429"/>
                  </a:cubicBezTo>
                  <a:cubicBezTo>
                    <a:pt x="330250" y="842980"/>
                    <a:pt x="325314" y="835352"/>
                    <a:pt x="310956" y="829070"/>
                  </a:cubicBezTo>
                  <a:cubicBezTo>
                    <a:pt x="306917" y="830865"/>
                    <a:pt x="297943" y="835801"/>
                    <a:pt x="288071" y="839391"/>
                  </a:cubicBezTo>
                  <a:cubicBezTo>
                    <a:pt x="267430" y="846570"/>
                    <a:pt x="256212" y="858685"/>
                    <a:pt x="250828" y="881120"/>
                  </a:cubicBezTo>
                  <a:cubicBezTo>
                    <a:pt x="241854" y="917017"/>
                    <a:pt x="223457" y="919709"/>
                    <a:pt x="197880" y="893236"/>
                  </a:cubicBezTo>
                  <a:cubicBezTo>
                    <a:pt x="190252" y="885159"/>
                    <a:pt x="180381" y="879326"/>
                    <a:pt x="170958" y="873044"/>
                  </a:cubicBezTo>
                  <a:cubicBezTo>
                    <a:pt x="125638" y="842083"/>
                    <a:pt x="80767" y="810673"/>
                    <a:pt x="34999" y="780161"/>
                  </a:cubicBezTo>
                  <a:cubicBezTo>
                    <a:pt x="19294" y="769392"/>
                    <a:pt x="3141" y="759072"/>
                    <a:pt x="0" y="737983"/>
                  </a:cubicBezTo>
                  <a:cubicBezTo>
                    <a:pt x="0" y="734393"/>
                    <a:pt x="0" y="731252"/>
                    <a:pt x="0" y="728111"/>
                  </a:cubicBezTo>
                  <a:close/>
                  <a:moveTo>
                    <a:pt x="26922" y="483566"/>
                  </a:moveTo>
                  <a:cubicBezTo>
                    <a:pt x="68203" y="510488"/>
                    <a:pt x="105895" y="539654"/>
                    <a:pt x="147624" y="561192"/>
                  </a:cubicBezTo>
                  <a:cubicBezTo>
                    <a:pt x="190252" y="583180"/>
                    <a:pt x="205956" y="612346"/>
                    <a:pt x="201021" y="660358"/>
                  </a:cubicBezTo>
                  <a:cubicBezTo>
                    <a:pt x="196534" y="707472"/>
                    <a:pt x="200123" y="755035"/>
                    <a:pt x="200123" y="806637"/>
                  </a:cubicBezTo>
                  <a:cubicBezTo>
                    <a:pt x="142689" y="770291"/>
                    <a:pt x="88395" y="736190"/>
                    <a:pt x="34550" y="701190"/>
                  </a:cubicBezTo>
                  <a:cubicBezTo>
                    <a:pt x="30512" y="698947"/>
                    <a:pt x="26922" y="692216"/>
                    <a:pt x="27371" y="687280"/>
                  </a:cubicBezTo>
                  <a:cubicBezTo>
                    <a:pt x="26922" y="620423"/>
                    <a:pt x="26922" y="554013"/>
                    <a:pt x="26922" y="483566"/>
                  </a:cubicBezTo>
                  <a:close/>
                  <a:moveTo>
                    <a:pt x="1196705" y="380363"/>
                  </a:moveTo>
                  <a:cubicBezTo>
                    <a:pt x="1198051" y="381260"/>
                    <a:pt x="1198948" y="382158"/>
                    <a:pt x="1200294" y="383055"/>
                  </a:cubicBezTo>
                  <a:cubicBezTo>
                    <a:pt x="1195358" y="389786"/>
                    <a:pt x="1193564" y="399657"/>
                    <a:pt x="1185935" y="403247"/>
                  </a:cubicBezTo>
                  <a:cubicBezTo>
                    <a:pt x="1142411" y="423439"/>
                    <a:pt x="1156769" y="446772"/>
                    <a:pt x="1141065" y="466964"/>
                  </a:cubicBezTo>
                  <a:cubicBezTo>
                    <a:pt x="1126706" y="485810"/>
                    <a:pt x="1099335" y="491644"/>
                    <a:pt x="1085874" y="475489"/>
                  </a:cubicBezTo>
                  <a:cubicBezTo>
                    <a:pt x="1068823" y="465169"/>
                    <a:pt x="1051323" y="468758"/>
                    <a:pt x="1051323" y="486259"/>
                  </a:cubicBezTo>
                  <a:cubicBezTo>
                    <a:pt x="1051323" y="529335"/>
                    <a:pt x="1001517" y="541899"/>
                    <a:pt x="974145" y="516323"/>
                  </a:cubicBezTo>
                  <a:cubicBezTo>
                    <a:pt x="966966" y="513630"/>
                    <a:pt x="955748" y="517669"/>
                    <a:pt x="947672" y="521707"/>
                  </a:cubicBezTo>
                  <a:cubicBezTo>
                    <a:pt x="777611" y="602026"/>
                    <a:pt x="608000" y="682344"/>
                    <a:pt x="437939" y="763112"/>
                  </a:cubicBezTo>
                  <a:cubicBezTo>
                    <a:pt x="428068" y="767599"/>
                    <a:pt x="417748" y="772535"/>
                    <a:pt x="407876" y="777022"/>
                  </a:cubicBezTo>
                  <a:cubicBezTo>
                    <a:pt x="406979" y="775676"/>
                    <a:pt x="405632" y="773881"/>
                    <a:pt x="404735" y="772535"/>
                  </a:cubicBezTo>
                  <a:cubicBezTo>
                    <a:pt x="669024" y="641961"/>
                    <a:pt x="932864" y="510938"/>
                    <a:pt x="1196705" y="380363"/>
                  </a:cubicBezTo>
                  <a:close/>
                  <a:moveTo>
                    <a:pt x="662853" y="375259"/>
                  </a:moveTo>
                  <a:cubicBezTo>
                    <a:pt x="664536" y="375315"/>
                    <a:pt x="667228" y="375427"/>
                    <a:pt x="671715" y="375427"/>
                  </a:cubicBezTo>
                  <a:cubicBezTo>
                    <a:pt x="671715" y="444977"/>
                    <a:pt x="671715" y="514528"/>
                    <a:pt x="671267" y="583629"/>
                  </a:cubicBezTo>
                  <a:cubicBezTo>
                    <a:pt x="671267" y="588116"/>
                    <a:pt x="666331" y="595295"/>
                    <a:pt x="661844" y="597539"/>
                  </a:cubicBezTo>
                  <a:cubicBezTo>
                    <a:pt x="514219" y="667986"/>
                    <a:pt x="366145" y="737536"/>
                    <a:pt x="214033" y="809329"/>
                  </a:cubicBezTo>
                  <a:cubicBezTo>
                    <a:pt x="214033" y="793175"/>
                    <a:pt x="214033" y="779714"/>
                    <a:pt x="214033" y="766702"/>
                  </a:cubicBezTo>
                  <a:cubicBezTo>
                    <a:pt x="214033" y="715998"/>
                    <a:pt x="213584" y="664845"/>
                    <a:pt x="214482" y="614141"/>
                  </a:cubicBezTo>
                  <a:cubicBezTo>
                    <a:pt x="214482" y="606962"/>
                    <a:pt x="218969" y="595744"/>
                    <a:pt x="224802" y="593052"/>
                  </a:cubicBezTo>
                  <a:cubicBezTo>
                    <a:pt x="369735" y="519912"/>
                    <a:pt x="515116" y="447669"/>
                    <a:pt x="660049" y="375427"/>
                  </a:cubicBezTo>
                  <a:cubicBezTo>
                    <a:pt x="660498" y="375203"/>
                    <a:pt x="661171" y="375203"/>
                    <a:pt x="662853" y="375259"/>
                  </a:cubicBezTo>
                  <a:close/>
                  <a:moveTo>
                    <a:pt x="1223177" y="340428"/>
                  </a:moveTo>
                  <a:cubicBezTo>
                    <a:pt x="1224075" y="343120"/>
                    <a:pt x="1225421" y="345813"/>
                    <a:pt x="1226318" y="348505"/>
                  </a:cubicBezTo>
                  <a:cubicBezTo>
                    <a:pt x="1084078" y="418503"/>
                    <a:pt x="942286" y="488503"/>
                    <a:pt x="800046" y="558501"/>
                  </a:cubicBezTo>
                  <a:cubicBezTo>
                    <a:pt x="611140" y="651832"/>
                    <a:pt x="421785" y="744715"/>
                    <a:pt x="232879" y="838495"/>
                  </a:cubicBezTo>
                  <a:cubicBezTo>
                    <a:pt x="219418" y="845225"/>
                    <a:pt x="209097" y="845674"/>
                    <a:pt x="195636" y="836700"/>
                  </a:cubicBezTo>
                  <a:cubicBezTo>
                    <a:pt x="138650" y="798560"/>
                    <a:pt x="80318" y="761766"/>
                    <a:pt x="23332" y="723626"/>
                  </a:cubicBezTo>
                  <a:cubicBezTo>
                    <a:pt x="17948" y="720036"/>
                    <a:pt x="13461" y="715998"/>
                    <a:pt x="8525" y="712408"/>
                  </a:cubicBezTo>
                  <a:cubicBezTo>
                    <a:pt x="9422" y="710613"/>
                    <a:pt x="10320" y="708818"/>
                    <a:pt x="11217" y="707023"/>
                  </a:cubicBezTo>
                  <a:cubicBezTo>
                    <a:pt x="18845" y="710613"/>
                    <a:pt x="27371" y="713305"/>
                    <a:pt x="34550" y="717792"/>
                  </a:cubicBezTo>
                  <a:cubicBezTo>
                    <a:pt x="87946" y="752343"/>
                    <a:pt x="141791" y="786893"/>
                    <a:pt x="194739" y="822790"/>
                  </a:cubicBezTo>
                  <a:cubicBezTo>
                    <a:pt x="208649" y="832213"/>
                    <a:pt x="218969" y="832213"/>
                    <a:pt x="233776" y="825034"/>
                  </a:cubicBezTo>
                  <a:cubicBezTo>
                    <a:pt x="552808" y="667088"/>
                    <a:pt x="872288" y="509143"/>
                    <a:pt x="1192217" y="351646"/>
                  </a:cubicBezTo>
                  <a:cubicBezTo>
                    <a:pt x="1202088" y="346710"/>
                    <a:pt x="1212857" y="344018"/>
                    <a:pt x="1223177" y="340428"/>
                  </a:cubicBezTo>
                  <a:close/>
                  <a:moveTo>
                    <a:pt x="482305" y="264429"/>
                  </a:moveTo>
                  <a:cubicBezTo>
                    <a:pt x="489429" y="264933"/>
                    <a:pt x="496496" y="267738"/>
                    <a:pt x="504349" y="272225"/>
                  </a:cubicBezTo>
                  <a:cubicBezTo>
                    <a:pt x="554604" y="301391"/>
                    <a:pt x="605308" y="329210"/>
                    <a:pt x="660050" y="359724"/>
                  </a:cubicBezTo>
                  <a:cubicBezTo>
                    <a:pt x="510631" y="434209"/>
                    <a:pt x="366146" y="506451"/>
                    <a:pt x="221662" y="578244"/>
                  </a:cubicBezTo>
                  <a:cubicBezTo>
                    <a:pt x="215829" y="581385"/>
                    <a:pt x="206406" y="584078"/>
                    <a:pt x="201919" y="581385"/>
                  </a:cubicBezTo>
                  <a:cubicBezTo>
                    <a:pt x="147176" y="546386"/>
                    <a:pt x="92434" y="510490"/>
                    <a:pt x="35448" y="473247"/>
                  </a:cubicBezTo>
                  <a:cubicBezTo>
                    <a:pt x="153907" y="416710"/>
                    <a:pt x="268776" y="361519"/>
                    <a:pt x="383645" y="307224"/>
                  </a:cubicBezTo>
                  <a:cubicBezTo>
                    <a:pt x="409222" y="295109"/>
                    <a:pt x="435247" y="284340"/>
                    <a:pt x="459926" y="270430"/>
                  </a:cubicBezTo>
                  <a:cubicBezTo>
                    <a:pt x="468003" y="265719"/>
                    <a:pt x="475182" y="263924"/>
                    <a:pt x="482305" y="264429"/>
                  </a:cubicBezTo>
                  <a:close/>
                  <a:moveTo>
                    <a:pt x="559987" y="234533"/>
                  </a:moveTo>
                  <a:cubicBezTo>
                    <a:pt x="616524" y="269532"/>
                    <a:pt x="670369" y="303185"/>
                    <a:pt x="724214" y="337287"/>
                  </a:cubicBezTo>
                  <a:cubicBezTo>
                    <a:pt x="728701" y="339979"/>
                    <a:pt x="733188" y="347159"/>
                    <a:pt x="733188" y="352094"/>
                  </a:cubicBezTo>
                  <a:cubicBezTo>
                    <a:pt x="733637" y="415362"/>
                    <a:pt x="733637" y="478181"/>
                    <a:pt x="733637" y="541449"/>
                  </a:cubicBezTo>
                  <a:cubicBezTo>
                    <a:pt x="691907" y="532026"/>
                    <a:pt x="691907" y="532026"/>
                    <a:pt x="691010" y="494335"/>
                  </a:cubicBezTo>
                  <a:cubicBezTo>
                    <a:pt x="690112" y="454400"/>
                    <a:pt x="691010" y="414914"/>
                    <a:pt x="688766" y="375427"/>
                  </a:cubicBezTo>
                  <a:cubicBezTo>
                    <a:pt x="688318" y="366453"/>
                    <a:pt x="681587" y="354338"/>
                    <a:pt x="673959" y="348954"/>
                  </a:cubicBezTo>
                  <a:cubicBezTo>
                    <a:pt x="647485" y="329659"/>
                    <a:pt x="619665" y="310813"/>
                    <a:pt x="590948" y="294660"/>
                  </a:cubicBezTo>
                  <a:cubicBezTo>
                    <a:pt x="568064" y="281647"/>
                    <a:pt x="557295" y="264596"/>
                    <a:pt x="559987" y="234533"/>
                  </a:cubicBezTo>
                  <a:close/>
                  <a:moveTo>
                    <a:pt x="1198500" y="122356"/>
                  </a:moveTo>
                  <a:cubicBezTo>
                    <a:pt x="1198500" y="188765"/>
                    <a:pt x="1198948" y="252034"/>
                    <a:pt x="1198051" y="314853"/>
                  </a:cubicBezTo>
                  <a:cubicBezTo>
                    <a:pt x="1198051" y="322481"/>
                    <a:pt x="1192218" y="334147"/>
                    <a:pt x="1185936" y="337288"/>
                  </a:cubicBezTo>
                  <a:cubicBezTo>
                    <a:pt x="1043247" y="409081"/>
                    <a:pt x="899660" y="479977"/>
                    <a:pt x="756521" y="550873"/>
                  </a:cubicBezTo>
                  <a:cubicBezTo>
                    <a:pt x="755175" y="551770"/>
                    <a:pt x="753380" y="551322"/>
                    <a:pt x="747547" y="551770"/>
                  </a:cubicBezTo>
                  <a:cubicBezTo>
                    <a:pt x="747547" y="541450"/>
                    <a:pt x="747547" y="531579"/>
                    <a:pt x="747547" y="521707"/>
                  </a:cubicBezTo>
                  <a:cubicBezTo>
                    <a:pt x="747547" y="468311"/>
                    <a:pt x="746650" y="414915"/>
                    <a:pt x="747996" y="361518"/>
                  </a:cubicBezTo>
                  <a:cubicBezTo>
                    <a:pt x="748444" y="352993"/>
                    <a:pt x="754278" y="340878"/>
                    <a:pt x="761008" y="337288"/>
                  </a:cubicBezTo>
                  <a:cubicBezTo>
                    <a:pt x="901904" y="266392"/>
                    <a:pt x="1042798" y="196841"/>
                    <a:pt x="1183692" y="126394"/>
                  </a:cubicBezTo>
                  <a:cubicBezTo>
                    <a:pt x="1185936" y="125497"/>
                    <a:pt x="1188179" y="125048"/>
                    <a:pt x="1198500" y="122356"/>
                  </a:cubicBezTo>
                  <a:close/>
                  <a:moveTo>
                    <a:pt x="1014249" y="700"/>
                  </a:moveTo>
                  <a:cubicBezTo>
                    <a:pt x="1018680" y="-254"/>
                    <a:pt x="1022831" y="-366"/>
                    <a:pt x="1025299" y="1205"/>
                  </a:cubicBezTo>
                  <a:cubicBezTo>
                    <a:pt x="1079593" y="35755"/>
                    <a:pt x="1132989" y="71652"/>
                    <a:pt x="1188629" y="108895"/>
                  </a:cubicBezTo>
                  <a:cubicBezTo>
                    <a:pt x="1078246" y="163637"/>
                    <a:pt x="970556" y="217482"/>
                    <a:pt x="862867" y="270879"/>
                  </a:cubicBezTo>
                  <a:cubicBezTo>
                    <a:pt x="827419" y="288379"/>
                    <a:pt x="792419" y="306327"/>
                    <a:pt x="756523" y="323378"/>
                  </a:cubicBezTo>
                  <a:cubicBezTo>
                    <a:pt x="750241" y="326519"/>
                    <a:pt x="739921" y="329660"/>
                    <a:pt x="734985" y="326070"/>
                  </a:cubicBezTo>
                  <a:cubicBezTo>
                    <a:pt x="680690" y="293315"/>
                    <a:pt x="626845" y="259661"/>
                    <a:pt x="570308" y="224213"/>
                  </a:cubicBezTo>
                  <a:cubicBezTo>
                    <a:pt x="578385" y="219725"/>
                    <a:pt x="583769" y="216136"/>
                    <a:pt x="589154" y="213444"/>
                  </a:cubicBezTo>
                  <a:cubicBezTo>
                    <a:pt x="726458" y="143894"/>
                    <a:pt x="863764" y="74344"/>
                    <a:pt x="1001517" y="5243"/>
                  </a:cubicBezTo>
                  <a:cubicBezTo>
                    <a:pt x="1005107" y="3448"/>
                    <a:pt x="1009818" y="1653"/>
                    <a:pt x="1014249" y="70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E8B8CAB-16B5-4769-9FBB-CF0B2B717AC6}"/>
                </a:ext>
              </a:extLst>
            </p:cNvPr>
            <p:cNvSpPr/>
            <p:nvPr/>
          </p:nvSpPr>
          <p:spPr>
            <a:xfrm>
              <a:off x="8130498" y="3758531"/>
              <a:ext cx="1107111" cy="831076"/>
            </a:xfrm>
            <a:custGeom>
              <a:avLst/>
              <a:gdLst>
                <a:gd name="connsiteX0" fmla="*/ 112727 w 1107111"/>
                <a:gd name="connsiteY0" fmla="*/ 710822 h 831076"/>
                <a:gd name="connsiteX1" fmla="*/ 169265 w 1107111"/>
                <a:gd name="connsiteY1" fmla="*/ 721591 h 831076"/>
                <a:gd name="connsiteX2" fmla="*/ 169265 w 1107111"/>
                <a:gd name="connsiteY2" fmla="*/ 824795 h 831076"/>
                <a:gd name="connsiteX3" fmla="*/ 112727 w 1107111"/>
                <a:gd name="connsiteY3" fmla="*/ 824795 h 831076"/>
                <a:gd name="connsiteX4" fmla="*/ 112727 w 1107111"/>
                <a:gd name="connsiteY4" fmla="*/ 710822 h 831076"/>
                <a:gd name="connsiteX5" fmla="*/ 53946 w 1107111"/>
                <a:gd name="connsiteY5" fmla="*/ 679861 h 831076"/>
                <a:gd name="connsiteX6" fmla="*/ 89395 w 1107111"/>
                <a:gd name="connsiteY6" fmla="*/ 705437 h 831076"/>
                <a:gd name="connsiteX7" fmla="*/ 96574 w 1107111"/>
                <a:gd name="connsiteY7" fmla="*/ 718001 h 831076"/>
                <a:gd name="connsiteX8" fmla="*/ 97023 w 1107111"/>
                <a:gd name="connsiteY8" fmla="*/ 818063 h 831076"/>
                <a:gd name="connsiteX9" fmla="*/ 53946 w 1107111"/>
                <a:gd name="connsiteY9" fmla="*/ 679861 h 831076"/>
                <a:gd name="connsiteX10" fmla="*/ 5934 w 1107111"/>
                <a:gd name="connsiteY10" fmla="*/ 436661 h 831076"/>
                <a:gd name="connsiteX11" fmla="*/ 125739 w 1107111"/>
                <a:gd name="connsiteY11" fmla="*/ 516531 h 831076"/>
                <a:gd name="connsiteX12" fmla="*/ 131572 w 1107111"/>
                <a:gd name="connsiteY12" fmla="*/ 528646 h 831076"/>
                <a:gd name="connsiteX13" fmla="*/ 132021 w 1107111"/>
                <a:gd name="connsiteY13" fmla="*/ 697810 h 831076"/>
                <a:gd name="connsiteX14" fmla="*/ 124393 w 1107111"/>
                <a:gd name="connsiteY14" fmla="*/ 704989 h 831076"/>
                <a:gd name="connsiteX15" fmla="*/ 59330 w 1107111"/>
                <a:gd name="connsiteY15" fmla="*/ 663708 h 831076"/>
                <a:gd name="connsiteX16" fmla="*/ 50356 w 1107111"/>
                <a:gd name="connsiteY16" fmla="*/ 624221 h 831076"/>
                <a:gd name="connsiteX17" fmla="*/ 23434 w 1107111"/>
                <a:gd name="connsiteY17" fmla="*/ 576658 h 831076"/>
                <a:gd name="connsiteX18" fmla="*/ 550 w 1107111"/>
                <a:gd name="connsiteY18" fmla="*/ 532684 h 831076"/>
                <a:gd name="connsiteX19" fmla="*/ 5934 w 1107111"/>
                <a:gd name="connsiteY19" fmla="*/ 436661 h 831076"/>
                <a:gd name="connsiteX20" fmla="*/ 1102577 w 1107111"/>
                <a:gd name="connsiteY20" fmla="*/ 267947 h 831076"/>
                <a:gd name="connsiteX21" fmla="*/ 1102128 w 1107111"/>
                <a:gd name="connsiteY21" fmla="*/ 353650 h 831076"/>
                <a:gd name="connsiteX22" fmla="*/ 1093603 w 1107111"/>
                <a:gd name="connsiteY22" fmla="*/ 367111 h 831076"/>
                <a:gd name="connsiteX23" fmla="*/ 1037514 w 1107111"/>
                <a:gd name="connsiteY23" fmla="*/ 424995 h 831076"/>
                <a:gd name="connsiteX24" fmla="*/ 1007002 w 1107111"/>
                <a:gd name="connsiteY24" fmla="*/ 430379 h 831076"/>
                <a:gd name="connsiteX25" fmla="*/ 967067 w 1107111"/>
                <a:gd name="connsiteY25" fmla="*/ 456853 h 831076"/>
                <a:gd name="connsiteX26" fmla="*/ 938350 w 1107111"/>
                <a:gd name="connsiteY26" fmla="*/ 473904 h 831076"/>
                <a:gd name="connsiteX27" fmla="*/ 912325 w 1107111"/>
                <a:gd name="connsiteY27" fmla="*/ 468968 h 831076"/>
                <a:gd name="connsiteX28" fmla="*/ 890338 w 1107111"/>
                <a:gd name="connsiteY28" fmla="*/ 482878 h 831076"/>
                <a:gd name="connsiteX29" fmla="*/ 841429 w 1107111"/>
                <a:gd name="connsiteY29" fmla="*/ 504416 h 831076"/>
                <a:gd name="connsiteX30" fmla="*/ 796109 w 1107111"/>
                <a:gd name="connsiteY30" fmla="*/ 535377 h 831076"/>
                <a:gd name="connsiteX31" fmla="*/ 460924 w 1107111"/>
                <a:gd name="connsiteY31" fmla="*/ 698708 h 831076"/>
                <a:gd name="connsiteX32" fmla="*/ 434002 w 1107111"/>
                <a:gd name="connsiteY32" fmla="*/ 709925 h 831076"/>
                <a:gd name="connsiteX33" fmla="*/ 431758 w 1107111"/>
                <a:gd name="connsiteY33" fmla="*/ 666400 h 831076"/>
                <a:gd name="connsiteX34" fmla="*/ 425028 w 1107111"/>
                <a:gd name="connsiteY34" fmla="*/ 663259 h 831076"/>
                <a:gd name="connsiteX35" fmla="*/ 412913 w 1107111"/>
                <a:gd name="connsiteY35" fmla="*/ 683900 h 831076"/>
                <a:gd name="connsiteX36" fmla="*/ 407977 w 1107111"/>
                <a:gd name="connsiteY36" fmla="*/ 714861 h 831076"/>
                <a:gd name="connsiteX37" fmla="*/ 363555 w 1107111"/>
                <a:gd name="connsiteY37" fmla="*/ 739989 h 831076"/>
                <a:gd name="connsiteX38" fmla="*/ 335735 w 1107111"/>
                <a:gd name="connsiteY38" fmla="*/ 751655 h 831076"/>
                <a:gd name="connsiteX39" fmla="*/ 283685 w 1107111"/>
                <a:gd name="connsiteY39" fmla="*/ 778129 h 831076"/>
                <a:gd name="connsiteX40" fmla="*/ 250032 w 1107111"/>
                <a:gd name="connsiteY40" fmla="*/ 796077 h 831076"/>
                <a:gd name="connsiteX41" fmla="*/ 218173 w 1107111"/>
                <a:gd name="connsiteY41" fmla="*/ 827487 h 831076"/>
                <a:gd name="connsiteX42" fmla="*/ 202469 w 1107111"/>
                <a:gd name="connsiteY42" fmla="*/ 787103 h 831076"/>
                <a:gd name="connsiteX43" fmla="*/ 193943 w 1107111"/>
                <a:gd name="connsiteY43" fmla="*/ 831076 h 831076"/>
                <a:gd name="connsiteX44" fmla="*/ 186315 w 1107111"/>
                <a:gd name="connsiteY44" fmla="*/ 830179 h 831076"/>
                <a:gd name="connsiteX45" fmla="*/ 186764 w 1107111"/>
                <a:gd name="connsiteY45" fmla="*/ 721592 h 831076"/>
                <a:gd name="connsiteX46" fmla="*/ 199328 w 1107111"/>
                <a:gd name="connsiteY46" fmla="*/ 711720 h 831076"/>
                <a:gd name="connsiteX47" fmla="*/ 1090013 w 1107111"/>
                <a:gd name="connsiteY47" fmla="*/ 271088 h 831076"/>
                <a:gd name="connsiteX48" fmla="*/ 1102577 w 1107111"/>
                <a:gd name="connsiteY48" fmla="*/ 267947 h 831076"/>
                <a:gd name="connsiteX49" fmla="*/ 813609 w 1107111"/>
                <a:gd name="connsiteY49" fmla="*/ 195705 h 831076"/>
                <a:gd name="connsiteX50" fmla="*/ 813160 w 1107111"/>
                <a:gd name="connsiteY50" fmla="*/ 319100 h 831076"/>
                <a:gd name="connsiteX51" fmla="*/ 803737 w 1107111"/>
                <a:gd name="connsiteY51" fmla="*/ 333907 h 831076"/>
                <a:gd name="connsiteX52" fmla="*/ 568614 w 1107111"/>
                <a:gd name="connsiteY52" fmla="*/ 451918 h 831076"/>
                <a:gd name="connsiteX53" fmla="*/ 569063 w 1107111"/>
                <a:gd name="connsiteY53" fmla="*/ 328523 h 831076"/>
                <a:gd name="connsiteX54" fmla="*/ 578037 w 1107111"/>
                <a:gd name="connsiteY54" fmla="*/ 311472 h 831076"/>
                <a:gd name="connsiteX55" fmla="*/ 813609 w 1107111"/>
                <a:gd name="connsiteY55" fmla="*/ 195705 h 831076"/>
                <a:gd name="connsiteX56" fmla="*/ 992644 w 1107111"/>
                <a:gd name="connsiteY56" fmla="*/ 154424 h 831076"/>
                <a:gd name="connsiteX57" fmla="*/ 1001169 w 1107111"/>
                <a:gd name="connsiteY57" fmla="*/ 233845 h 831076"/>
                <a:gd name="connsiteX58" fmla="*/ 1031233 w 1107111"/>
                <a:gd name="connsiteY58" fmla="*/ 235640 h 831076"/>
                <a:gd name="connsiteX59" fmla="*/ 998477 w 1107111"/>
                <a:gd name="connsiteY59" fmla="*/ 297113 h 831076"/>
                <a:gd name="connsiteX60" fmla="*/ 193494 w 1107111"/>
                <a:gd name="connsiteY60" fmla="*/ 697362 h 831076"/>
                <a:gd name="connsiteX61" fmla="*/ 145482 w 1107111"/>
                <a:gd name="connsiteY61" fmla="*/ 709028 h 831076"/>
                <a:gd name="connsiteX62" fmla="*/ 145931 w 1107111"/>
                <a:gd name="connsiteY62" fmla="*/ 530890 h 831076"/>
                <a:gd name="connsiteX63" fmla="*/ 155802 w 1107111"/>
                <a:gd name="connsiteY63" fmla="*/ 516980 h 831076"/>
                <a:gd name="connsiteX64" fmla="*/ 550217 w 1107111"/>
                <a:gd name="connsiteY64" fmla="*/ 325382 h 831076"/>
                <a:gd name="connsiteX65" fmla="*/ 554704 w 1107111"/>
                <a:gd name="connsiteY65" fmla="*/ 326279 h 831076"/>
                <a:gd name="connsiteX66" fmla="*/ 554704 w 1107111"/>
                <a:gd name="connsiteY66" fmla="*/ 473455 h 831076"/>
                <a:gd name="connsiteX67" fmla="*/ 576242 w 1107111"/>
                <a:gd name="connsiteY67" fmla="*/ 463584 h 831076"/>
                <a:gd name="connsiteX68" fmla="*/ 808225 w 1107111"/>
                <a:gd name="connsiteY68" fmla="*/ 347817 h 831076"/>
                <a:gd name="connsiteX69" fmla="*/ 827071 w 1107111"/>
                <a:gd name="connsiteY69" fmla="*/ 319100 h 831076"/>
                <a:gd name="connsiteX70" fmla="*/ 834250 w 1107111"/>
                <a:gd name="connsiteY70" fmla="*/ 236538 h 831076"/>
                <a:gd name="connsiteX71" fmla="*/ 905146 w 1107111"/>
                <a:gd name="connsiteY71" fmla="*/ 197949 h 831076"/>
                <a:gd name="connsiteX72" fmla="*/ 992644 w 1107111"/>
                <a:gd name="connsiteY72" fmla="*/ 154424 h 831076"/>
                <a:gd name="connsiteX73" fmla="*/ 977669 w 1107111"/>
                <a:gd name="connsiteY73" fmla="*/ 100859 h 831076"/>
                <a:gd name="connsiteX74" fmla="*/ 986811 w 1107111"/>
                <a:gd name="connsiteY74" fmla="*/ 103720 h 831076"/>
                <a:gd name="connsiteX75" fmla="*/ 982324 w 1107111"/>
                <a:gd name="connsiteY75" fmla="*/ 141860 h 831076"/>
                <a:gd name="connsiteX76" fmla="*/ 831557 w 1107111"/>
                <a:gd name="connsiteY76" fmla="*/ 219935 h 831076"/>
                <a:gd name="connsiteX77" fmla="*/ 822583 w 1107111"/>
                <a:gd name="connsiteY77" fmla="*/ 162949 h 831076"/>
                <a:gd name="connsiteX78" fmla="*/ 896620 w 1107111"/>
                <a:gd name="connsiteY78" fmla="*/ 129745 h 831076"/>
                <a:gd name="connsiteX79" fmla="*/ 963478 w 1107111"/>
                <a:gd name="connsiteY79" fmla="*/ 101028 h 831076"/>
                <a:gd name="connsiteX80" fmla="*/ 977669 w 1107111"/>
                <a:gd name="connsiteY80" fmla="*/ 100859 h 831076"/>
                <a:gd name="connsiteX81" fmla="*/ 689933 w 1107111"/>
                <a:gd name="connsiteY81" fmla="*/ 95644 h 831076"/>
                <a:gd name="connsiteX82" fmla="*/ 709508 w 1107111"/>
                <a:gd name="connsiteY82" fmla="*/ 101925 h 831076"/>
                <a:gd name="connsiteX83" fmla="*/ 795211 w 1107111"/>
                <a:gd name="connsiteY83" fmla="*/ 157116 h 831076"/>
                <a:gd name="connsiteX84" fmla="*/ 793865 w 1107111"/>
                <a:gd name="connsiteY84" fmla="*/ 190769 h 831076"/>
                <a:gd name="connsiteX85" fmla="*/ 155803 w 1107111"/>
                <a:gd name="connsiteY85" fmla="*/ 501275 h 831076"/>
                <a:gd name="connsiteX86" fmla="*/ 131572 w 1107111"/>
                <a:gd name="connsiteY86" fmla="*/ 503519 h 831076"/>
                <a:gd name="connsiteX87" fmla="*/ 15357 w 1107111"/>
                <a:gd name="connsiteY87" fmla="*/ 426790 h 831076"/>
                <a:gd name="connsiteX88" fmla="*/ 531371 w 1107111"/>
                <a:gd name="connsiteY88" fmla="*/ 172372 h 831076"/>
                <a:gd name="connsiteX89" fmla="*/ 671368 w 1107111"/>
                <a:gd name="connsiteY89" fmla="*/ 101477 h 831076"/>
                <a:gd name="connsiteX90" fmla="*/ 689933 w 1107111"/>
                <a:gd name="connsiteY90" fmla="*/ 95644 h 831076"/>
                <a:gd name="connsiteX91" fmla="*/ 827407 w 1107111"/>
                <a:gd name="connsiteY91" fmla="*/ 237 h 831076"/>
                <a:gd name="connsiteX92" fmla="*/ 872390 w 1107111"/>
                <a:gd name="connsiteY92" fmla="*/ 18017 h 831076"/>
                <a:gd name="connsiteX93" fmla="*/ 963478 w 1107111"/>
                <a:gd name="connsiteY93" fmla="*/ 45837 h 831076"/>
                <a:gd name="connsiteX94" fmla="*/ 1017323 w 1107111"/>
                <a:gd name="connsiteY94" fmla="*/ 61542 h 831076"/>
                <a:gd name="connsiteX95" fmla="*/ 1062194 w 1107111"/>
                <a:gd name="connsiteY95" fmla="*/ 90259 h 831076"/>
                <a:gd name="connsiteX96" fmla="*/ 1107065 w 1107111"/>
                <a:gd name="connsiteY96" fmla="*/ 175515 h 831076"/>
                <a:gd name="connsiteX97" fmla="*/ 1103475 w 1107111"/>
                <a:gd name="connsiteY97" fmla="*/ 209168 h 831076"/>
                <a:gd name="connsiteX98" fmla="*/ 1044246 w 1107111"/>
                <a:gd name="connsiteY98" fmla="*/ 272436 h 831076"/>
                <a:gd name="connsiteX99" fmla="*/ 1049630 w 1107111"/>
                <a:gd name="connsiteY99" fmla="*/ 223078 h 831076"/>
                <a:gd name="connsiteX100" fmla="*/ 1016426 w 1107111"/>
                <a:gd name="connsiteY100" fmla="*/ 217693 h 831076"/>
                <a:gd name="connsiteX101" fmla="*/ 1006554 w 1107111"/>
                <a:gd name="connsiteY101" fmla="*/ 119425 h 831076"/>
                <a:gd name="connsiteX102" fmla="*/ 1011490 w 1107111"/>
                <a:gd name="connsiteY102" fmla="*/ 116733 h 831076"/>
                <a:gd name="connsiteX103" fmla="*/ 1020913 w 1107111"/>
                <a:gd name="connsiteY103" fmla="*/ 129745 h 831076"/>
                <a:gd name="connsiteX104" fmla="*/ 1090911 w 1107111"/>
                <a:gd name="connsiteY104" fmla="*/ 206476 h 831076"/>
                <a:gd name="connsiteX105" fmla="*/ 1048284 w 1107111"/>
                <a:gd name="connsiteY105" fmla="*/ 94298 h 831076"/>
                <a:gd name="connsiteX106" fmla="*/ 950017 w 1107111"/>
                <a:gd name="connsiteY106" fmla="*/ 54363 h 831076"/>
                <a:gd name="connsiteX107" fmla="*/ 932069 w 1107111"/>
                <a:gd name="connsiteY107" fmla="*/ 57503 h 831076"/>
                <a:gd name="connsiteX108" fmla="*/ 964824 w 1107111"/>
                <a:gd name="connsiteY108" fmla="*/ 84875 h 831076"/>
                <a:gd name="connsiteX109" fmla="*/ 819442 w 1107111"/>
                <a:gd name="connsiteY109" fmla="*/ 148591 h 831076"/>
                <a:gd name="connsiteX110" fmla="*/ 800148 w 1107111"/>
                <a:gd name="connsiteY110" fmla="*/ 143207 h 831076"/>
                <a:gd name="connsiteX111" fmla="*/ 720277 w 1107111"/>
                <a:gd name="connsiteY111" fmla="*/ 92503 h 831076"/>
                <a:gd name="connsiteX112" fmla="*/ 669125 w 1107111"/>
                <a:gd name="connsiteY112" fmla="*/ 88464 h 831076"/>
                <a:gd name="connsiteX113" fmla="*/ 664189 w 1107111"/>
                <a:gd name="connsiteY113" fmla="*/ 83977 h 831076"/>
                <a:gd name="connsiteX114" fmla="*/ 675855 w 1107111"/>
                <a:gd name="connsiteY114" fmla="*/ 65131 h 831076"/>
                <a:gd name="connsiteX115" fmla="*/ 780404 w 1107111"/>
                <a:gd name="connsiteY115" fmla="*/ 9043 h 831076"/>
                <a:gd name="connsiteX116" fmla="*/ 827407 w 1107111"/>
                <a:gd name="connsiteY116" fmla="*/ 237 h 83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107111" h="831076">
                  <a:moveTo>
                    <a:pt x="112727" y="710822"/>
                  </a:moveTo>
                  <a:cubicBezTo>
                    <a:pt x="132023" y="714412"/>
                    <a:pt x="150868" y="718001"/>
                    <a:pt x="169265" y="721591"/>
                  </a:cubicBezTo>
                  <a:cubicBezTo>
                    <a:pt x="169265" y="756143"/>
                    <a:pt x="169265" y="789796"/>
                    <a:pt x="169265" y="824795"/>
                  </a:cubicBezTo>
                  <a:cubicBezTo>
                    <a:pt x="149073" y="824795"/>
                    <a:pt x="131574" y="824795"/>
                    <a:pt x="112727" y="824795"/>
                  </a:cubicBezTo>
                  <a:cubicBezTo>
                    <a:pt x="112727" y="787103"/>
                    <a:pt x="112727" y="749861"/>
                    <a:pt x="112727" y="710822"/>
                  </a:cubicBezTo>
                  <a:close/>
                  <a:moveTo>
                    <a:pt x="53946" y="679861"/>
                  </a:moveTo>
                  <a:cubicBezTo>
                    <a:pt x="67408" y="689284"/>
                    <a:pt x="78626" y="696912"/>
                    <a:pt x="89395" y="705437"/>
                  </a:cubicBezTo>
                  <a:cubicBezTo>
                    <a:pt x="92984" y="708578"/>
                    <a:pt x="96574" y="713963"/>
                    <a:pt x="96574" y="718001"/>
                  </a:cubicBezTo>
                  <a:cubicBezTo>
                    <a:pt x="97471" y="751206"/>
                    <a:pt x="97023" y="783961"/>
                    <a:pt x="97023" y="818063"/>
                  </a:cubicBezTo>
                  <a:cubicBezTo>
                    <a:pt x="51702" y="791589"/>
                    <a:pt x="44972" y="769603"/>
                    <a:pt x="53946" y="679861"/>
                  </a:cubicBezTo>
                  <a:close/>
                  <a:moveTo>
                    <a:pt x="5934" y="436661"/>
                  </a:moveTo>
                  <a:cubicBezTo>
                    <a:pt x="47215" y="464032"/>
                    <a:pt x="86701" y="490057"/>
                    <a:pt x="125739" y="516531"/>
                  </a:cubicBezTo>
                  <a:cubicBezTo>
                    <a:pt x="128880" y="518775"/>
                    <a:pt x="131572" y="524608"/>
                    <a:pt x="131572" y="528646"/>
                  </a:cubicBezTo>
                  <a:cubicBezTo>
                    <a:pt x="132021" y="584735"/>
                    <a:pt x="132021" y="641273"/>
                    <a:pt x="132021" y="697810"/>
                  </a:cubicBezTo>
                  <a:cubicBezTo>
                    <a:pt x="129329" y="700054"/>
                    <a:pt x="127085" y="702746"/>
                    <a:pt x="124393" y="704989"/>
                  </a:cubicBezTo>
                  <a:cubicBezTo>
                    <a:pt x="102406" y="691528"/>
                    <a:pt x="78176" y="680310"/>
                    <a:pt x="59330" y="663708"/>
                  </a:cubicBezTo>
                  <a:cubicBezTo>
                    <a:pt x="50805" y="656529"/>
                    <a:pt x="49459" y="637683"/>
                    <a:pt x="50356" y="624221"/>
                  </a:cubicBezTo>
                  <a:cubicBezTo>
                    <a:pt x="51702" y="601337"/>
                    <a:pt x="45420" y="585183"/>
                    <a:pt x="23434" y="576658"/>
                  </a:cubicBezTo>
                  <a:cubicBezTo>
                    <a:pt x="2344" y="569030"/>
                    <a:pt x="-1694" y="553325"/>
                    <a:pt x="550" y="532684"/>
                  </a:cubicBezTo>
                  <a:cubicBezTo>
                    <a:pt x="3691" y="502172"/>
                    <a:pt x="4139" y="471660"/>
                    <a:pt x="5934" y="436661"/>
                  </a:cubicBezTo>
                  <a:close/>
                  <a:moveTo>
                    <a:pt x="1102577" y="267947"/>
                  </a:moveTo>
                  <a:cubicBezTo>
                    <a:pt x="1102577" y="297562"/>
                    <a:pt x="1103026" y="325830"/>
                    <a:pt x="1102128" y="353650"/>
                  </a:cubicBezTo>
                  <a:cubicBezTo>
                    <a:pt x="1102128" y="358137"/>
                    <a:pt x="1097192" y="363522"/>
                    <a:pt x="1093603" y="367111"/>
                  </a:cubicBezTo>
                  <a:cubicBezTo>
                    <a:pt x="1074308" y="385509"/>
                    <a:pt x="1047386" y="396277"/>
                    <a:pt x="1037514" y="424995"/>
                  </a:cubicBezTo>
                  <a:cubicBezTo>
                    <a:pt x="1035719" y="429931"/>
                    <a:pt x="1017322" y="431725"/>
                    <a:pt x="1007002" y="430379"/>
                  </a:cubicBezTo>
                  <a:cubicBezTo>
                    <a:pt x="978733" y="426790"/>
                    <a:pt x="973349" y="429482"/>
                    <a:pt x="967067" y="456853"/>
                  </a:cubicBezTo>
                  <a:cubicBezTo>
                    <a:pt x="963477" y="472558"/>
                    <a:pt x="953606" y="477942"/>
                    <a:pt x="938350" y="473904"/>
                  </a:cubicBezTo>
                  <a:cubicBezTo>
                    <a:pt x="929375" y="471660"/>
                    <a:pt x="920401" y="467622"/>
                    <a:pt x="912325" y="468968"/>
                  </a:cubicBezTo>
                  <a:cubicBezTo>
                    <a:pt x="904248" y="470314"/>
                    <a:pt x="893030" y="476148"/>
                    <a:pt x="890338" y="482878"/>
                  </a:cubicBezTo>
                  <a:cubicBezTo>
                    <a:pt x="873287" y="521916"/>
                    <a:pt x="874184" y="521916"/>
                    <a:pt x="841429" y="504416"/>
                  </a:cubicBezTo>
                  <a:cubicBezTo>
                    <a:pt x="824827" y="516083"/>
                    <a:pt x="811365" y="527749"/>
                    <a:pt x="796109" y="535377"/>
                  </a:cubicBezTo>
                  <a:cubicBezTo>
                    <a:pt x="684381" y="590119"/>
                    <a:pt x="572653" y="644413"/>
                    <a:pt x="460924" y="698708"/>
                  </a:cubicBezTo>
                  <a:cubicBezTo>
                    <a:pt x="452399" y="702746"/>
                    <a:pt x="443874" y="705887"/>
                    <a:pt x="434002" y="709925"/>
                  </a:cubicBezTo>
                  <a:cubicBezTo>
                    <a:pt x="433104" y="693323"/>
                    <a:pt x="432207" y="679862"/>
                    <a:pt x="431758" y="666400"/>
                  </a:cubicBezTo>
                  <a:cubicBezTo>
                    <a:pt x="429515" y="665502"/>
                    <a:pt x="427271" y="664156"/>
                    <a:pt x="425028" y="663259"/>
                  </a:cubicBezTo>
                  <a:cubicBezTo>
                    <a:pt x="420989" y="670438"/>
                    <a:pt x="415156" y="676720"/>
                    <a:pt x="412913" y="683900"/>
                  </a:cubicBezTo>
                  <a:cubicBezTo>
                    <a:pt x="409772" y="693772"/>
                    <a:pt x="410220" y="704541"/>
                    <a:pt x="407977" y="714861"/>
                  </a:cubicBezTo>
                  <a:cubicBezTo>
                    <a:pt x="402592" y="739091"/>
                    <a:pt x="385542" y="749860"/>
                    <a:pt x="363555" y="739989"/>
                  </a:cubicBezTo>
                  <a:cubicBezTo>
                    <a:pt x="347850" y="732809"/>
                    <a:pt x="340671" y="739091"/>
                    <a:pt x="335735" y="751655"/>
                  </a:cubicBezTo>
                  <a:cubicBezTo>
                    <a:pt x="325863" y="775885"/>
                    <a:pt x="308812" y="784860"/>
                    <a:pt x="283685" y="778129"/>
                  </a:cubicBezTo>
                  <a:cubicBezTo>
                    <a:pt x="267083" y="773642"/>
                    <a:pt x="258108" y="780372"/>
                    <a:pt x="250032" y="796077"/>
                  </a:cubicBezTo>
                  <a:cubicBezTo>
                    <a:pt x="244199" y="807295"/>
                    <a:pt x="231186" y="814923"/>
                    <a:pt x="218173" y="827487"/>
                  </a:cubicBezTo>
                  <a:cubicBezTo>
                    <a:pt x="211892" y="811333"/>
                    <a:pt x="208302" y="801910"/>
                    <a:pt x="202469" y="787103"/>
                  </a:cubicBezTo>
                  <a:cubicBezTo>
                    <a:pt x="198879" y="805051"/>
                    <a:pt x="196635" y="818064"/>
                    <a:pt x="193943" y="831076"/>
                  </a:cubicBezTo>
                  <a:cubicBezTo>
                    <a:pt x="191251" y="830628"/>
                    <a:pt x="189007" y="830628"/>
                    <a:pt x="186315" y="830179"/>
                  </a:cubicBezTo>
                  <a:cubicBezTo>
                    <a:pt x="186315" y="793834"/>
                    <a:pt x="185867" y="757937"/>
                    <a:pt x="186764" y="721592"/>
                  </a:cubicBezTo>
                  <a:cubicBezTo>
                    <a:pt x="186764" y="718451"/>
                    <a:pt x="194392" y="713964"/>
                    <a:pt x="199328" y="711720"/>
                  </a:cubicBezTo>
                  <a:cubicBezTo>
                    <a:pt x="495924" y="564543"/>
                    <a:pt x="792968" y="417815"/>
                    <a:pt x="1090013" y="271088"/>
                  </a:cubicBezTo>
                  <a:cubicBezTo>
                    <a:pt x="1092257" y="270191"/>
                    <a:pt x="1094500" y="270191"/>
                    <a:pt x="1102577" y="267947"/>
                  </a:cubicBezTo>
                  <a:close/>
                  <a:moveTo>
                    <a:pt x="813609" y="195705"/>
                  </a:moveTo>
                  <a:cubicBezTo>
                    <a:pt x="813609" y="238781"/>
                    <a:pt x="814057" y="279165"/>
                    <a:pt x="813160" y="319100"/>
                  </a:cubicBezTo>
                  <a:cubicBezTo>
                    <a:pt x="813160" y="324484"/>
                    <a:pt x="808224" y="331664"/>
                    <a:pt x="803737" y="333907"/>
                  </a:cubicBezTo>
                  <a:cubicBezTo>
                    <a:pt x="727008" y="372946"/>
                    <a:pt x="649830" y="411535"/>
                    <a:pt x="568614" y="451918"/>
                  </a:cubicBezTo>
                  <a:cubicBezTo>
                    <a:pt x="568614" y="407496"/>
                    <a:pt x="568165" y="368010"/>
                    <a:pt x="569063" y="328523"/>
                  </a:cubicBezTo>
                  <a:cubicBezTo>
                    <a:pt x="569063" y="322689"/>
                    <a:pt x="573101" y="313715"/>
                    <a:pt x="578037" y="311472"/>
                  </a:cubicBezTo>
                  <a:cubicBezTo>
                    <a:pt x="655663" y="272883"/>
                    <a:pt x="734187" y="235191"/>
                    <a:pt x="813609" y="195705"/>
                  </a:cubicBezTo>
                  <a:close/>
                  <a:moveTo>
                    <a:pt x="992644" y="154424"/>
                  </a:moveTo>
                  <a:cubicBezTo>
                    <a:pt x="995785" y="181795"/>
                    <a:pt x="998477" y="206923"/>
                    <a:pt x="1001169" y="233845"/>
                  </a:cubicBezTo>
                  <a:cubicBezTo>
                    <a:pt x="1011490" y="234294"/>
                    <a:pt x="1021361" y="235191"/>
                    <a:pt x="1031233" y="235640"/>
                  </a:cubicBezTo>
                  <a:cubicBezTo>
                    <a:pt x="1035720" y="278716"/>
                    <a:pt x="1035720" y="278716"/>
                    <a:pt x="998477" y="297113"/>
                  </a:cubicBezTo>
                  <a:cubicBezTo>
                    <a:pt x="730150" y="430828"/>
                    <a:pt x="461821" y="564095"/>
                    <a:pt x="193494" y="697362"/>
                  </a:cubicBezTo>
                  <a:cubicBezTo>
                    <a:pt x="180033" y="703644"/>
                    <a:pt x="164328" y="704541"/>
                    <a:pt x="145482" y="709028"/>
                  </a:cubicBezTo>
                  <a:cubicBezTo>
                    <a:pt x="145482" y="645311"/>
                    <a:pt x="145033" y="588326"/>
                    <a:pt x="145931" y="530890"/>
                  </a:cubicBezTo>
                  <a:cubicBezTo>
                    <a:pt x="145931" y="525954"/>
                    <a:pt x="151315" y="519224"/>
                    <a:pt x="155802" y="516980"/>
                  </a:cubicBezTo>
                  <a:cubicBezTo>
                    <a:pt x="287274" y="452815"/>
                    <a:pt x="418745" y="389098"/>
                    <a:pt x="550217" y="325382"/>
                  </a:cubicBezTo>
                  <a:cubicBezTo>
                    <a:pt x="551114" y="324933"/>
                    <a:pt x="552011" y="325382"/>
                    <a:pt x="554704" y="326279"/>
                  </a:cubicBezTo>
                  <a:cubicBezTo>
                    <a:pt x="554704" y="373842"/>
                    <a:pt x="554704" y="422303"/>
                    <a:pt x="554704" y="473455"/>
                  </a:cubicBezTo>
                  <a:cubicBezTo>
                    <a:pt x="563678" y="469417"/>
                    <a:pt x="569960" y="466725"/>
                    <a:pt x="576242" y="463584"/>
                  </a:cubicBezTo>
                  <a:cubicBezTo>
                    <a:pt x="653420" y="424995"/>
                    <a:pt x="730598" y="385957"/>
                    <a:pt x="808225" y="347817"/>
                  </a:cubicBezTo>
                  <a:cubicBezTo>
                    <a:pt x="821686" y="341086"/>
                    <a:pt x="827071" y="333458"/>
                    <a:pt x="827071" y="319100"/>
                  </a:cubicBezTo>
                  <a:cubicBezTo>
                    <a:pt x="827071" y="290831"/>
                    <a:pt x="821237" y="257178"/>
                    <a:pt x="834250" y="236538"/>
                  </a:cubicBezTo>
                  <a:cubicBezTo>
                    <a:pt x="846814" y="216794"/>
                    <a:pt x="880467" y="210064"/>
                    <a:pt x="905146" y="197949"/>
                  </a:cubicBezTo>
                  <a:cubicBezTo>
                    <a:pt x="933414" y="184039"/>
                    <a:pt x="961234" y="170129"/>
                    <a:pt x="992644" y="154424"/>
                  </a:cubicBezTo>
                  <a:close/>
                  <a:moveTo>
                    <a:pt x="977669" y="100859"/>
                  </a:moveTo>
                  <a:cubicBezTo>
                    <a:pt x="982660" y="101701"/>
                    <a:pt x="986811" y="103047"/>
                    <a:pt x="986811" y="103720"/>
                  </a:cubicBezTo>
                  <a:cubicBezTo>
                    <a:pt x="986811" y="116732"/>
                    <a:pt x="989055" y="137822"/>
                    <a:pt x="982324" y="141860"/>
                  </a:cubicBezTo>
                  <a:cubicBezTo>
                    <a:pt x="933415" y="169680"/>
                    <a:pt x="882710" y="193910"/>
                    <a:pt x="831557" y="219935"/>
                  </a:cubicBezTo>
                  <a:cubicBezTo>
                    <a:pt x="828865" y="201090"/>
                    <a:pt x="826173" y="184039"/>
                    <a:pt x="822583" y="162949"/>
                  </a:cubicBezTo>
                  <a:cubicBezTo>
                    <a:pt x="845916" y="152629"/>
                    <a:pt x="871043" y="140963"/>
                    <a:pt x="896620" y="129745"/>
                  </a:cubicBezTo>
                  <a:cubicBezTo>
                    <a:pt x="919056" y="119873"/>
                    <a:pt x="940594" y="109553"/>
                    <a:pt x="963478" y="101028"/>
                  </a:cubicBezTo>
                  <a:cubicBezTo>
                    <a:pt x="966843" y="99681"/>
                    <a:pt x="972677" y="100018"/>
                    <a:pt x="977669" y="100859"/>
                  </a:cubicBezTo>
                  <a:close/>
                  <a:moveTo>
                    <a:pt x="689933" y="95644"/>
                  </a:moveTo>
                  <a:cubicBezTo>
                    <a:pt x="696159" y="95307"/>
                    <a:pt x="702553" y="96989"/>
                    <a:pt x="709508" y="101925"/>
                  </a:cubicBezTo>
                  <a:cubicBezTo>
                    <a:pt x="737328" y="121668"/>
                    <a:pt x="766943" y="138719"/>
                    <a:pt x="795211" y="157116"/>
                  </a:cubicBezTo>
                  <a:cubicBezTo>
                    <a:pt x="815852" y="170578"/>
                    <a:pt x="815403" y="180449"/>
                    <a:pt x="793865" y="190769"/>
                  </a:cubicBezTo>
                  <a:cubicBezTo>
                    <a:pt x="581178" y="294421"/>
                    <a:pt x="368490" y="398073"/>
                    <a:pt x="155803" y="501275"/>
                  </a:cubicBezTo>
                  <a:cubicBezTo>
                    <a:pt x="149072" y="504416"/>
                    <a:pt x="137405" y="506660"/>
                    <a:pt x="131572" y="503519"/>
                  </a:cubicBezTo>
                  <a:cubicBezTo>
                    <a:pt x="93432" y="479289"/>
                    <a:pt x="56189" y="453712"/>
                    <a:pt x="15357" y="426790"/>
                  </a:cubicBezTo>
                  <a:cubicBezTo>
                    <a:pt x="189904" y="340638"/>
                    <a:pt x="360862" y="256730"/>
                    <a:pt x="531371" y="172372"/>
                  </a:cubicBezTo>
                  <a:cubicBezTo>
                    <a:pt x="578037" y="149488"/>
                    <a:pt x="624702" y="124809"/>
                    <a:pt x="671368" y="101477"/>
                  </a:cubicBezTo>
                  <a:cubicBezTo>
                    <a:pt x="677650" y="98336"/>
                    <a:pt x="683707" y="95980"/>
                    <a:pt x="689933" y="95644"/>
                  </a:cubicBezTo>
                  <a:close/>
                  <a:moveTo>
                    <a:pt x="827407" y="237"/>
                  </a:moveTo>
                  <a:cubicBezTo>
                    <a:pt x="843112" y="1415"/>
                    <a:pt x="858480" y="7023"/>
                    <a:pt x="872390" y="18017"/>
                  </a:cubicBezTo>
                  <a:cubicBezTo>
                    <a:pt x="899762" y="39555"/>
                    <a:pt x="928030" y="48529"/>
                    <a:pt x="963478" y="45837"/>
                  </a:cubicBezTo>
                  <a:cubicBezTo>
                    <a:pt x="980978" y="44491"/>
                    <a:pt x="1000272" y="53914"/>
                    <a:pt x="1017323" y="61542"/>
                  </a:cubicBezTo>
                  <a:cubicBezTo>
                    <a:pt x="1033477" y="68721"/>
                    <a:pt x="1046938" y="81734"/>
                    <a:pt x="1062194" y="90259"/>
                  </a:cubicBezTo>
                  <a:cubicBezTo>
                    <a:pt x="1095847" y="109105"/>
                    <a:pt x="1107962" y="138720"/>
                    <a:pt x="1107065" y="175515"/>
                  </a:cubicBezTo>
                  <a:cubicBezTo>
                    <a:pt x="1106616" y="186732"/>
                    <a:pt x="1104821" y="197950"/>
                    <a:pt x="1103475" y="209168"/>
                  </a:cubicBezTo>
                  <a:cubicBezTo>
                    <a:pt x="1097193" y="258974"/>
                    <a:pt x="1097193" y="258974"/>
                    <a:pt x="1044246" y="272436"/>
                  </a:cubicBezTo>
                  <a:cubicBezTo>
                    <a:pt x="1046040" y="256282"/>
                    <a:pt x="1047835" y="240577"/>
                    <a:pt x="1049630" y="223078"/>
                  </a:cubicBezTo>
                  <a:cubicBezTo>
                    <a:pt x="1038413" y="221283"/>
                    <a:pt x="1028541" y="219488"/>
                    <a:pt x="1016426" y="217693"/>
                  </a:cubicBezTo>
                  <a:cubicBezTo>
                    <a:pt x="1013285" y="184489"/>
                    <a:pt x="1009695" y="152181"/>
                    <a:pt x="1006554" y="119425"/>
                  </a:cubicBezTo>
                  <a:cubicBezTo>
                    <a:pt x="1008349" y="118528"/>
                    <a:pt x="1009695" y="117630"/>
                    <a:pt x="1011490" y="116733"/>
                  </a:cubicBezTo>
                  <a:cubicBezTo>
                    <a:pt x="1014631" y="120771"/>
                    <a:pt x="1019567" y="124810"/>
                    <a:pt x="1020913" y="129745"/>
                  </a:cubicBezTo>
                  <a:cubicBezTo>
                    <a:pt x="1035720" y="182694"/>
                    <a:pt x="1035720" y="182694"/>
                    <a:pt x="1090911" y="206476"/>
                  </a:cubicBezTo>
                  <a:cubicBezTo>
                    <a:pt x="1104373" y="148142"/>
                    <a:pt x="1095847" y="125258"/>
                    <a:pt x="1048284" y="94298"/>
                  </a:cubicBezTo>
                  <a:cubicBezTo>
                    <a:pt x="1018221" y="75003"/>
                    <a:pt x="990849" y="48081"/>
                    <a:pt x="950017" y="54363"/>
                  </a:cubicBezTo>
                  <a:cubicBezTo>
                    <a:pt x="945530" y="55260"/>
                    <a:pt x="941043" y="56157"/>
                    <a:pt x="932069" y="57503"/>
                  </a:cubicBezTo>
                  <a:cubicBezTo>
                    <a:pt x="944184" y="67824"/>
                    <a:pt x="953158" y="75003"/>
                    <a:pt x="964824" y="84875"/>
                  </a:cubicBezTo>
                  <a:cubicBezTo>
                    <a:pt x="915018" y="106861"/>
                    <a:pt x="867454" y="128399"/>
                    <a:pt x="819442" y="148591"/>
                  </a:cubicBezTo>
                  <a:cubicBezTo>
                    <a:pt x="814506" y="150835"/>
                    <a:pt x="805532" y="146796"/>
                    <a:pt x="800148" y="143207"/>
                  </a:cubicBezTo>
                  <a:cubicBezTo>
                    <a:pt x="773225" y="127053"/>
                    <a:pt x="745854" y="110900"/>
                    <a:pt x="720277" y="92503"/>
                  </a:cubicBezTo>
                  <a:cubicBezTo>
                    <a:pt x="703227" y="80836"/>
                    <a:pt x="687971" y="75900"/>
                    <a:pt x="669125" y="88464"/>
                  </a:cubicBezTo>
                  <a:cubicBezTo>
                    <a:pt x="667330" y="86669"/>
                    <a:pt x="665984" y="85323"/>
                    <a:pt x="664189" y="83977"/>
                  </a:cubicBezTo>
                  <a:cubicBezTo>
                    <a:pt x="667779" y="77695"/>
                    <a:pt x="670022" y="68272"/>
                    <a:pt x="675855" y="65131"/>
                  </a:cubicBezTo>
                  <a:cubicBezTo>
                    <a:pt x="710406" y="45388"/>
                    <a:pt x="744508" y="25196"/>
                    <a:pt x="780404" y="9043"/>
                  </a:cubicBezTo>
                  <a:cubicBezTo>
                    <a:pt x="795661" y="2312"/>
                    <a:pt x="811702" y="-941"/>
                    <a:pt x="827407" y="237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EEBA6E6-8507-4FD6-8836-C9B9911C7100}"/>
              </a:ext>
            </a:extLst>
          </p:cNvPr>
          <p:cNvGrpSpPr/>
          <p:nvPr/>
        </p:nvGrpSpPr>
        <p:grpSpPr>
          <a:xfrm rot="245361">
            <a:off x="6829334" y="3470279"/>
            <a:ext cx="1388096" cy="1042473"/>
            <a:chOff x="9649631" y="5226031"/>
            <a:chExt cx="1850764" cy="1389940"/>
          </a:xfrm>
          <a:solidFill>
            <a:schemeClr val="accent2"/>
          </a:solidFill>
        </p:grpSpPr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52FC8A5-4C5D-40B9-BB8D-5F9871E9D58F}"/>
                </a:ext>
              </a:extLst>
            </p:cNvPr>
            <p:cNvSpPr/>
            <p:nvPr/>
          </p:nvSpPr>
          <p:spPr>
            <a:xfrm>
              <a:off x="10015172" y="5226031"/>
              <a:ext cx="1485223" cy="1373046"/>
            </a:xfrm>
            <a:custGeom>
              <a:avLst/>
              <a:gdLst>
                <a:gd name="connsiteX0" fmla="*/ 1477595 w 1485223"/>
                <a:gd name="connsiteY0" fmla="*/ 38433 h 1373046"/>
                <a:gd name="connsiteX1" fmla="*/ 1433622 w 1485223"/>
                <a:gd name="connsiteY1" fmla="*/ 1190 h 1373046"/>
                <a:gd name="connsiteX2" fmla="*/ 1261767 w 1485223"/>
                <a:gd name="connsiteY2" fmla="*/ 29459 h 1373046"/>
                <a:gd name="connsiteX3" fmla="*/ 1363175 w 1485223"/>
                <a:gd name="connsiteY3" fmla="*/ 29907 h 1373046"/>
                <a:gd name="connsiteX4" fmla="*/ 1451122 w 1485223"/>
                <a:gd name="connsiteY4" fmla="*/ 96765 h 1373046"/>
                <a:gd name="connsiteX5" fmla="*/ 1478942 w 1485223"/>
                <a:gd name="connsiteY5" fmla="*/ 196378 h 1373046"/>
                <a:gd name="connsiteX6" fmla="*/ 1464583 w 1485223"/>
                <a:gd name="connsiteY6" fmla="*/ 231826 h 1373046"/>
                <a:gd name="connsiteX7" fmla="*/ 616973 w 1485223"/>
                <a:gd name="connsiteY7" fmla="*/ 823671 h 1373046"/>
                <a:gd name="connsiteX8" fmla="*/ 15256 w 1485223"/>
                <a:gd name="connsiteY8" fmla="*/ 1244560 h 1373046"/>
                <a:gd name="connsiteX9" fmla="*/ 0 w 1485223"/>
                <a:gd name="connsiteY9" fmla="*/ 1262059 h 1373046"/>
                <a:gd name="connsiteX10" fmla="*/ 3141 w 1485223"/>
                <a:gd name="connsiteY10" fmla="*/ 1376480 h 1373046"/>
                <a:gd name="connsiteX11" fmla="*/ 26922 w 1485223"/>
                <a:gd name="connsiteY11" fmla="*/ 1360775 h 1373046"/>
                <a:gd name="connsiteX12" fmla="*/ 652870 w 1485223"/>
                <a:gd name="connsiteY12" fmla="*/ 920593 h 1373046"/>
                <a:gd name="connsiteX13" fmla="*/ 1441250 w 1485223"/>
                <a:gd name="connsiteY13" fmla="*/ 361054 h 1373046"/>
                <a:gd name="connsiteX14" fmla="*/ 1485223 w 1485223"/>
                <a:gd name="connsiteY14" fmla="*/ 284773 h 1373046"/>
                <a:gd name="connsiteX15" fmla="*/ 1477595 w 1485223"/>
                <a:gd name="connsiteY15" fmla="*/ 38433 h 137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5223" h="1373046">
                  <a:moveTo>
                    <a:pt x="1477595" y="38433"/>
                  </a:moveTo>
                  <a:cubicBezTo>
                    <a:pt x="1476698" y="16895"/>
                    <a:pt x="1457852" y="3882"/>
                    <a:pt x="1433622" y="1190"/>
                  </a:cubicBezTo>
                  <a:cubicBezTo>
                    <a:pt x="1373944" y="-4643"/>
                    <a:pt x="1317407" y="11959"/>
                    <a:pt x="1261767" y="29459"/>
                  </a:cubicBezTo>
                  <a:cubicBezTo>
                    <a:pt x="1295868" y="29459"/>
                    <a:pt x="1329970" y="26766"/>
                    <a:pt x="1363175" y="29907"/>
                  </a:cubicBezTo>
                  <a:cubicBezTo>
                    <a:pt x="1404905" y="33946"/>
                    <a:pt x="1436314" y="57278"/>
                    <a:pt x="1451122" y="96765"/>
                  </a:cubicBezTo>
                  <a:cubicBezTo>
                    <a:pt x="1463237" y="129072"/>
                    <a:pt x="1469518" y="163173"/>
                    <a:pt x="1478942" y="196378"/>
                  </a:cubicBezTo>
                  <a:cubicBezTo>
                    <a:pt x="1483877" y="212980"/>
                    <a:pt x="1478493" y="221954"/>
                    <a:pt x="1464583" y="231826"/>
                  </a:cubicBezTo>
                  <a:cubicBezTo>
                    <a:pt x="1181897" y="428809"/>
                    <a:pt x="899659" y="626240"/>
                    <a:pt x="616973" y="823671"/>
                  </a:cubicBezTo>
                  <a:cubicBezTo>
                    <a:pt x="416401" y="963668"/>
                    <a:pt x="215829" y="1104114"/>
                    <a:pt x="15256" y="1244560"/>
                  </a:cubicBezTo>
                  <a:cubicBezTo>
                    <a:pt x="8974" y="1249047"/>
                    <a:pt x="449" y="1256226"/>
                    <a:pt x="0" y="1262059"/>
                  </a:cubicBezTo>
                  <a:cubicBezTo>
                    <a:pt x="0" y="1299302"/>
                    <a:pt x="1795" y="1336096"/>
                    <a:pt x="3141" y="1376480"/>
                  </a:cubicBezTo>
                  <a:cubicBezTo>
                    <a:pt x="13461" y="1369749"/>
                    <a:pt x="20192" y="1365262"/>
                    <a:pt x="26922" y="1360775"/>
                  </a:cubicBezTo>
                  <a:cubicBezTo>
                    <a:pt x="235572" y="1214047"/>
                    <a:pt x="444670" y="1068217"/>
                    <a:pt x="652870" y="920593"/>
                  </a:cubicBezTo>
                  <a:cubicBezTo>
                    <a:pt x="915813" y="734379"/>
                    <a:pt x="1178307" y="547267"/>
                    <a:pt x="1441250" y="361054"/>
                  </a:cubicBezTo>
                  <a:cubicBezTo>
                    <a:pt x="1468621" y="341759"/>
                    <a:pt x="1485223" y="316183"/>
                    <a:pt x="1485223" y="284773"/>
                  </a:cubicBezTo>
                  <a:cubicBezTo>
                    <a:pt x="1485672" y="203108"/>
                    <a:pt x="1482082" y="120546"/>
                    <a:pt x="1477595" y="38433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A606BFDD-F885-4B7D-A093-1996AA35E381}"/>
                </a:ext>
              </a:extLst>
            </p:cNvPr>
            <p:cNvSpPr/>
            <p:nvPr/>
          </p:nvSpPr>
          <p:spPr>
            <a:xfrm>
              <a:off x="9777357" y="6050775"/>
              <a:ext cx="480117" cy="278199"/>
            </a:xfrm>
            <a:custGeom>
              <a:avLst/>
              <a:gdLst>
                <a:gd name="connsiteX0" fmla="*/ 239610 w 480117"/>
                <a:gd name="connsiteY0" fmla="*/ 275780 h 278198"/>
                <a:gd name="connsiteX1" fmla="*/ 429414 w 480117"/>
                <a:gd name="connsiteY1" fmla="*/ 155975 h 278198"/>
                <a:gd name="connsiteX2" fmla="*/ 484156 w 480117"/>
                <a:gd name="connsiteY2" fmla="*/ 121425 h 278198"/>
                <a:gd name="connsiteX3" fmla="*/ 474733 w 480117"/>
                <a:gd name="connsiteY3" fmla="*/ 114245 h 278198"/>
                <a:gd name="connsiteX4" fmla="*/ 271020 w 480117"/>
                <a:gd name="connsiteY4" fmla="*/ 1620 h 278198"/>
                <a:gd name="connsiteX5" fmla="*/ 247687 w 480117"/>
                <a:gd name="connsiteY5" fmla="*/ 3863 h 278198"/>
                <a:gd name="connsiteX6" fmla="*/ 100062 w 480117"/>
                <a:gd name="connsiteY6" fmla="*/ 97194 h 278198"/>
                <a:gd name="connsiteX7" fmla="*/ 0 w 480117"/>
                <a:gd name="connsiteY7" fmla="*/ 160911 h 278198"/>
                <a:gd name="connsiteX8" fmla="*/ 219418 w 480117"/>
                <a:gd name="connsiteY8" fmla="*/ 279819 h 278198"/>
                <a:gd name="connsiteX9" fmla="*/ 239610 w 480117"/>
                <a:gd name="connsiteY9" fmla="*/ 275780 h 278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0117" h="278198">
                  <a:moveTo>
                    <a:pt x="239610" y="275780"/>
                  </a:moveTo>
                  <a:cubicBezTo>
                    <a:pt x="303327" y="236294"/>
                    <a:pt x="366146" y="195910"/>
                    <a:pt x="429414" y="155975"/>
                  </a:cubicBezTo>
                  <a:cubicBezTo>
                    <a:pt x="446913" y="144757"/>
                    <a:pt x="464413" y="133989"/>
                    <a:pt x="484156" y="121425"/>
                  </a:cubicBezTo>
                  <a:cubicBezTo>
                    <a:pt x="479220" y="117386"/>
                    <a:pt x="476976" y="115591"/>
                    <a:pt x="474733" y="114245"/>
                  </a:cubicBezTo>
                  <a:cubicBezTo>
                    <a:pt x="406978" y="76554"/>
                    <a:pt x="339223" y="38414"/>
                    <a:pt x="271020" y="1620"/>
                  </a:cubicBezTo>
                  <a:cubicBezTo>
                    <a:pt x="265187" y="-1521"/>
                    <a:pt x="253520" y="274"/>
                    <a:pt x="247687" y="3863"/>
                  </a:cubicBezTo>
                  <a:cubicBezTo>
                    <a:pt x="197880" y="34375"/>
                    <a:pt x="148971" y="65785"/>
                    <a:pt x="100062" y="97194"/>
                  </a:cubicBezTo>
                  <a:cubicBezTo>
                    <a:pt x="67306" y="117835"/>
                    <a:pt x="34999" y="138924"/>
                    <a:pt x="0" y="160911"/>
                  </a:cubicBezTo>
                  <a:cubicBezTo>
                    <a:pt x="74486" y="201743"/>
                    <a:pt x="146728" y="241230"/>
                    <a:pt x="219418" y="279819"/>
                  </a:cubicBezTo>
                  <a:cubicBezTo>
                    <a:pt x="224803" y="282062"/>
                    <a:pt x="234226" y="278921"/>
                    <a:pt x="239610" y="27578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85CB097-FC21-4A98-A4B2-E8663C004DC8}"/>
                </a:ext>
              </a:extLst>
            </p:cNvPr>
            <p:cNvSpPr/>
            <p:nvPr/>
          </p:nvSpPr>
          <p:spPr>
            <a:xfrm>
              <a:off x="9649631" y="6357067"/>
              <a:ext cx="264738" cy="255764"/>
            </a:xfrm>
            <a:custGeom>
              <a:avLst/>
              <a:gdLst>
                <a:gd name="connsiteX0" fmla="*/ 249326 w 264737"/>
                <a:gd name="connsiteY0" fmla="*/ 125638 h 255763"/>
                <a:gd name="connsiteX1" fmla="*/ 16895 w 264737"/>
                <a:gd name="connsiteY1" fmla="*/ 6731 h 255763"/>
                <a:gd name="connsiteX2" fmla="*/ 293 w 264737"/>
                <a:gd name="connsiteY2" fmla="*/ 0 h 255763"/>
                <a:gd name="connsiteX3" fmla="*/ 742 w 264737"/>
                <a:gd name="connsiteY3" fmla="*/ 72242 h 255763"/>
                <a:gd name="connsiteX4" fmla="*/ 46061 w 264737"/>
                <a:gd name="connsiteY4" fmla="*/ 145830 h 255763"/>
                <a:gd name="connsiteX5" fmla="*/ 239454 w 264737"/>
                <a:gd name="connsiteY5" fmla="*/ 245443 h 255763"/>
                <a:gd name="connsiteX6" fmla="*/ 265928 w 264737"/>
                <a:gd name="connsiteY6" fmla="*/ 258905 h 255763"/>
                <a:gd name="connsiteX7" fmla="*/ 266377 w 264737"/>
                <a:gd name="connsiteY7" fmla="*/ 153458 h 255763"/>
                <a:gd name="connsiteX8" fmla="*/ 249326 w 264737"/>
                <a:gd name="connsiteY8" fmla="*/ 125638 h 255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4737" h="255763">
                  <a:moveTo>
                    <a:pt x="249326" y="125638"/>
                  </a:moveTo>
                  <a:cubicBezTo>
                    <a:pt x="171699" y="86601"/>
                    <a:pt x="94073" y="46217"/>
                    <a:pt x="16895" y="6731"/>
                  </a:cubicBezTo>
                  <a:cubicBezTo>
                    <a:pt x="11959" y="4487"/>
                    <a:pt x="7024" y="2692"/>
                    <a:pt x="293" y="0"/>
                  </a:cubicBezTo>
                  <a:cubicBezTo>
                    <a:pt x="293" y="25576"/>
                    <a:pt x="-604" y="48909"/>
                    <a:pt x="742" y="72242"/>
                  </a:cubicBezTo>
                  <a:cubicBezTo>
                    <a:pt x="2537" y="104549"/>
                    <a:pt x="17793" y="130574"/>
                    <a:pt x="46061" y="145830"/>
                  </a:cubicBezTo>
                  <a:cubicBezTo>
                    <a:pt x="109778" y="179932"/>
                    <a:pt x="174840" y="212239"/>
                    <a:pt x="239454" y="245443"/>
                  </a:cubicBezTo>
                  <a:cubicBezTo>
                    <a:pt x="247980" y="249930"/>
                    <a:pt x="256505" y="253969"/>
                    <a:pt x="265928" y="258905"/>
                  </a:cubicBezTo>
                  <a:cubicBezTo>
                    <a:pt x="265928" y="222110"/>
                    <a:pt x="265479" y="187560"/>
                    <a:pt x="266377" y="153458"/>
                  </a:cubicBezTo>
                  <a:cubicBezTo>
                    <a:pt x="266377" y="139099"/>
                    <a:pt x="261890" y="131920"/>
                    <a:pt x="249326" y="125638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30A9A4A-FA2B-4B4B-B6A9-6684C784DE33}"/>
                </a:ext>
              </a:extLst>
            </p:cNvPr>
            <p:cNvSpPr/>
            <p:nvPr/>
          </p:nvSpPr>
          <p:spPr>
            <a:xfrm>
              <a:off x="11175531" y="5268115"/>
              <a:ext cx="305121" cy="224354"/>
            </a:xfrm>
            <a:custGeom>
              <a:avLst/>
              <a:gdLst>
                <a:gd name="connsiteX0" fmla="*/ 231533 w 305121"/>
                <a:gd name="connsiteY0" fmla="*/ 226985 h 224353"/>
                <a:gd name="connsiteX1" fmla="*/ 303326 w 305121"/>
                <a:gd name="connsiteY1" fmla="*/ 176281 h 224353"/>
                <a:gd name="connsiteX2" fmla="*/ 308711 w 305121"/>
                <a:gd name="connsiteY2" fmla="*/ 162371 h 224353"/>
                <a:gd name="connsiteX3" fmla="*/ 280442 w 305121"/>
                <a:gd name="connsiteY3" fmla="*/ 58270 h 224353"/>
                <a:gd name="connsiteX4" fmla="*/ 207752 w 305121"/>
                <a:gd name="connsiteY4" fmla="*/ 836 h 224353"/>
                <a:gd name="connsiteX5" fmla="*/ 39935 w 305121"/>
                <a:gd name="connsiteY5" fmla="*/ 3977 h 224353"/>
                <a:gd name="connsiteX6" fmla="*/ 0 w 305121"/>
                <a:gd name="connsiteY6" fmla="*/ 21028 h 224353"/>
                <a:gd name="connsiteX7" fmla="*/ 223008 w 305121"/>
                <a:gd name="connsiteY7" fmla="*/ 124679 h 224353"/>
                <a:gd name="connsiteX8" fmla="*/ 231533 w 305121"/>
                <a:gd name="connsiteY8" fmla="*/ 226985 h 22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121" h="224353">
                  <a:moveTo>
                    <a:pt x="231533" y="226985"/>
                  </a:moveTo>
                  <a:cubicBezTo>
                    <a:pt x="257558" y="209036"/>
                    <a:pt x="280891" y="192883"/>
                    <a:pt x="303326" y="176281"/>
                  </a:cubicBezTo>
                  <a:cubicBezTo>
                    <a:pt x="306916" y="173588"/>
                    <a:pt x="309608" y="166409"/>
                    <a:pt x="308711" y="162371"/>
                  </a:cubicBezTo>
                  <a:cubicBezTo>
                    <a:pt x="300185" y="127371"/>
                    <a:pt x="292557" y="91923"/>
                    <a:pt x="280442" y="58270"/>
                  </a:cubicBezTo>
                  <a:cubicBezTo>
                    <a:pt x="268776" y="25515"/>
                    <a:pt x="242751" y="2182"/>
                    <a:pt x="207752" y="836"/>
                  </a:cubicBezTo>
                  <a:cubicBezTo>
                    <a:pt x="152112" y="-1408"/>
                    <a:pt x="96023" y="1284"/>
                    <a:pt x="39935" y="3977"/>
                  </a:cubicBezTo>
                  <a:cubicBezTo>
                    <a:pt x="27820" y="4425"/>
                    <a:pt x="16153" y="13848"/>
                    <a:pt x="0" y="21028"/>
                  </a:cubicBezTo>
                  <a:cubicBezTo>
                    <a:pt x="77626" y="56924"/>
                    <a:pt x="149420" y="90577"/>
                    <a:pt x="223008" y="124679"/>
                  </a:cubicBezTo>
                  <a:cubicBezTo>
                    <a:pt x="225700" y="156537"/>
                    <a:pt x="228392" y="189742"/>
                    <a:pt x="231533" y="22698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406A02-6FE1-4FCD-B849-B9A88E670784}"/>
                </a:ext>
              </a:extLst>
            </p:cNvPr>
            <p:cNvSpPr/>
            <p:nvPr/>
          </p:nvSpPr>
          <p:spPr>
            <a:xfrm>
              <a:off x="9762071" y="6189699"/>
              <a:ext cx="493579" cy="210893"/>
            </a:xfrm>
            <a:custGeom>
              <a:avLst/>
              <a:gdLst>
                <a:gd name="connsiteX0" fmla="*/ 23812 w 493578"/>
                <a:gd name="connsiteY0" fmla="*/ 90639 h 210892"/>
                <a:gd name="connsiteX1" fmla="*/ 236499 w 493578"/>
                <a:gd name="connsiteY1" fmla="*/ 208201 h 210892"/>
                <a:gd name="connsiteX2" fmla="*/ 267909 w 493578"/>
                <a:gd name="connsiteY2" fmla="*/ 206855 h 210892"/>
                <a:gd name="connsiteX3" fmla="*/ 468032 w 493578"/>
                <a:gd name="connsiteY3" fmla="*/ 69101 h 210892"/>
                <a:gd name="connsiteX4" fmla="*/ 494955 w 493578"/>
                <a:gd name="connsiteY4" fmla="*/ 0 h 210892"/>
                <a:gd name="connsiteX5" fmla="*/ 476558 w 493578"/>
                <a:gd name="connsiteY5" fmla="*/ 11218 h 210892"/>
                <a:gd name="connsiteX6" fmla="*/ 260729 w 493578"/>
                <a:gd name="connsiteY6" fmla="*/ 148074 h 210892"/>
                <a:gd name="connsiteX7" fmla="*/ 225281 w 493578"/>
                <a:gd name="connsiteY7" fmla="*/ 149420 h 210892"/>
                <a:gd name="connsiteX8" fmla="*/ 72272 w 493578"/>
                <a:gd name="connsiteY8" fmla="*/ 65512 h 210892"/>
                <a:gd name="connsiteX9" fmla="*/ 6312 w 493578"/>
                <a:gd name="connsiteY9" fmla="*/ 30063 h 210892"/>
                <a:gd name="connsiteX10" fmla="*/ 3620 w 493578"/>
                <a:gd name="connsiteY10" fmla="*/ 45768 h 210892"/>
                <a:gd name="connsiteX11" fmla="*/ 23812 w 493578"/>
                <a:gd name="connsiteY11" fmla="*/ 90639 h 210892"/>
                <a:gd name="connsiteX12" fmla="*/ 431687 w 493578"/>
                <a:gd name="connsiteY12" fmla="*/ 52947 h 210892"/>
                <a:gd name="connsiteX13" fmla="*/ 415085 w 493578"/>
                <a:gd name="connsiteY13" fmla="*/ 88844 h 210892"/>
                <a:gd name="connsiteX14" fmla="*/ 431687 w 493578"/>
                <a:gd name="connsiteY14" fmla="*/ 52947 h 210892"/>
                <a:gd name="connsiteX15" fmla="*/ 380983 w 493578"/>
                <a:gd name="connsiteY15" fmla="*/ 89293 h 210892"/>
                <a:gd name="connsiteX16" fmla="*/ 359445 w 493578"/>
                <a:gd name="connsiteY16" fmla="*/ 130574 h 210892"/>
                <a:gd name="connsiteX17" fmla="*/ 380983 w 493578"/>
                <a:gd name="connsiteY17" fmla="*/ 89293 h 210892"/>
                <a:gd name="connsiteX18" fmla="*/ 321305 w 493578"/>
                <a:gd name="connsiteY18" fmla="*/ 124741 h 210892"/>
                <a:gd name="connsiteX19" fmla="*/ 300216 w 493578"/>
                <a:gd name="connsiteY19" fmla="*/ 169612 h 210892"/>
                <a:gd name="connsiteX20" fmla="*/ 321305 w 493578"/>
                <a:gd name="connsiteY20" fmla="*/ 124741 h 21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3578" h="210892">
                  <a:moveTo>
                    <a:pt x="23812" y="90639"/>
                  </a:moveTo>
                  <a:cubicBezTo>
                    <a:pt x="95605" y="128331"/>
                    <a:pt x="166052" y="168265"/>
                    <a:pt x="236499" y="208201"/>
                  </a:cubicBezTo>
                  <a:cubicBezTo>
                    <a:pt x="248614" y="214931"/>
                    <a:pt x="256691" y="214482"/>
                    <a:pt x="267909" y="206855"/>
                  </a:cubicBezTo>
                  <a:cubicBezTo>
                    <a:pt x="334318" y="160189"/>
                    <a:pt x="399829" y="112626"/>
                    <a:pt x="468032" y="69101"/>
                  </a:cubicBezTo>
                  <a:cubicBezTo>
                    <a:pt x="496301" y="51153"/>
                    <a:pt x="499442" y="30063"/>
                    <a:pt x="494955" y="0"/>
                  </a:cubicBezTo>
                  <a:cubicBezTo>
                    <a:pt x="488224" y="4038"/>
                    <a:pt x="482391" y="7628"/>
                    <a:pt x="476558" y="11218"/>
                  </a:cubicBezTo>
                  <a:cubicBezTo>
                    <a:pt x="404764" y="56537"/>
                    <a:pt x="332523" y="101857"/>
                    <a:pt x="260729" y="148074"/>
                  </a:cubicBezTo>
                  <a:cubicBezTo>
                    <a:pt x="248166" y="156150"/>
                    <a:pt x="238742" y="157497"/>
                    <a:pt x="225281" y="149420"/>
                  </a:cubicBezTo>
                  <a:cubicBezTo>
                    <a:pt x="174577" y="120703"/>
                    <a:pt x="123425" y="93331"/>
                    <a:pt x="72272" y="65512"/>
                  </a:cubicBezTo>
                  <a:cubicBezTo>
                    <a:pt x="51183" y="53845"/>
                    <a:pt x="30093" y="42627"/>
                    <a:pt x="6312" y="30063"/>
                  </a:cubicBezTo>
                  <a:cubicBezTo>
                    <a:pt x="4966" y="37692"/>
                    <a:pt x="4966" y="42179"/>
                    <a:pt x="3620" y="45768"/>
                  </a:cubicBezTo>
                  <a:cubicBezTo>
                    <a:pt x="-5354" y="67755"/>
                    <a:pt x="2722" y="79870"/>
                    <a:pt x="23812" y="90639"/>
                  </a:cubicBezTo>
                  <a:close/>
                  <a:moveTo>
                    <a:pt x="431687" y="52947"/>
                  </a:moveTo>
                  <a:cubicBezTo>
                    <a:pt x="442007" y="75832"/>
                    <a:pt x="440661" y="78524"/>
                    <a:pt x="415085" y="88844"/>
                  </a:cubicBezTo>
                  <a:cubicBezTo>
                    <a:pt x="407008" y="70447"/>
                    <a:pt x="414636" y="59678"/>
                    <a:pt x="431687" y="52947"/>
                  </a:cubicBezTo>
                  <a:close/>
                  <a:moveTo>
                    <a:pt x="380983" y="89293"/>
                  </a:moveTo>
                  <a:cubicBezTo>
                    <a:pt x="389060" y="111280"/>
                    <a:pt x="375150" y="121600"/>
                    <a:pt x="359445" y="130574"/>
                  </a:cubicBezTo>
                  <a:cubicBezTo>
                    <a:pt x="351368" y="102754"/>
                    <a:pt x="352714" y="100511"/>
                    <a:pt x="380983" y="89293"/>
                  </a:cubicBezTo>
                  <a:close/>
                  <a:moveTo>
                    <a:pt x="321305" y="124741"/>
                  </a:moveTo>
                  <a:cubicBezTo>
                    <a:pt x="329382" y="152561"/>
                    <a:pt x="329382" y="152561"/>
                    <a:pt x="300216" y="169612"/>
                  </a:cubicBezTo>
                  <a:cubicBezTo>
                    <a:pt x="291241" y="137305"/>
                    <a:pt x="292587" y="134612"/>
                    <a:pt x="321305" y="12474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DCB9D49-40A8-4BC1-9B51-56A93547598A}"/>
                </a:ext>
              </a:extLst>
            </p:cNvPr>
            <p:cNvSpPr/>
            <p:nvPr/>
          </p:nvSpPr>
          <p:spPr>
            <a:xfrm>
              <a:off x="10277433" y="5925410"/>
              <a:ext cx="260251" cy="228841"/>
            </a:xfrm>
            <a:custGeom>
              <a:avLst/>
              <a:gdLst>
                <a:gd name="connsiteX0" fmla="*/ 42412 w 260250"/>
                <a:gd name="connsiteY0" fmla="*/ 231982 h 228841"/>
                <a:gd name="connsiteX1" fmla="*/ 255099 w 260250"/>
                <a:gd name="connsiteY1" fmla="*/ 79870 h 228841"/>
                <a:gd name="connsiteX2" fmla="*/ 263176 w 260250"/>
                <a:gd name="connsiteY2" fmla="*/ 67306 h 228841"/>
                <a:gd name="connsiteX3" fmla="*/ 257792 w 260250"/>
                <a:gd name="connsiteY3" fmla="*/ 0 h 228841"/>
                <a:gd name="connsiteX4" fmla="*/ 92218 w 260250"/>
                <a:gd name="connsiteY4" fmla="*/ 113523 h 228841"/>
                <a:gd name="connsiteX5" fmla="*/ 12348 w 260250"/>
                <a:gd name="connsiteY5" fmla="*/ 119356 h 228841"/>
                <a:gd name="connsiteX6" fmla="*/ 1579 w 260250"/>
                <a:gd name="connsiteY6" fmla="*/ 116215 h 228841"/>
                <a:gd name="connsiteX7" fmla="*/ 1131 w 260250"/>
                <a:gd name="connsiteY7" fmla="*/ 172304 h 228841"/>
                <a:gd name="connsiteX8" fmla="*/ 42412 w 260250"/>
                <a:gd name="connsiteY8" fmla="*/ 231982 h 22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0250" h="228841">
                  <a:moveTo>
                    <a:pt x="42412" y="231982"/>
                  </a:moveTo>
                  <a:cubicBezTo>
                    <a:pt x="111962" y="182175"/>
                    <a:pt x="183755" y="131022"/>
                    <a:pt x="255099" y="79870"/>
                  </a:cubicBezTo>
                  <a:cubicBezTo>
                    <a:pt x="259138" y="77178"/>
                    <a:pt x="263625" y="71344"/>
                    <a:pt x="263176" y="67306"/>
                  </a:cubicBezTo>
                  <a:cubicBezTo>
                    <a:pt x="262279" y="45768"/>
                    <a:pt x="259586" y="24230"/>
                    <a:pt x="257792" y="0"/>
                  </a:cubicBezTo>
                  <a:cubicBezTo>
                    <a:pt x="200357" y="39037"/>
                    <a:pt x="145166" y="74485"/>
                    <a:pt x="92218" y="113523"/>
                  </a:cubicBezTo>
                  <a:cubicBezTo>
                    <a:pt x="64847" y="133715"/>
                    <a:pt x="41066" y="144035"/>
                    <a:pt x="12348" y="119356"/>
                  </a:cubicBezTo>
                  <a:cubicBezTo>
                    <a:pt x="11002" y="118010"/>
                    <a:pt x="8310" y="118010"/>
                    <a:pt x="1579" y="116215"/>
                  </a:cubicBezTo>
                  <a:cubicBezTo>
                    <a:pt x="1579" y="136856"/>
                    <a:pt x="3823" y="154804"/>
                    <a:pt x="1131" y="172304"/>
                  </a:cubicBezTo>
                  <a:cubicBezTo>
                    <a:pt x="-3805" y="205059"/>
                    <a:pt x="6964" y="225700"/>
                    <a:pt x="42412" y="23198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2744429-884A-4579-BD63-F49E9C941B51}"/>
                </a:ext>
              </a:extLst>
            </p:cNvPr>
            <p:cNvSpPr/>
            <p:nvPr/>
          </p:nvSpPr>
          <p:spPr>
            <a:xfrm>
              <a:off x="10497533" y="5497770"/>
              <a:ext cx="260251" cy="161535"/>
            </a:xfrm>
            <a:custGeom>
              <a:avLst/>
              <a:gdLst>
                <a:gd name="connsiteX0" fmla="*/ 69999 w 260250"/>
                <a:gd name="connsiteY0" fmla="*/ 163799 h 161534"/>
                <a:gd name="connsiteX1" fmla="*/ 260699 w 260250"/>
                <a:gd name="connsiteY1" fmla="*/ 34571 h 161534"/>
                <a:gd name="connsiteX2" fmla="*/ 213136 w 260250"/>
                <a:gd name="connsiteY2" fmla="*/ 4957 h 161534"/>
                <a:gd name="connsiteX3" fmla="*/ 185765 w 260250"/>
                <a:gd name="connsiteY3" fmla="*/ 5854 h 161534"/>
                <a:gd name="connsiteX4" fmla="*/ 80767 w 260250"/>
                <a:gd name="connsiteY4" fmla="*/ 80340 h 161534"/>
                <a:gd name="connsiteX5" fmla="*/ 0 w 260250"/>
                <a:gd name="connsiteY5" fmla="*/ 137326 h 161534"/>
                <a:gd name="connsiteX6" fmla="*/ 54742 w 260250"/>
                <a:gd name="connsiteY6" fmla="*/ 164248 h 161534"/>
                <a:gd name="connsiteX7" fmla="*/ 69999 w 260250"/>
                <a:gd name="connsiteY7" fmla="*/ 163799 h 16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0250" h="161534">
                  <a:moveTo>
                    <a:pt x="69999" y="163799"/>
                  </a:moveTo>
                  <a:cubicBezTo>
                    <a:pt x="133266" y="121621"/>
                    <a:pt x="196085" y="78545"/>
                    <a:pt x="260699" y="34571"/>
                  </a:cubicBezTo>
                  <a:cubicBezTo>
                    <a:pt x="243648" y="23802"/>
                    <a:pt x="227944" y="15277"/>
                    <a:pt x="213136" y="4957"/>
                  </a:cubicBezTo>
                  <a:cubicBezTo>
                    <a:pt x="203265" y="-2223"/>
                    <a:pt x="195637" y="-1325"/>
                    <a:pt x="185765" y="5854"/>
                  </a:cubicBezTo>
                  <a:cubicBezTo>
                    <a:pt x="151215" y="30982"/>
                    <a:pt x="115767" y="55661"/>
                    <a:pt x="80767" y="80340"/>
                  </a:cubicBezTo>
                  <a:cubicBezTo>
                    <a:pt x="54742" y="98737"/>
                    <a:pt x="28269" y="117134"/>
                    <a:pt x="0" y="137326"/>
                  </a:cubicBezTo>
                  <a:cubicBezTo>
                    <a:pt x="20192" y="147197"/>
                    <a:pt x="37243" y="156171"/>
                    <a:pt x="54742" y="164248"/>
                  </a:cubicBezTo>
                  <a:cubicBezTo>
                    <a:pt x="59230" y="166043"/>
                    <a:pt x="66409" y="166492"/>
                    <a:pt x="69999" y="16379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FD53B8-9DCE-438D-8B4C-89F65F6543A6}"/>
                </a:ext>
              </a:extLst>
            </p:cNvPr>
            <p:cNvSpPr/>
            <p:nvPr/>
          </p:nvSpPr>
          <p:spPr>
            <a:xfrm>
              <a:off x="10548237" y="5778234"/>
              <a:ext cx="210893" cy="210893"/>
            </a:xfrm>
            <a:custGeom>
              <a:avLst/>
              <a:gdLst>
                <a:gd name="connsiteX0" fmla="*/ 5385 w 210892"/>
                <a:gd name="connsiteY0" fmla="*/ 212239 h 210892"/>
                <a:gd name="connsiteX1" fmla="*/ 202816 w 210892"/>
                <a:gd name="connsiteY1" fmla="*/ 70896 h 210892"/>
                <a:gd name="connsiteX2" fmla="*/ 211342 w 210892"/>
                <a:gd name="connsiteY2" fmla="*/ 58332 h 210892"/>
                <a:gd name="connsiteX3" fmla="*/ 203265 w 210892"/>
                <a:gd name="connsiteY3" fmla="*/ 0 h 210892"/>
                <a:gd name="connsiteX4" fmla="*/ 6731 w 210892"/>
                <a:gd name="connsiteY4" fmla="*/ 134164 h 210892"/>
                <a:gd name="connsiteX5" fmla="*/ 0 w 210892"/>
                <a:gd name="connsiteY5" fmla="*/ 149420 h 210892"/>
                <a:gd name="connsiteX6" fmla="*/ 5385 w 210892"/>
                <a:gd name="connsiteY6" fmla="*/ 212239 h 21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0892" h="210892">
                  <a:moveTo>
                    <a:pt x="5385" y="212239"/>
                  </a:moveTo>
                  <a:cubicBezTo>
                    <a:pt x="73588" y="163330"/>
                    <a:pt x="138202" y="117561"/>
                    <a:pt x="202816" y="70896"/>
                  </a:cubicBezTo>
                  <a:cubicBezTo>
                    <a:pt x="206855" y="68204"/>
                    <a:pt x="211790" y="62370"/>
                    <a:pt x="211342" y="58332"/>
                  </a:cubicBezTo>
                  <a:cubicBezTo>
                    <a:pt x="209547" y="39486"/>
                    <a:pt x="206406" y="21089"/>
                    <a:pt x="203265" y="0"/>
                  </a:cubicBezTo>
                  <a:cubicBezTo>
                    <a:pt x="135510" y="45768"/>
                    <a:pt x="70896" y="89742"/>
                    <a:pt x="6731" y="134164"/>
                  </a:cubicBezTo>
                  <a:cubicBezTo>
                    <a:pt x="2692" y="136856"/>
                    <a:pt x="0" y="144484"/>
                    <a:pt x="0" y="149420"/>
                  </a:cubicBezTo>
                  <a:cubicBezTo>
                    <a:pt x="897" y="169163"/>
                    <a:pt x="3141" y="189355"/>
                    <a:pt x="5385" y="21223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570EED3-2B03-4F64-A3C7-199CDDC8BB7B}"/>
                </a:ext>
              </a:extLst>
            </p:cNvPr>
            <p:cNvSpPr/>
            <p:nvPr/>
          </p:nvSpPr>
          <p:spPr>
            <a:xfrm>
              <a:off x="10281705" y="5649392"/>
              <a:ext cx="264738" cy="161535"/>
            </a:xfrm>
            <a:custGeom>
              <a:avLst/>
              <a:gdLst>
                <a:gd name="connsiteX0" fmla="*/ 80319 w 264737"/>
                <a:gd name="connsiteY0" fmla="*/ 153072 h 161534"/>
                <a:gd name="connsiteX1" fmla="*/ 190252 w 264737"/>
                <a:gd name="connsiteY1" fmla="*/ 78138 h 161534"/>
                <a:gd name="connsiteX2" fmla="*/ 267430 w 264737"/>
                <a:gd name="connsiteY2" fmla="*/ 25639 h 161534"/>
                <a:gd name="connsiteX3" fmla="*/ 156150 w 264737"/>
                <a:gd name="connsiteY3" fmla="*/ 27883 h 161534"/>
                <a:gd name="connsiteX4" fmla="*/ 137305 w 264737"/>
                <a:gd name="connsiteY4" fmla="*/ 40895 h 161534"/>
                <a:gd name="connsiteX5" fmla="*/ 0 w 264737"/>
                <a:gd name="connsiteY5" fmla="*/ 137816 h 161534"/>
                <a:gd name="connsiteX6" fmla="*/ 39486 w 264737"/>
                <a:gd name="connsiteY6" fmla="*/ 156662 h 161534"/>
                <a:gd name="connsiteX7" fmla="*/ 80319 w 264737"/>
                <a:gd name="connsiteY7" fmla="*/ 153072 h 16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737" h="161534">
                  <a:moveTo>
                    <a:pt x="80319" y="153072"/>
                  </a:moveTo>
                  <a:cubicBezTo>
                    <a:pt x="116215" y="127047"/>
                    <a:pt x="153458" y="102817"/>
                    <a:pt x="190252" y="78138"/>
                  </a:cubicBezTo>
                  <a:cubicBezTo>
                    <a:pt x="215828" y="60638"/>
                    <a:pt x="241405" y="43587"/>
                    <a:pt x="267430" y="25639"/>
                  </a:cubicBezTo>
                  <a:cubicBezTo>
                    <a:pt x="208649" y="-8911"/>
                    <a:pt x="208649" y="-8911"/>
                    <a:pt x="156150" y="27883"/>
                  </a:cubicBezTo>
                  <a:cubicBezTo>
                    <a:pt x="149868" y="32370"/>
                    <a:pt x="143587" y="36408"/>
                    <a:pt x="137305" y="40895"/>
                  </a:cubicBezTo>
                  <a:cubicBezTo>
                    <a:pt x="91985" y="72753"/>
                    <a:pt x="47114" y="104612"/>
                    <a:pt x="0" y="137816"/>
                  </a:cubicBezTo>
                  <a:cubicBezTo>
                    <a:pt x="14807" y="144995"/>
                    <a:pt x="27820" y="149483"/>
                    <a:pt x="39486" y="156662"/>
                  </a:cubicBezTo>
                  <a:cubicBezTo>
                    <a:pt x="54742" y="166533"/>
                    <a:pt x="66409" y="163392"/>
                    <a:pt x="80319" y="15307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E302D13-D05D-4435-84C5-4F3DE8441466}"/>
                </a:ext>
              </a:extLst>
            </p:cNvPr>
            <p:cNvSpPr/>
            <p:nvPr/>
          </p:nvSpPr>
          <p:spPr>
            <a:xfrm>
              <a:off x="10152477" y="5831869"/>
              <a:ext cx="246789" cy="152561"/>
            </a:xfrm>
            <a:custGeom>
              <a:avLst/>
              <a:gdLst>
                <a:gd name="connsiteX0" fmla="*/ 69998 w 246789"/>
                <a:gd name="connsiteY0" fmla="*/ 151873 h 152560"/>
                <a:gd name="connsiteX1" fmla="*/ 248584 w 246789"/>
                <a:gd name="connsiteY1" fmla="*/ 23992 h 152560"/>
                <a:gd name="connsiteX2" fmla="*/ 198778 w 246789"/>
                <a:gd name="connsiteY2" fmla="*/ 1107 h 152560"/>
                <a:gd name="connsiteX3" fmla="*/ 183970 w 246789"/>
                <a:gd name="connsiteY3" fmla="*/ 2005 h 152560"/>
                <a:gd name="connsiteX4" fmla="*/ 0 w 246789"/>
                <a:gd name="connsiteY4" fmla="*/ 126297 h 152560"/>
                <a:gd name="connsiteX5" fmla="*/ 53396 w 246789"/>
                <a:gd name="connsiteY5" fmla="*/ 154117 h 152560"/>
                <a:gd name="connsiteX6" fmla="*/ 69998 w 246789"/>
                <a:gd name="connsiteY6" fmla="*/ 151873 h 15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789" h="152560">
                  <a:moveTo>
                    <a:pt x="69998" y="151873"/>
                  </a:moveTo>
                  <a:cubicBezTo>
                    <a:pt x="128779" y="110143"/>
                    <a:pt x="187560" y="68414"/>
                    <a:pt x="248584" y="23992"/>
                  </a:cubicBezTo>
                  <a:cubicBezTo>
                    <a:pt x="230187" y="15466"/>
                    <a:pt x="214482" y="7389"/>
                    <a:pt x="198778" y="1107"/>
                  </a:cubicBezTo>
                  <a:cubicBezTo>
                    <a:pt x="194739" y="-687"/>
                    <a:pt x="187560" y="-239"/>
                    <a:pt x="183970" y="2005"/>
                  </a:cubicBezTo>
                  <a:cubicBezTo>
                    <a:pt x="122946" y="42837"/>
                    <a:pt x="62819" y="84118"/>
                    <a:pt x="0" y="126297"/>
                  </a:cubicBezTo>
                  <a:cubicBezTo>
                    <a:pt x="19294" y="136617"/>
                    <a:pt x="35897" y="146040"/>
                    <a:pt x="53396" y="154117"/>
                  </a:cubicBezTo>
                  <a:cubicBezTo>
                    <a:pt x="57883" y="156361"/>
                    <a:pt x="65960" y="155014"/>
                    <a:pt x="69998" y="151873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559DE93-C642-4631-8E14-D44E036703F2}"/>
                </a:ext>
              </a:extLst>
            </p:cNvPr>
            <p:cNvSpPr/>
            <p:nvPr/>
          </p:nvSpPr>
          <p:spPr>
            <a:xfrm>
              <a:off x="10354844" y="5683826"/>
              <a:ext cx="255764" cy="161535"/>
            </a:xfrm>
            <a:custGeom>
              <a:avLst/>
              <a:gdLst>
                <a:gd name="connsiteX0" fmla="*/ 200124 w 255763"/>
                <a:gd name="connsiteY0" fmla="*/ 2423 h 161534"/>
                <a:gd name="connsiteX1" fmla="*/ 0 w 255763"/>
                <a:gd name="connsiteY1" fmla="*/ 137484 h 161534"/>
                <a:gd name="connsiteX2" fmla="*/ 40832 w 255763"/>
                <a:gd name="connsiteY2" fmla="*/ 157227 h 161534"/>
                <a:gd name="connsiteX3" fmla="*/ 72242 w 255763"/>
                <a:gd name="connsiteY3" fmla="*/ 154086 h 161534"/>
                <a:gd name="connsiteX4" fmla="*/ 171855 w 255763"/>
                <a:gd name="connsiteY4" fmla="*/ 82293 h 161534"/>
                <a:gd name="connsiteX5" fmla="*/ 257558 w 255763"/>
                <a:gd name="connsiteY5" fmla="*/ 20820 h 161534"/>
                <a:gd name="connsiteX6" fmla="*/ 216277 w 255763"/>
                <a:gd name="connsiteY6" fmla="*/ 1077 h 161534"/>
                <a:gd name="connsiteX7" fmla="*/ 200124 w 255763"/>
                <a:gd name="connsiteY7" fmla="*/ 2423 h 16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5763" h="161534">
                  <a:moveTo>
                    <a:pt x="200124" y="2423"/>
                  </a:moveTo>
                  <a:cubicBezTo>
                    <a:pt x="134164" y="46845"/>
                    <a:pt x="68204" y="91267"/>
                    <a:pt x="0" y="137484"/>
                  </a:cubicBezTo>
                  <a:cubicBezTo>
                    <a:pt x="15256" y="144663"/>
                    <a:pt x="28717" y="150048"/>
                    <a:pt x="40832" y="157227"/>
                  </a:cubicBezTo>
                  <a:cubicBezTo>
                    <a:pt x="52947" y="164407"/>
                    <a:pt x="61473" y="162163"/>
                    <a:pt x="72242" y="154086"/>
                  </a:cubicBezTo>
                  <a:cubicBezTo>
                    <a:pt x="104998" y="129407"/>
                    <a:pt x="138651" y="106075"/>
                    <a:pt x="171855" y="82293"/>
                  </a:cubicBezTo>
                  <a:cubicBezTo>
                    <a:pt x="199675" y="62101"/>
                    <a:pt x="227944" y="42358"/>
                    <a:pt x="257558" y="20820"/>
                  </a:cubicBezTo>
                  <a:cubicBezTo>
                    <a:pt x="242302" y="13192"/>
                    <a:pt x="229739" y="6013"/>
                    <a:pt x="216277" y="1077"/>
                  </a:cubicBezTo>
                  <a:cubicBezTo>
                    <a:pt x="211790" y="-718"/>
                    <a:pt x="204162" y="-269"/>
                    <a:pt x="200124" y="2423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4C4347D-4D47-4A62-9428-F243262FC001}"/>
                </a:ext>
              </a:extLst>
            </p:cNvPr>
            <p:cNvSpPr/>
            <p:nvPr/>
          </p:nvSpPr>
          <p:spPr>
            <a:xfrm>
              <a:off x="10488559" y="5745299"/>
              <a:ext cx="251276" cy="152561"/>
            </a:xfrm>
            <a:custGeom>
              <a:avLst/>
              <a:gdLst>
                <a:gd name="connsiteX0" fmla="*/ 254417 w 251276"/>
                <a:gd name="connsiteY0" fmla="*/ 23961 h 152560"/>
                <a:gd name="connsiteX1" fmla="*/ 207303 w 251276"/>
                <a:gd name="connsiteY1" fmla="*/ 1077 h 152560"/>
                <a:gd name="connsiteX2" fmla="*/ 190701 w 251276"/>
                <a:gd name="connsiteY2" fmla="*/ 2423 h 152560"/>
                <a:gd name="connsiteX3" fmla="*/ 0 w 251276"/>
                <a:gd name="connsiteY3" fmla="*/ 135689 h 152560"/>
                <a:gd name="connsiteX4" fmla="*/ 91537 w 251276"/>
                <a:gd name="connsiteY4" fmla="*/ 135689 h 152560"/>
                <a:gd name="connsiteX5" fmla="*/ 254417 w 251276"/>
                <a:gd name="connsiteY5" fmla="*/ 23961 h 15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1276" h="152560">
                  <a:moveTo>
                    <a:pt x="254417" y="23961"/>
                  </a:moveTo>
                  <a:cubicBezTo>
                    <a:pt x="237367" y="15436"/>
                    <a:pt x="222559" y="7359"/>
                    <a:pt x="207303" y="1077"/>
                  </a:cubicBezTo>
                  <a:cubicBezTo>
                    <a:pt x="202816" y="-718"/>
                    <a:pt x="194739" y="-269"/>
                    <a:pt x="190701" y="2423"/>
                  </a:cubicBezTo>
                  <a:cubicBezTo>
                    <a:pt x="126984" y="46396"/>
                    <a:pt x="63717" y="90818"/>
                    <a:pt x="0" y="135689"/>
                  </a:cubicBezTo>
                  <a:cubicBezTo>
                    <a:pt x="31858" y="163509"/>
                    <a:pt x="58781" y="161266"/>
                    <a:pt x="91537" y="135689"/>
                  </a:cubicBezTo>
                  <a:cubicBezTo>
                    <a:pt x="143138" y="96203"/>
                    <a:pt x="198778" y="62101"/>
                    <a:pt x="254417" y="2396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4729BE4-0484-4F31-BD31-29627A931D09}"/>
                </a:ext>
              </a:extLst>
            </p:cNvPr>
            <p:cNvSpPr/>
            <p:nvPr/>
          </p:nvSpPr>
          <p:spPr>
            <a:xfrm>
              <a:off x="10088312" y="5798155"/>
              <a:ext cx="242302" cy="148074"/>
            </a:xfrm>
            <a:custGeom>
              <a:avLst/>
              <a:gdLst>
                <a:gd name="connsiteX0" fmla="*/ 61922 w 242302"/>
                <a:gd name="connsiteY0" fmla="*/ 147447 h 148073"/>
                <a:gd name="connsiteX1" fmla="*/ 242302 w 242302"/>
                <a:gd name="connsiteY1" fmla="*/ 25399 h 148073"/>
                <a:gd name="connsiteX2" fmla="*/ 198778 w 242302"/>
                <a:gd name="connsiteY2" fmla="*/ 4309 h 148073"/>
                <a:gd name="connsiteX3" fmla="*/ 166919 w 242302"/>
                <a:gd name="connsiteY3" fmla="*/ 7002 h 148073"/>
                <a:gd name="connsiteX4" fmla="*/ 12564 w 242302"/>
                <a:gd name="connsiteY4" fmla="*/ 116038 h 148073"/>
                <a:gd name="connsiteX5" fmla="*/ 0 w 242302"/>
                <a:gd name="connsiteY5" fmla="*/ 126358 h 148073"/>
                <a:gd name="connsiteX6" fmla="*/ 42179 w 242302"/>
                <a:gd name="connsiteY6" fmla="*/ 148345 h 148073"/>
                <a:gd name="connsiteX7" fmla="*/ 61922 w 242302"/>
                <a:gd name="connsiteY7" fmla="*/ 147447 h 14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302" h="148073">
                  <a:moveTo>
                    <a:pt x="61922" y="147447"/>
                  </a:moveTo>
                  <a:cubicBezTo>
                    <a:pt x="121151" y="107961"/>
                    <a:pt x="179932" y="67577"/>
                    <a:pt x="242302" y="25399"/>
                  </a:cubicBezTo>
                  <a:cubicBezTo>
                    <a:pt x="225700" y="17771"/>
                    <a:pt x="211790" y="11938"/>
                    <a:pt x="198778" y="4309"/>
                  </a:cubicBezTo>
                  <a:cubicBezTo>
                    <a:pt x="187111" y="-2421"/>
                    <a:pt x="178137" y="-1075"/>
                    <a:pt x="166919" y="7002"/>
                  </a:cubicBezTo>
                  <a:cubicBezTo>
                    <a:pt x="115767" y="43796"/>
                    <a:pt x="64165" y="79692"/>
                    <a:pt x="12564" y="116038"/>
                  </a:cubicBezTo>
                  <a:cubicBezTo>
                    <a:pt x="8526" y="118730"/>
                    <a:pt x="4936" y="122320"/>
                    <a:pt x="0" y="126358"/>
                  </a:cubicBezTo>
                  <a:cubicBezTo>
                    <a:pt x="15256" y="134435"/>
                    <a:pt x="28269" y="142511"/>
                    <a:pt x="42179" y="148345"/>
                  </a:cubicBezTo>
                  <a:cubicBezTo>
                    <a:pt x="47563" y="151037"/>
                    <a:pt x="56986" y="150588"/>
                    <a:pt x="61922" y="147447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5FCB6E3-8AE1-43C8-9B82-CBF415DC9227}"/>
                </a:ext>
              </a:extLst>
            </p:cNvPr>
            <p:cNvSpPr/>
            <p:nvPr/>
          </p:nvSpPr>
          <p:spPr>
            <a:xfrm>
              <a:off x="10424843" y="5714996"/>
              <a:ext cx="246789" cy="157048"/>
            </a:xfrm>
            <a:custGeom>
              <a:avLst/>
              <a:gdLst>
                <a:gd name="connsiteX0" fmla="*/ 223457 w 246789"/>
                <a:gd name="connsiteY0" fmla="*/ 7149 h 157047"/>
                <a:gd name="connsiteX1" fmla="*/ 179483 w 246789"/>
                <a:gd name="connsiteY1" fmla="*/ 10290 h 157047"/>
                <a:gd name="connsiteX2" fmla="*/ 30961 w 246789"/>
                <a:gd name="connsiteY2" fmla="*/ 117083 h 157047"/>
                <a:gd name="connsiteX3" fmla="*/ 0 w 246789"/>
                <a:gd name="connsiteY3" fmla="*/ 139518 h 157047"/>
                <a:gd name="connsiteX4" fmla="*/ 38589 w 246789"/>
                <a:gd name="connsiteY4" fmla="*/ 157018 h 157047"/>
                <a:gd name="connsiteX5" fmla="*/ 58781 w 246789"/>
                <a:gd name="connsiteY5" fmla="*/ 154774 h 157047"/>
                <a:gd name="connsiteX6" fmla="*/ 249930 w 246789"/>
                <a:gd name="connsiteY6" fmla="*/ 20610 h 157047"/>
                <a:gd name="connsiteX7" fmla="*/ 223457 w 246789"/>
                <a:gd name="connsiteY7" fmla="*/ 7149 h 157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6789" h="157047">
                  <a:moveTo>
                    <a:pt x="223457" y="7149"/>
                  </a:moveTo>
                  <a:cubicBezTo>
                    <a:pt x="207752" y="-4068"/>
                    <a:pt x="195188" y="-1376"/>
                    <a:pt x="179483" y="10290"/>
                  </a:cubicBezTo>
                  <a:cubicBezTo>
                    <a:pt x="130574" y="47084"/>
                    <a:pt x="80767" y="81635"/>
                    <a:pt x="30961" y="117083"/>
                  </a:cubicBezTo>
                  <a:cubicBezTo>
                    <a:pt x="21089" y="123813"/>
                    <a:pt x="11667" y="130993"/>
                    <a:pt x="0" y="139518"/>
                  </a:cubicBezTo>
                  <a:cubicBezTo>
                    <a:pt x="14808" y="146249"/>
                    <a:pt x="26474" y="152979"/>
                    <a:pt x="38589" y="157018"/>
                  </a:cubicBezTo>
                  <a:cubicBezTo>
                    <a:pt x="44422" y="158812"/>
                    <a:pt x="53845" y="158364"/>
                    <a:pt x="58781" y="154774"/>
                  </a:cubicBezTo>
                  <a:cubicBezTo>
                    <a:pt x="122049" y="111249"/>
                    <a:pt x="184868" y="66827"/>
                    <a:pt x="249930" y="20610"/>
                  </a:cubicBezTo>
                  <a:cubicBezTo>
                    <a:pt x="239162" y="15226"/>
                    <a:pt x="230636" y="12085"/>
                    <a:pt x="223457" y="714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F8F1DAE-55CD-4B3C-92B9-B76CE8C213A3}"/>
                </a:ext>
              </a:extLst>
            </p:cNvPr>
            <p:cNvSpPr/>
            <p:nvPr/>
          </p:nvSpPr>
          <p:spPr>
            <a:xfrm>
              <a:off x="10281705" y="5896324"/>
              <a:ext cx="242302" cy="148074"/>
            </a:xfrm>
            <a:custGeom>
              <a:avLst/>
              <a:gdLst>
                <a:gd name="connsiteX0" fmla="*/ 106792 w 242302"/>
                <a:gd name="connsiteY0" fmla="*/ 55111 h 148073"/>
                <a:gd name="connsiteX1" fmla="*/ 0 w 242302"/>
                <a:gd name="connsiteY1" fmla="*/ 130046 h 148073"/>
                <a:gd name="connsiteX2" fmla="*/ 27371 w 242302"/>
                <a:gd name="connsiteY2" fmla="*/ 145301 h 148073"/>
                <a:gd name="connsiteX3" fmla="*/ 65960 w 242302"/>
                <a:gd name="connsiteY3" fmla="*/ 143058 h 148073"/>
                <a:gd name="connsiteX4" fmla="*/ 197880 w 242302"/>
                <a:gd name="connsiteY4" fmla="*/ 52419 h 148073"/>
                <a:gd name="connsiteX5" fmla="*/ 243648 w 242302"/>
                <a:gd name="connsiteY5" fmla="*/ 21009 h 148073"/>
                <a:gd name="connsiteX6" fmla="*/ 152561 w 242302"/>
                <a:gd name="connsiteY6" fmla="*/ 22804 h 148073"/>
                <a:gd name="connsiteX7" fmla="*/ 106792 w 242302"/>
                <a:gd name="connsiteY7" fmla="*/ 55111 h 14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302" h="148073">
                  <a:moveTo>
                    <a:pt x="106792" y="55111"/>
                  </a:moveTo>
                  <a:cubicBezTo>
                    <a:pt x="71793" y="79790"/>
                    <a:pt x="36794" y="104020"/>
                    <a:pt x="0" y="130046"/>
                  </a:cubicBezTo>
                  <a:cubicBezTo>
                    <a:pt x="10769" y="135879"/>
                    <a:pt x="19743" y="139917"/>
                    <a:pt x="27371" y="145301"/>
                  </a:cubicBezTo>
                  <a:cubicBezTo>
                    <a:pt x="41281" y="155173"/>
                    <a:pt x="52050" y="152930"/>
                    <a:pt x="65960" y="143058"/>
                  </a:cubicBezTo>
                  <a:cubicBezTo>
                    <a:pt x="109485" y="112097"/>
                    <a:pt x="153907" y="82482"/>
                    <a:pt x="197880" y="52419"/>
                  </a:cubicBezTo>
                  <a:cubicBezTo>
                    <a:pt x="213585" y="41650"/>
                    <a:pt x="228841" y="30881"/>
                    <a:pt x="243648" y="21009"/>
                  </a:cubicBezTo>
                  <a:cubicBezTo>
                    <a:pt x="211790" y="-8605"/>
                    <a:pt x="182175" y="-5913"/>
                    <a:pt x="152561" y="22804"/>
                  </a:cubicBezTo>
                  <a:cubicBezTo>
                    <a:pt x="139099" y="35368"/>
                    <a:pt x="122049" y="44342"/>
                    <a:pt x="106792" y="5511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FDF43247-6BB2-46BB-8036-89445B1B05B6}"/>
                </a:ext>
              </a:extLst>
            </p:cNvPr>
            <p:cNvSpPr/>
            <p:nvPr/>
          </p:nvSpPr>
          <p:spPr>
            <a:xfrm>
              <a:off x="10225168" y="5864882"/>
              <a:ext cx="233328" cy="152561"/>
            </a:xfrm>
            <a:custGeom>
              <a:avLst/>
              <a:gdLst>
                <a:gd name="connsiteX0" fmla="*/ 235572 w 233328"/>
                <a:gd name="connsiteY0" fmla="*/ 21491 h 152560"/>
                <a:gd name="connsiteX1" fmla="*/ 157945 w 233328"/>
                <a:gd name="connsiteY1" fmla="*/ 19247 h 152560"/>
                <a:gd name="connsiteX2" fmla="*/ 0 w 233328"/>
                <a:gd name="connsiteY2" fmla="*/ 131873 h 152560"/>
                <a:gd name="connsiteX3" fmla="*/ 38589 w 233328"/>
                <a:gd name="connsiteY3" fmla="*/ 152065 h 152560"/>
                <a:gd name="connsiteX4" fmla="*/ 53396 w 233328"/>
                <a:gd name="connsiteY4" fmla="*/ 149372 h 152560"/>
                <a:gd name="connsiteX5" fmla="*/ 235572 w 233328"/>
                <a:gd name="connsiteY5" fmla="*/ 21491 h 152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3328" h="152560">
                  <a:moveTo>
                    <a:pt x="235572" y="21491"/>
                  </a:moveTo>
                  <a:cubicBezTo>
                    <a:pt x="195188" y="-6778"/>
                    <a:pt x="193842" y="-6778"/>
                    <a:pt x="157945" y="19247"/>
                  </a:cubicBezTo>
                  <a:cubicBezTo>
                    <a:pt x="106344" y="56041"/>
                    <a:pt x="54294" y="93284"/>
                    <a:pt x="0" y="131873"/>
                  </a:cubicBezTo>
                  <a:cubicBezTo>
                    <a:pt x="14359" y="139501"/>
                    <a:pt x="26474" y="146680"/>
                    <a:pt x="38589" y="152065"/>
                  </a:cubicBezTo>
                  <a:cubicBezTo>
                    <a:pt x="42627" y="153859"/>
                    <a:pt x="49358" y="152065"/>
                    <a:pt x="53396" y="149372"/>
                  </a:cubicBezTo>
                  <a:cubicBezTo>
                    <a:pt x="113972" y="107194"/>
                    <a:pt x="174547" y="64567"/>
                    <a:pt x="235572" y="2149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9577EDC-55CD-49F0-AE5C-49124A243E0E}"/>
                </a:ext>
              </a:extLst>
            </p:cNvPr>
            <p:cNvSpPr/>
            <p:nvPr/>
          </p:nvSpPr>
          <p:spPr>
            <a:xfrm>
              <a:off x="9929020" y="6485846"/>
              <a:ext cx="76280" cy="130125"/>
            </a:xfrm>
            <a:custGeom>
              <a:avLst/>
              <a:gdLst>
                <a:gd name="connsiteX0" fmla="*/ 0 w 76280"/>
                <a:gd name="connsiteY0" fmla="*/ 6731 h 130125"/>
                <a:gd name="connsiteX1" fmla="*/ 0 w 76280"/>
                <a:gd name="connsiteY1" fmla="*/ 133266 h 130125"/>
                <a:gd name="connsiteX2" fmla="*/ 78973 w 76280"/>
                <a:gd name="connsiteY2" fmla="*/ 124741 h 130125"/>
                <a:gd name="connsiteX3" fmla="*/ 73588 w 76280"/>
                <a:gd name="connsiteY3" fmla="*/ 0 h 130125"/>
                <a:gd name="connsiteX4" fmla="*/ 0 w 76280"/>
                <a:gd name="connsiteY4" fmla="*/ 6731 h 13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80" h="130125">
                  <a:moveTo>
                    <a:pt x="0" y="6731"/>
                  </a:moveTo>
                  <a:cubicBezTo>
                    <a:pt x="0" y="49807"/>
                    <a:pt x="0" y="90639"/>
                    <a:pt x="0" y="133266"/>
                  </a:cubicBezTo>
                  <a:cubicBezTo>
                    <a:pt x="27820" y="130125"/>
                    <a:pt x="52948" y="127433"/>
                    <a:pt x="78973" y="124741"/>
                  </a:cubicBezTo>
                  <a:cubicBezTo>
                    <a:pt x="77178" y="82113"/>
                    <a:pt x="75383" y="41730"/>
                    <a:pt x="73588" y="0"/>
                  </a:cubicBezTo>
                  <a:cubicBezTo>
                    <a:pt x="47563" y="2244"/>
                    <a:pt x="23782" y="4487"/>
                    <a:pt x="0" y="673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E25DE2C-F3FD-45C7-B48E-E2D7CBB85A8F}"/>
                </a:ext>
              </a:extLst>
            </p:cNvPr>
            <p:cNvSpPr/>
            <p:nvPr/>
          </p:nvSpPr>
          <p:spPr>
            <a:xfrm>
              <a:off x="11061111" y="5422170"/>
              <a:ext cx="148074" cy="89742"/>
            </a:xfrm>
            <a:custGeom>
              <a:avLst/>
              <a:gdLst>
                <a:gd name="connsiteX0" fmla="*/ 62819 w 148073"/>
                <a:gd name="connsiteY0" fmla="*/ 88185 h 89741"/>
                <a:gd name="connsiteX1" fmla="*/ 152112 w 148073"/>
                <a:gd name="connsiteY1" fmla="*/ 23571 h 89741"/>
                <a:gd name="connsiteX2" fmla="*/ 105446 w 148073"/>
                <a:gd name="connsiteY2" fmla="*/ 1585 h 89741"/>
                <a:gd name="connsiteX3" fmla="*/ 87049 w 148073"/>
                <a:gd name="connsiteY3" fmla="*/ 2482 h 89741"/>
                <a:gd name="connsiteX4" fmla="*/ 0 w 148073"/>
                <a:gd name="connsiteY4" fmla="*/ 65301 h 89741"/>
                <a:gd name="connsiteX5" fmla="*/ 48460 w 148073"/>
                <a:gd name="connsiteY5" fmla="*/ 88185 h 89741"/>
                <a:gd name="connsiteX6" fmla="*/ 62819 w 148073"/>
                <a:gd name="connsiteY6" fmla="*/ 88185 h 8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073" h="89741">
                  <a:moveTo>
                    <a:pt x="62819" y="88185"/>
                  </a:moveTo>
                  <a:cubicBezTo>
                    <a:pt x="91985" y="67545"/>
                    <a:pt x="120702" y="46455"/>
                    <a:pt x="152112" y="23571"/>
                  </a:cubicBezTo>
                  <a:cubicBezTo>
                    <a:pt x="134164" y="15046"/>
                    <a:pt x="120254" y="7418"/>
                    <a:pt x="105446" y="1585"/>
                  </a:cubicBezTo>
                  <a:cubicBezTo>
                    <a:pt x="100062" y="-659"/>
                    <a:pt x="91536" y="-659"/>
                    <a:pt x="87049" y="2482"/>
                  </a:cubicBezTo>
                  <a:cubicBezTo>
                    <a:pt x="57883" y="22225"/>
                    <a:pt x="30063" y="43314"/>
                    <a:pt x="0" y="65301"/>
                  </a:cubicBezTo>
                  <a:cubicBezTo>
                    <a:pt x="17499" y="73827"/>
                    <a:pt x="32756" y="81455"/>
                    <a:pt x="48460" y="88185"/>
                  </a:cubicBezTo>
                  <a:cubicBezTo>
                    <a:pt x="52050" y="90429"/>
                    <a:pt x="59229" y="90877"/>
                    <a:pt x="62819" y="8818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BF410FA-F7B3-44AB-B3C3-37EC80ECACF5}"/>
                </a:ext>
              </a:extLst>
            </p:cNvPr>
            <p:cNvSpPr/>
            <p:nvPr/>
          </p:nvSpPr>
          <p:spPr>
            <a:xfrm>
              <a:off x="11166108" y="5344897"/>
              <a:ext cx="148074" cy="89742"/>
            </a:xfrm>
            <a:custGeom>
              <a:avLst/>
              <a:gdLst>
                <a:gd name="connsiteX0" fmla="*/ 64165 w 148073"/>
                <a:gd name="connsiteY0" fmla="*/ 88281 h 89741"/>
                <a:gd name="connsiteX1" fmla="*/ 151663 w 148073"/>
                <a:gd name="connsiteY1" fmla="*/ 24564 h 89741"/>
                <a:gd name="connsiteX2" fmla="*/ 100959 w 148073"/>
                <a:gd name="connsiteY2" fmla="*/ 783 h 89741"/>
                <a:gd name="connsiteX3" fmla="*/ 89742 w 148073"/>
                <a:gd name="connsiteY3" fmla="*/ 1680 h 89741"/>
                <a:gd name="connsiteX4" fmla="*/ 0 w 148073"/>
                <a:gd name="connsiteY4" fmla="*/ 66294 h 89741"/>
                <a:gd name="connsiteX5" fmla="*/ 51153 w 148073"/>
                <a:gd name="connsiteY5" fmla="*/ 90076 h 89741"/>
                <a:gd name="connsiteX6" fmla="*/ 64165 w 148073"/>
                <a:gd name="connsiteY6" fmla="*/ 88281 h 8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073" h="89741">
                  <a:moveTo>
                    <a:pt x="64165" y="88281"/>
                  </a:moveTo>
                  <a:cubicBezTo>
                    <a:pt x="92883" y="68089"/>
                    <a:pt x="121151" y="47000"/>
                    <a:pt x="151663" y="24564"/>
                  </a:cubicBezTo>
                  <a:cubicBezTo>
                    <a:pt x="133266" y="15590"/>
                    <a:pt x="117113" y="7962"/>
                    <a:pt x="100959" y="783"/>
                  </a:cubicBezTo>
                  <a:cubicBezTo>
                    <a:pt x="97818" y="-563"/>
                    <a:pt x="92434" y="-115"/>
                    <a:pt x="89742" y="1680"/>
                  </a:cubicBezTo>
                  <a:cubicBezTo>
                    <a:pt x="60576" y="22321"/>
                    <a:pt x="31410" y="43410"/>
                    <a:pt x="0" y="66294"/>
                  </a:cubicBezTo>
                  <a:cubicBezTo>
                    <a:pt x="18846" y="75268"/>
                    <a:pt x="34551" y="82896"/>
                    <a:pt x="51153" y="90076"/>
                  </a:cubicBezTo>
                  <a:cubicBezTo>
                    <a:pt x="54742" y="91422"/>
                    <a:pt x="61024" y="90524"/>
                    <a:pt x="64165" y="88281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B6ABCDC-4774-448D-82AF-82A5CBD42146}"/>
                </a:ext>
              </a:extLst>
            </p:cNvPr>
            <p:cNvSpPr/>
            <p:nvPr/>
          </p:nvSpPr>
          <p:spPr>
            <a:xfrm>
              <a:off x="10991561" y="5389891"/>
              <a:ext cx="148074" cy="89742"/>
            </a:xfrm>
            <a:custGeom>
              <a:avLst/>
              <a:gdLst>
                <a:gd name="connsiteX0" fmla="*/ 89742 w 148073"/>
                <a:gd name="connsiteY0" fmla="*/ 2005 h 89741"/>
                <a:gd name="connsiteX1" fmla="*/ 0 w 148073"/>
                <a:gd name="connsiteY1" fmla="*/ 64824 h 89741"/>
                <a:gd name="connsiteX2" fmla="*/ 49806 w 148073"/>
                <a:gd name="connsiteY2" fmla="*/ 88606 h 89741"/>
                <a:gd name="connsiteX3" fmla="*/ 62819 w 148073"/>
                <a:gd name="connsiteY3" fmla="*/ 88606 h 89741"/>
                <a:gd name="connsiteX4" fmla="*/ 152112 w 148073"/>
                <a:gd name="connsiteY4" fmla="*/ 23992 h 89741"/>
                <a:gd name="connsiteX5" fmla="*/ 103203 w 148073"/>
                <a:gd name="connsiteY5" fmla="*/ 1107 h 89741"/>
                <a:gd name="connsiteX6" fmla="*/ 89742 w 148073"/>
                <a:gd name="connsiteY6" fmla="*/ 2005 h 8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073" h="89741">
                  <a:moveTo>
                    <a:pt x="89742" y="2005"/>
                  </a:moveTo>
                  <a:cubicBezTo>
                    <a:pt x="60576" y="22197"/>
                    <a:pt x="31410" y="42389"/>
                    <a:pt x="0" y="64824"/>
                  </a:cubicBezTo>
                  <a:cubicBezTo>
                    <a:pt x="18846" y="73798"/>
                    <a:pt x="34102" y="81875"/>
                    <a:pt x="49806" y="88606"/>
                  </a:cubicBezTo>
                  <a:cubicBezTo>
                    <a:pt x="53396" y="90400"/>
                    <a:pt x="60127" y="90400"/>
                    <a:pt x="62819" y="88606"/>
                  </a:cubicBezTo>
                  <a:cubicBezTo>
                    <a:pt x="91985" y="67965"/>
                    <a:pt x="120702" y="46876"/>
                    <a:pt x="152112" y="23992"/>
                  </a:cubicBezTo>
                  <a:cubicBezTo>
                    <a:pt x="133715" y="15466"/>
                    <a:pt x="118459" y="7389"/>
                    <a:pt x="103203" y="1107"/>
                  </a:cubicBezTo>
                  <a:cubicBezTo>
                    <a:pt x="99164" y="-687"/>
                    <a:pt x="92882" y="-239"/>
                    <a:pt x="89742" y="200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3E57A302-9B6F-48BD-9FD7-66CAC5DC19A3}"/>
                </a:ext>
              </a:extLst>
            </p:cNvPr>
            <p:cNvSpPr/>
            <p:nvPr/>
          </p:nvSpPr>
          <p:spPr>
            <a:xfrm>
              <a:off x="11098802" y="5311578"/>
              <a:ext cx="148074" cy="89742"/>
            </a:xfrm>
            <a:custGeom>
              <a:avLst/>
              <a:gdLst>
                <a:gd name="connsiteX0" fmla="*/ 0 w 148073"/>
                <a:gd name="connsiteY0" fmla="*/ 67755 h 89741"/>
                <a:gd name="connsiteX1" fmla="*/ 46217 w 148073"/>
                <a:gd name="connsiteY1" fmla="*/ 89293 h 89741"/>
                <a:gd name="connsiteX2" fmla="*/ 62819 w 148073"/>
                <a:gd name="connsiteY2" fmla="*/ 88844 h 89741"/>
                <a:gd name="connsiteX3" fmla="*/ 149869 w 148073"/>
                <a:gd name="connsiteY3" fmla="*/ 25576 h 89741"/>
                <a:gd name="connsiteX4" fmla="*/ 95575 w 148073"/>
                <a:gd name="connsiteY4" fmla="*/ 0 h 89741"/>
                <a:gd name="connsiteX5" fmla="*/ 0 w 148073"/>
                <a:gd name="connsiteY5" fmla="*/ 67755 h 8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073" h="89741">
                  <a:moveTo>
                    <a:pt x="0" y="67755"/>
                  </a:moveTo>
                  <a:cubicBezTo>
                    <a:pt x="17051" y="75832"/>
                    <a:pt x="31410" y="83460"/>
                    <a:pt x="46217" y="89293"/>
                  </a:cubicBezTo>
                  <a:cubicBezTo>
                    <a:pt x="51153" y="91088"/>
                    <a:pt x="58781" y="91536"/>
                    <a:pt x="62819" y="88844"/>
                  </a:cubicBezTo>
                  <a:cubicBezTo>
                    <a:pt x="91537" y="68652"/>
                    <a:pt x="119805" y="47563"/>
                    <a:pt x="149869" y="25576"/>
                  </a:cubicBezTo>
                  <a:cubicBezTo>
                    <a:pt x="130125" y="16154"/>
                    <a:pt x="112177" y="7628"/>
                    <a:pt x="95575" y="0"/>
                  </a:cubicBezTo>
                  <a:cubicBezTo>
                    <a:pt x="63717" y="22435"/>
                    <a:pt x="32756" y="44422"/>
                    <a:pt x="0" y="67755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7A0022-114C-4AEB-89A9-91F3D1AE7A8A}"/>
                </a:ext>
              </a:extLst>
            </p:cNvPr>
            <p:cNvSpPr/>
            <p:nvPr/>
          </p:nvSpPr>
          <p:spPr>
            <a:xfrm>
              <a:off x="10925601" y="5359236"/>
              <a:ext cx="148074" cy="85255"/>
            </a:xfrm>
            <a:custGeom>
              <a:avLst/>
              <a:gdLst>
                <a:gd name="connsiteX0" fmla="*/ 61024 w 148073"/>
                <a:gd name="connsiteY0" fmla="*/ 85159 h 85254"/>
                <a:gd name="connsiteX1" fmla="*/ 149868 w 148073"/>
                <a:gd name="connsiteY1" fmla="*/ 22340 h 85254"/>
                <a:gd name="connsiteX2" fmla="*/ 104100 w 148073"/>
                <a:gd name="connsiteY2" fmla="*/ 1251 h 85254"/>
                <a:gd name="connsiteX3" fmla="*/ 87498 w 148073"/>
                <a:gd name="connsiteY3" fmla="*/ 2148 h 85254"/>
                <a:gd name="connsiteX4" fmla="*/ 0 w 148073"/>
                <a:gd name="connsiteY4" fmla="*/ 63173 h 85254"/>
                <a:gd name="connsiteX5" fmla="*/ 45768 w 148073"/>
                <a:gd name="connsiteY5" fmla="*/ 85159 h 85254"/>
                <a:gd name="connsiteX6" fmla="*/ 61024 w 148073"/>
                <a:gd name="connsiteY6" fmla="*/ 85159 h 85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073" h="85254">
                  <a:moveTo>
                    <a:pt x="61024" y="85159"/>
                  </a:moveTo>
                  <a:cubicBezTo>
                    <a:pt x="90190" y="65416"/>
                    <a:pt x="118908" y="44776"/>
                    <a:pt x="149868" y="22340"/>
                  </a:cubicBezTo>
                  <a:cubicBezTo>
                    <a:pt x="132369" y="14263"/>
                    <a:pt x="118459" y="7084"/>
                    <a:pt x="104100" y="1251"/>
                  </a:cubicBezTo>
                  <a:cubicBezTo>
                    <a:pt x="99164" y="-544"/>
                    <a:pt x="91536" y="-544"/>
                    <a:pt x="87498" y="2148"/>
                  </a:cubicBezTo>
                  <a:cubicBezTo>
                    <a:pt x="59230" y="21443"/>
                    <a:pt x="30961" y="41635"/>
                    <a:pt x="0" y="63173"/>
                  </a:cubicBezTo>
                  <a:cubicBezTo>
                    <a:pt x="17499" y="71698"/>
                    <a:pt x="31410" y="78877"/>
                    <a:pt x="45768" y="85159"/>
                  </a:cubicBezTo>
                  <a:cubicBezTo>
                    <a:pt x="50255" y="87403"/>
                    <a:pt x="57435" y="87403"/>
                    <a:pt x="61024" y="8515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0423BCB-09BB-46E9-93BB-A1BB8560A13E}"/>
                </a:ext>
              </a:extLst>
            </p:cNvPr>
            <p:cNvSpPr/>
            <p:nvPr/>
          </p:nvSpPr>
          <p:spPr>
            <a:xfrm>
              <a:off x="11032393" y="5283585"/>
              <a:ext cx="148074" cy="85255"/>
            </a:xfrm>
            <a:custGeom>
              <a:avLst/>
              <a:gdLst>
                <a:gd name="connsiteX0" fmla="*/ 61922 w 148073"/>
                <a:gd name="connsiteY0" fmla="*/ 84530 h 85254"/>
                <a:gd name="connsiteX1" fmla="*/ 150317 w 148073"/>
                <a:gd name="connsiteY1" fmla="*/ 22160 h 85254"/>
                <a:gd name="connsiteX2" fmla="*/ 105446 w 148073"/>
                <a:gd name="connsiteY2" fmla="*/ 1519 h 85254"/>
                <a:gd name="connsiteX3" fmla="*/ 90639 w 148073"/>
                <a:gd name="connsiteY3" fmla="*/ 1519 h 85254"/>
                <a:gd name="connsiteX4" fmla="*/ 0 w 148073"/>
                <a:gd name="connsiteY4" fmla="*/ 64787 h 85254"/>
                <a:gd name="connsiteX5" fmla="*/ 47563 w 148073"/>
                <a:gd name="connsiteY5" fmla="*/ 86774 h 85254"/>
                <a:gd name="connsiteX6" fmla="*/ 61922 w 148073"/>
                <a:gd name="connsiteY6" fmla="*/ 84530 h 85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073" h="85254">
                  <a:moveTo>
                    <a:pt x="61922" y="84530"/>
                  </a:moveTo>
                  <a:cubicBezTo>
                    <a:pt x="90639" y="64787"/>
                    <a:pt x="118908" y="44146"/>
                    <a:pt x="150317" y="22160"/>
                  </a:cubicBezTo>
                  <a:cubicBezTo>
                    <a:pt x="132817" y="14083"/>
                    <a:pt x="119356" y="7352"/>
                    <a:pt x="105446" y="1519"/>
                  </a:cubicBezTo>
                  <a:cubicBezTo>
                    <a:pt x="100959" y="-276"/>
                    <a:pt x="94229" y="-724"/>
                    <a:pt x="90639" y="1519"/>
                  </a:cubicBezTo>
                  <a:cubicBezTo>
                    <a:pt x="61024" y="21262"/>
                    <a:pt x="32307" y="41903"/>
                    <a:pt x="0" y="64787"/>
                  </a:cubicBezTo>
                  <a:cubicBezTo>
                    <a:pt x="17948" y="73312"/>
                    <a:pt x="32307" y="80940"/>
                    <a:pt x="47563" y="86774"/>
                  </a:cubicBezTo>
                  <a:cubicBezTo>
                    <a:pt x="51153" y="88120"/>
                    <a:pt x="58332" y="87222"/>
                    <a:pt x="61922" y="8453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6CBA239-9523-4E8D-A102-9F73AA71A844}"/>
                </a:ext>
              </a:extLst>
            </p:cNvPr>
            <p:cNvSpPr/>
            <p:nvPr/>
          </p:nvSpPr>
          <p:spPr>
            <a:xfrm>
              <a:off x="10144288" y="5968037"/>
              <a:ext cx="58332" cy="130125"/>
            </a:xfrm>
            <a:custGeom>
              <a:avLst/>
              <a:gdLst>
                <a:gd name="connsiteX0" fmla="*/ 57098 w 58332"/>
                <a:gd name="connsiteY0" fmla="*/ 30063 h 130125"/>
                <a:gd name="connsiteX1" fmla="*/ 112 w 58332"/>
                <a:gd name="connsiteY1" fmla="*/ 0 h 130125"/>
                <a:gd name="connsiteX2" fmla="*/ 561 w 58332"/>
                <a:gd name="connsiteY2" fmla="*/ 87498 h 130125"/>
                <a:gd name="connsiteX3" fmla="*/ 8638 w 58332"/>
                <a:gd name="connsiteY3" fmla="*/ 101856 h 130125"/>
                <a:gd name="connsiteX4" fmla="*/ 62034 w 58332"/>
                <a:gd name="connsiteY4" fmla="*/ 131471 h 130125"/>
                <a:gd name="connsiteX5" fmla="*/ 62034 w 58332"/>
                <a:gd name="connsiteY5" fmla="*/ 43076 h 130125"/>
                <a:gd name="connsiteX6" fmla="*/ 57098 w 58332"/>
                <a:gd name="connsiteY6" fmla="*/ 30063 h 13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32" h="130125">
                  <a:moveTo>
                    <a:pt x="57098" y="30063"/>
                  </a:moveTo>
                  <a:cubicBezTo>
                    <a:pt x="39599" y="20192"/>
                    <a:pt x="21650" y="11218"/>
                    <a:pt x="112" y="0"/>
                  </a:cubicBezTo>
                  <a:cubicBezTo>
                    <a:pt x="112" y="32307"/>
                    <a:pt x="-336" y="59678"/>
                    <a:pt x="561" y="87498"/>
                  </a:cubicBezTo>
                  <a:cubicBezTo>
                    <a:pt x="561" y="92434"/>
                    <a:pt x="4599" y="99164"/>
                    <a:pt x="8638" y="101856"/>
                  </a:cubicBezTo>
                  <a:cubicBezTo>
                    <a:pt x="24791" y="111728"/>
                    <a:pt x="42291" y="120254"/>
                    <a:pt x="62034" y="131471"/>
                  </a:cubicBezTo>
                  <a:cubicBezTo>
                    <a:pt x="62034" y="99164"/>
                    <a:pt x="62034" y="70896"/>
                    <a:pt x="62034" y="43076"/>
                  </a:cubicBezTo>
                  <a:cubicBezTo>
                    <a:pt x="62034" y="38140"/>
                    <a:pt x="60239" y="31858"/>
                    <a:pt x="57098" y="30063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11950E9-B669-4600-8729-A5316001DEE5}"/>
                </a:ext>
              </a:extLst>
            </p:cNvPr>
            <p:cNvSpPr/>
            <p:nvPr/>
          </p:nvSpPr>
          <p:spPr>
            <a:xfrm>
              <a:off x="11236107" y="5377422"/>
              <a:ext cx="143587" cy="85255"/>
            </a:xfrm>
            <a:custGeom>
              <a:avLst/>
              <a:gdLst>
                <a:gd name="connsiteX0" fmla="*/ 56537 w 143586"/>
                <a:gd name="connsiteY0" fmla="*/ 84472 h 85254"/>
                <a:gd name="connsiteX1" fmla="*/ 145381 w 143586"/>
                <a:gd name="connsiteY1" fmla="*/ 21204 h 85254"/>
                <a:gd name="connsiteX2" fmla="*/ 111280 w 143586"/>
                <a:gd name="connsiteY2" fmla="*/ 4602 h 85254"/>
                <a:gd name="connsiteX3" fmla="*/ 79870 w 143586"/>
                <a:gd name="connsiteY3" fmla="*/ 7294 h 85254"/>
                <a:gd name="connsiteX4" fmla="*/ 0 w 143586"/>
                <a:gd name="connsiteY4" fmla="*/ 66075 h 85254"/>
                <a:gd name="connsiteX5" fmla="*/ 41730 w 143586"/>
                <a:gd name="connsiteY5" fmla="*/ 85818 h 85254"/>
                <a:gd name="connsiteX6" fmla="*/ 56537 w 143586"/>
                <a:gd name="connsiteY6" fmla="*/ 84472 h 85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86" h="85254">
                  <a:moveTo>
                    <a:pt x="56537" y="84472"/>
                  </a:moveTo>
                  <a:cubicBezTo>
                    <a:pt x="85703" y="64280"/>
                    <a:pt x="114421" y="43191"/>
                    <a:pt x="145381" y="21204"/>
                  </a:cubicBezTo>
                  <a:cubicBezTo>
                    <a:pt x="132369" y="14923"/>
                    <a:pt x="121151" y="10436"/>
                    <a:pt x="111280" y="4602"/>
                  </a:cubicBezTo>
                  <a:cubicBezTo>
                    <a:pt x="99613" y="-2128"/>
                    <a:pt x="91088" y="-1680"/>
                    <a:pt x="79870" y="7294"/>
                  </a:cubicBezTo>
                  <a:cubicBezTo>
                    <a:pt x="55191" y="27038"/>
                    <a:pt x="28717" y="44986"/>
                    <a:pt x="0" y="66075"/>
                  </a:cubicBezTo>
                  <a:cubicBezTo>
                    <a:pt x="15705" y="73703"/>
                    <a:pt x="28717" y="80434"/>
                    <a:pt x="41730" y="85818"/>
                  </a:cubicBezTo>
                  <a:cubicBezTo>
                    <a:pt x="45768" y="87165"/>
                    <a:pt x="52947" y="87165"/>
                    <a:pt x="56537" y="84472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408FE77-C21A-4B69-9467-89F4FEE0D422}"/>
                </a:ext>
              </a:extLst>
            </p:cNvPr>
            <p:cNvSpPr/>
            <p:nvPr/>
          </p:nvSpPr>
          <p:spPr>
            <a:xfrm>
              <a:off x="11129314" y="5454542"/>
              <a:ext cx="143587" cy="85255"/>
            </a:xfrm>
            <a:custGeom>
              <a:avLst/>
              <a:gdLst>
                <a:gd name="connsiteX0" fmla="*/ 55640 w 143586"/>
                <a:gd name="connsiteY0" fmla="*/ 84530 h 85254"/>
                <a:gd name="connsiteX1" fmla="*/ 145830 w 143586"/>
                <a:gd name="connsiteY1" fmla="*/ 20365 h 85254"/>
                <a:gd name="connsiteX2" fmla="*/ 105446 w 143586"/>
                <a:gd name="connsiteY2" fmla="*/ 1519 h 85254"/>
                <a:gd name="connsiteX3" fmla="*/ 88844 w 143586"/>
                <a:gd name="connsiteY3" fmla="*/ 1519 h 85254"/>
                <a:gd name="connsiteX4" fmla="*/ 0 w 143586"/>
                <a:gd name="connsiteY4" fmla="*/ 65684 h 85254"/>
                <a:gd name="connsiteX5" fmla="*/ 41281 w 143586"/>
                <a:gd name="connsiteY5" fmla="*/ 85427 h 85254"/>
                <a:gd name="connsiteX6" fmla="*/ 55640 w 143586"/>
                <a:gd name="connsiteY6" fmla="*/ 84530 h 85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86" h="85254">
                  <a:moveTo>
                    <a:pt x="55640" y="84530"/>
                  </a:moveTo>
                  <a:cubicBezTo>
                    <a:pt x="85255" y="64338"/>
                    <a:pt x="113972" y="43249"/>
                    <a:pt x="145830" y="20365"/>
                  </a:cubicBezTo>
                  <a:cubicBezTo>
                    <a:pt x="130574" y="13185"/>
                    <a:pt x="118010" y="6455"/>
                    <a:pt x="105446" y="1519"/>
                  </a:cubicBezTo>
                  <a:cubicBezTo>
                    <a:pt x="100511" y="-276"/>
                    <a:pt x="92883" y="-725"/>
                    <a:pt x="88844" y="1519"/>
                  </a:cubicBezTo>
                  <a:cubicBezTo>
                    <a:pt x="59678" y="21711"/>
                    <a:pt x="30961" y="43249"/>
                    <a:pt x="0" y="65684"/>
                  </a:cubicBezTo>
                  <a:cubicBezTo>
                    <a:pt x="15256" y="72864"/>
                    <a:pt x="27820" y="80043"/>
                    <a:pt x="41281" y="85427"/>
                  </a:cubicBezTo>
                  <a:cubicBezTo>
                    <a:pt x="45320" y="87222"/>
                    <a:pt x="52050" y="86774"/>
                    <a:pt x="55640" y="8453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1A21F6-CC56-4FB8-BD8F-2A8126C23372}"/>
                </a:ext>
              </a:extLst>
            </p:cNvPr>
            <p:cNvSpPr/>
            <p:nvPr/>
          </p:nvSpPr>
          <p:spPr>
            <a:xfrm>
              <a:off x="10216467" y="6006626"/>
              <a:ext cx="49358" cy="121151"/>
            </a:xfrm>
            <a:custGeom>
              <a:avLst/>
              <a:gdLst>
                <a:gd name="connsiteX0" fmla="*/ 53123 w 49357"/>
                <a:gd name="connsiteY0" fmla="*/ 123843 h 121151"/>
                <a:gd name="connsiteX1" fmla="*/ 53123 w 49357"/>
                <a:gd name="connsiteY1" fmla="*/ 37243 h 121151"/>
                <a:gd name="connsiteX2" fmla="*/ 48636 w 49357"/>
                <a:gd name="connsiteY2" fmla="*/ 24679 h 121151"/>
                <a:gd name="connsiteX3" fmla="*/ 1970 w 49357"/>
                <a:gd name="connsiteY3" fmla="*/ 0 h 121151"/>
                <a:gd name="connsiteX4" fmla="*/ 1521 w 49357"/>
                <a:gd name="connsiteY4" fmla="*/ 53845 h 121151"/>
                <a:gd name="connsiteX5" fmla="*/ 53123 w 49357"/>
                <a:gd name="connsiteY5" fmla="*/ 123843 h 12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357" h="121151">
                  <a:moveTo>
                    <a:pt x="53123" y="123843"/>
                  </a:moveTo>
                  <a:cubicBezTo>
                    <a:pt x="53123" y="93780"/>
                    <a:pt x="53123" y="65511"/>
                    <a:pt x="53123" y="37243"/>
                  </a:cubicBezTo>
                  <a:cubicBezTo>
                    <a:pt x="53123" y="33204"/>
                    <a:pt x="51328" y="26474"/>
                    <a:pt x="48636" y="24679"/>
                  </a:cubicBezTo>
                  <a:cubicBezTo>
                    <a:pt x="34277" y="16153"/>
                    <a:pt x="19470" y="8974"/>
                    <a:pt x="1970" y="0"/>
                  </a:cubicBezTo>
                  <a:cubicBezTo>
                    <a:pt x="1970" y="21089"/>
                    <a:pt x="4214" y="38140"/>
                    <a:pt x="1521" y="53845"/>
                  </a:cubicBezTo>
                  <a:cubicBezTo>
                    <a:pt x="-5658" y="92883"/>
                    <a:pt x="12739" y="112626"/>
                    <a:pt x="53123" y="123843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21DD0F8-5093-4818-9D60-711DB315EFD8}"/>
                </a:ext>
              </a:extLst>
            </p:cNvPr>
            <p:cNvSpPr/>
            <p:nvPr/>
          </p:nvSpPr>
          <p:spPr>
            <a:xfrm>
              <a:off x="10574263" y="5539072"/>
              <a:ext cx="358966" cy="215380"/>
            </a:xfrm>
            <a:custGeom>
              <a:avLst/>
              <a:gdLst>
                <a:gd name="connsiteX0" fmla="*/ 65063 w 358966"/>
                <a:gd name="connsiteY0" fmla="*/ 89293 h 215379"/>
                <a:gd name="connsiteX1" fmla="*/ 0 w 358966"/>
                <a:gd name="connsiteY1" fmla="*/ 133715 h 215379"/>
                <a:gd name="connsiteX2" fmla="*/ 24230 w 358966"/>
                <a:gd name="connsiteY2" fmla="*/ 146279 h 215379"/>
                <a:gd name="connsiteX3" fmla="*/ 71344 w 358966"/>
                <a:gd name="connsiteY3" fmla="*/ 142240 h 215379"/>
                <a:gd name="connsiteX4" fmla="*/ 218072 w 358966"/>
                <a:gd name="connsiteY4" fmla="*/ 36794 h 215379"/>
                <a:gd name="connsiteX5" fmla="*/ 236918 w 358966"/>
                <a:gd name="connsiteY5" fmla="*/ 30063 h 215379"/>
                <a:gd name="connsiteX6" fmla="*/ 239610 w 358966"/>
                <a:gd name="connsiteY6" fmla="*/ 36345 h 215379"/>
                <a:gd name="connsiteX7" fmla="*/ 61024 w 358966"/>
                <a:gd name="connsiteY7" fmla="*/ 163778 h 215379"/>
                <a:gd name="connsiteX8" fmla="*/ 87049 w 358966"/>
                <a:gd name="connsiteY8" fmla="*/ 177240 h 215379"/>
                <a:gd name="connsiteX9" fmla="*/ 132817 w 358966"/>
                <a:gd name="connsiteY9" fmla="*/ 174099 h 215379"/>
                <a:gd name="connsiteX10" fmla="*/ 275507 w 358966"/>
                <a:gd name="connsiteY10" fmla="*/ 73588 h 215379"/>
                <a:gd name="connsiteX11" fmla="*/ 293455 w 358966"/>
                <a:gd name="connsiteY11" fmla="*/ 67755 h 215379"/>
                <a:gd name="connsiteX12" fmla="*/ 295698 w 358966"/>
                <a:gd name="connsiteY12" fmla="*/ 74486 h 215379"/>
                <a:gd name="connsiteX13" fmla="*/ 123395 w 358966"/>
                <a:gd name="connsiteY13" fmla="*/ 195637 h 215379"/>
                <a:gd name="connsiteX14" fmla="*/ 157945 w 358966"/>
                <a:gd name="connsiteY14" fmla="*/ 213136 h 215379"/>
                <a:gd name="connsiteX15" fmla="*/ 198778 w 358966"/>
                <a:gd name="connsiteY15" fmla="*/ 209995 h 215379"/>
                <a:gd name="connsiteX16" fmla="*/ 346402 w 358966"/>
                <a:gd name="connsiteY16" fmla="*/ 109036 h 215379"/>
                <a:gd name="connsiteX17" fmla="*/ 363005 w 358966"/>
                <a:gd name="connsiteY17" fmla="*/ 104100 h 215379"/>
                <a:gd name="connsiteX18" fmla="*/ 193842 w 358966"/>
                <a:gd name="connsiteY18" fmla="*/ 0 h 215379"/>
                <a:gd name="connsiteX19" fmla="*/ 180829 w 358966"/>
                <a:gd name="connsiteY19" fmla="*/ 9423 h 215379"/>
                <a:gd name="connsiteX20" fmla="*/ 65063 w 358966"/>
                <a:gd name="connsiteY20" fmla="*/ 89293 h 21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8966" h="215379">
                  <a:moveTo>
                    <a:pt x="65063" y="89293"/>
                  </a:moveTo>
                  <a:cubicBezTo>
                    <a:pt x="43973" y="103652"/>
                    <a:pt x="23333" y="118010"/>
                    <a:pt x="0" y="133715"/>
                  </a:cubicBezTo>
                  <a:cubicBezTo>
                    <a:pt x="10320" y="139099"/>
                    <a:pt x="17948" y="141792"/>
                    <a:pt x="24230" y="146279"/>
                  </a:cubicBezTo>
                  <a:cubicBezTo>
                    <a:pt x="41730" y="158843"/>
                    <a:pt x="55191" y="154804"/>
                    <a:pt x="71344" y="142240"/>
                  </a:cubicBezTo>
                  <a:cubicBezTo>
                    <a:pt x="119356" y="105895"/>
                    <a:pt x="169163" y="71345"/>
                    <a:pt x="218072" y="36794"/>
                  </a:cubicBezTo>
                  <a:cubicBezTo>
                    <a:pt x="223456" y="33204"/>
                    <a:pt x="230636" y="32307"/>
                    <a:pt x="236918" y="30063"/>
                  </a:cubicBezTo>
                  <a:cubicBezTo>
                    <a:pt x="237815" y="32307"/>
                    <a:pt x="238712" y="34102"/>
                    <a:pt x="239610" y="36345"/>
                  </a:cubicBezTo>
                  <a:cubicBezTo>
                    <a:pt x="180380" y="78524"/>
                    <a:pt x="121600" y="120703"/>
                    <a:pt x="61024" y="163778"/>
                  </a:cubicBezTo>
                  <a:cubicBezTo>
                    <a:pt x="70896" y="168714"/>
                    <a:pt x="79870" y="171855"/>
                    <a:pt x="87049" y="177240"/>
                  </a:cubicBezTo>
                  <a:cubicBezTo>
                    <a:pt x="103651" y="188906"/>
                    <a:pt x="116664" y="186214"/>
                    <a:pt x="132817" y="174099"/>
                  </a:cubicBezTo>
                  <a:cubicBezTo>
                    <a:pt x="179483" y="139548"/>
                    <a:pt x="227495" y="106344"/>
                    <a:pt x="275507" y="73588"/>
                  </a:cubicBezTo>
                  <a:cubicBezTo>
                    <a:pt x="280442" y="69998"/>
                    <a:pt x="287622" y="69550"/>
                    <a:pt x="293455" y="67755"/>
                  </a:cubicBezTo>
                  <a:cubicBezTo>
                    <a:pt x="294352" y="69998"/>
                    <a:pt x="295250" y="72242"/>
                    <a:pt x="295698" y="74486"/>
                  </a:cubicBezTo>
                  <a:cubicBezTo>
                    <a:pt x="239161" y="114421"/>
                    <a:pt x="182175" y="154356"/>
                    <a:pt x="123395" y="195637"/>
                  </a:cubicBezTo>
                  <a:cubicBezTo>
                    <a:pt x="137305" y="202367"/>
                    <a:pt x="148074" y="206854"/>
                    <a:pt x="157945" y="213136"/>
                  </a:cubicBezTo>
                  <a:cubicBezTo>
                    <a:pt x="172753" y="223008"/>
                    <a:pt x="184419" y="220316"/>
                    <a:pt x="198778" y="209995"/>
                  </a:cubicBezTo>
                  <a:cubicBezTo>
                    <a:pt x="247238" y="175445"/>
                    <a:pt x="297044" y="142240"/>
                    <a:pt x="346402" y="109036"/>
                  </a:cubicBezTo>
                  <a:cubicBezTo>
                    <a:pt x="350889" y="105895"/>
                    <a:pt x="357171" y="105446"/>
                    <a:pt x="363005" y="104100"/>
                  </a:cubicBezTo>
                  <a:lnTo>
                    <a:pt x="193842" y="0"/>
                  </a:lnTo>
                  <a:cubicBezTo>
                    <a:pt x="189355" y="3141"/>
                    <a:pt x="184867" y="6282"/>
                    <a:pt x="180829" y="9423"/>
                  </a:cubicBezTo>
                  <a:cubicBezTo>
                    <a:pt x="143587" y="37243"/>
                    <a:pt x="104100" y="62819"/>
                    <a:pt x="65063" y="89293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A22EC91-87A2-4EC1-932C-B7BA5F319812}"/>
                </a:ext>
              </a:extLst>
            </p:cNvPr>
            <p:cNvSpPr/>
            <p:nvPr/>
          </p:nvSpPr>
          <p:spPr>
            <a:xfrm>
              <a:off x="10779771" y="5434527"/>
              <a:ext cx="385889" cy="233328"/>
            </a:xfrm>
            <a:custGeom>
              <a:avLst/>
              <a:gdLst>
                <a:gd name="connsiteX0" fmla="*/ 386786 w 385888"/>
                <a:gd name="connsiteY0" fmla="*/ 118007 h 233328"/>
                <a:gd name="connsiteX1" fmla="*/ 363005 w 385888"/>
                <a:gd name="connsiteY1" fmla="*/ 105443 h 233328"/>
                <a:gd name="connsiteX2" fmla="*/ 316788 w 385888"/>
                <a:gd name="connsiteY2" fmla="*/ 108584 h 233328"/>
                <a:gd name="connsiteX3" fmla="*/ 207752 w 385888"/>
                <a:gd name="connsiteY3" fmla="*/ 188454 h 233328"/>
                <a:gd name="connsiteX4" fmla="*/ 189803 w 385888"/>
                <a:gd name="connsiteY4" fmla="*/ 196980 h 233328"/>
                <a:gd name="connsiteX5" fmla="*/ 186662 w 385888"/>
                <a:gd name="connsiteY5" fmla="*/ 191595 h 233328"/>
                <a:gd name="connsiteX6" fmla="*/ 327108 w 385888"/>
                <a:gd name="connsiteY6" fmla="*/ 88841 h 233328"/>
                <a:gd name="connsiteX7" fmla="*/ 288519 w 385888"/>
                <a:gd name="connsiteY7" fmla="*/ 69995 h 233328"/>
                <a:gd name="connsiteX8" fmla="*/ 253520 w 385888"/>
                <a:gd name="connsiteY8" fmla="*/ 72688 h 233328"/>
                <a:gd name="connsiteX9" fmla="*/ 150766 w 385888"/>
                <a:gd name="connsiteY9" fmla="*/ 147173 h 233328"/>
                <a:gd name="connsiteX10" fmla="*/ 132369 w 385888"/>
                <a:gd name="connsiteY10" fmla="*/ 156147 h 233328"/>
                <a:gd name="connsiteX11" fmla="*/ 129228 w 385888"/>
                <a:gd name="connsiteY11" fmla="*/ 150763 h 233328"/>
                <a:gd name="connsiteX12" fmla="*/ 258456 w 385888"/>
                <a:gd name="connsiteY12" fmla="*/ 56085 h 233328"/>
                <a:gd name="connsiteX13" fmla="*/ 217174 w 385888"/>
                <a:gd name="connsiteY13" fmla="*/ 35445 h 233328"/>
                <a:gd name="connsiteX14" fmla="*/ 185316 w 385888"/>
                <a:gd name="connsiteY14" fmla="*/ 38586 h 233328"/>
                <a:gd name="connsiteX15" fmla="*/ 81665 w 385888"/>
                <a:gd name="connsiteY15" fmla="*/ 111725 h 233328"/>
                <a:gd name="connsiteX16" fmla="*/ 64165 w 385888"/>
                <a:gd name="connsiteY16" fmla="*/ 118456 h 233328"/>
                <a:gd name="connsiteX17" fmla="*/ 61922 w 385888"/>
                <a:gd name="connsiteY17" fmla="*/ 113520 h 233328"/>
                <a:gd name="connsiteX18" fmla="*/ 188906 w 385888"/>
                <a:gd name="connsiteY18" fmla="*/ 22881 h 233328"/>
                <a:gd name="connsiteX19" fmla="*/ 156599 w 385888"/>
                <a:gd name="connsiteY19" fmla="*/ 6279 h 233328"/>
                <a:gd name="connsiteX20" fmla="*/ 114421 w 385888"/>
                <a:gd name="connsiteY20" fmla="*/ 10317 h 233328"/>
                <a:gd name="connsiteX21" fmla="*/ 0 w 385888"/>
                <a:gd name="connsiteY21" fmla="*/ 96918 h 233328"/>
                <a:gd name="connsiteX22" fmla="*/ 223905 w 385888"/>
                <a:gd name="connsiteY22" fmla="*/ 234671 h 233328"/>
                <a:gd name="connsiteX23" fmla="*/ 386786 w 385888"/>
                <a:gd name="connsiteY23" fmla="*/ 118007 h 233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5888" h="233328">
                  <a:moveTo>
                    <a:pt x="386786" y="118007"/>
                  </a:moveTo>
                  <a:cubicBezTo>
                    <a:pt x="377363" y="113071"/>
                    <a:pt x="369735" y="109930"/>
                    <a:pt x="363005" y="105443"/>
                  </a:cubicBezTo>
                  <a:cubicBezTo>
                    <a:pt x="346403" y="94226"/>
                    <a:pt x="332941" y="96020"/>
                    <a:pt x="316788" y="108584"/>
                  </a:cubicBezTo>
                  <a:cubicBezTo>
                    <a:pt x="281340" y="136404"/>
                    <a:pt x="244546" y="161981"/>
                    <a:pt x="207752" y="188454"/>
                  </a:cubicBezTo>
                  <a:cubicBezTo>
                    <a:pt x="202367" y="192044"/>
                    <a:pt x="195637" y="194287"/>
                    <a:pt x="189803" y="196980"/>
                  </a:cubicBezTo>
                  <a:cubicBezTo>
                    <a:pt x="188906" y="195185"/>
                    <a:pt x="187560" y="193390"/>
                    <a:pt x="186662" y="191595"/>
                  </a:cubicBezTo>
                  <a:cubicBezTo>
                    <a:pt x="232879" y="157942"/>
                    <a:pt x="278648" y="124289"/>
                    <a:pt x="327108" y="88841"/>
                  </a:cubicBezTo>
                  <a:cubicBezTo>
                    <a:pt x="313198" y="82110"/>
                    <a:pt x="300185" y="77175"/>
                    <a:pt x="288519" y="69995"/>
                  </a:cubicBezTo>
                  <a:cubicBezTo>
                    <a:pt x="275507" y="61919"/>
                    <a:pt x="265635" y="63265"/>
                    <a:pt x="253520" y="72688"/>
                  </a:cubicBezTo>
                  <a:cubicBezTo>
                    <a:pt x="219867" y="98264"/>
                    <a:pt x="185316" y="122943"/>
                    <a:pt x="150766" y="147173"/>
                  </a:cubicBezTo>
                  <a:cubicBezTo>
                    <a:pt x="145381" y="151212"/>
                    <a:pt x="138651" y="153006"/>
                    <a:pt x="132369" y="156147"/>
                  </a:cubicBezTo>
                  <a:cubicBezTo>
                    <a:pt x="131471" y="154352"/>
                    <a:pt x="130125" y="152558"/>
                    <a:pt x="129228" y="150763"/>
                  </a:cubicBezTo>
                  <a:cubicBezTo>
                    <a:pt x="171855" y="119802"/>
                    <a:pt x="214034" y="88393"/>
                    <a:pt x="258456" y="56085"/>
                  </a:cubicBezTo>
                  <a:cubicBezTo>
                    <a:pt x="242751" y="48457"/>
                    <a:pt x="229290" y="43073"/>
                    <a:pt x="217174" y="35445"/>
                  </a:cubicBezTo>
                  <a:cubicBezTo>
                    <a:pt x="205060" y="28266"/>
                    <a:pt x="196534" y="30509"/>
                    <a:pt x="185316" y="38586"/>
                  </a:cubicBezTo>
                  <a:cubicBezTo>
                    <a:pt x="151215" y="63714"/>
                    <a:pt x="116664" y="87944"/>
                    <a:pt x="81665" y="111725"/>
                  </a:cubicBezTo>
                  <a:cubicBezTo>
                    <a:pt x="76729" y="115315"/>
                    <a:pt x="69998" y="116212"/>
                    <a:pt x="64165" y="118456"/>
                  </a:cubicBezTo>
                  <a:cubicBezTo>
                    <a:pt x="63268" y="116661"/>
                    <a:pt x="62819" y="114866"/>
                    <a:pt x="61922" y="113520"/>
                  </a:cubicBezTo>
                  <a:cubicBezTo>
                    <a:pt x="103651" y="83905"/>
                    <a:pt x="145381" y="54291"/>
                    <a:pt x="188906" y="22881"/>
                  </a:cubicBezTo>
                  <a:cubicBezTo>
                    <a:pt x="175894" y="16599"/>
                    <a:pt x="165573" y="12561"/>
                    <a:pt x="156599" y="6279"/>
                  </a:cubicBezTo>
                  <a:cubicBezTo>
                    <a:pt x="140894" y="-4041"/>
                    <a:pt x="128779" y="-900"/>
                    <a:pt x="114421" y="10317"/>
                  </a:cubicBezTo>
                  <a:cubicBezTo>
                    <a:pt x="76729" y="39932"/>
                    <a:pt x="38589" y="68649"/>
                    <a:pt x="0" y="96918"/>
                  </a:cubicBezTo>
                  <a:lnTo>
                    <a:pt x="223905" y="234671"/>
                  </a:lnTo>
                  <a:cubicBezTo>
                    <a:pt x="278199" y="195634"/>
                    <a:pt x="332044" y="157045"/>
                    <a:pt x="386786" y="118007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CB71DEE-EBB2-4288-9134-7F89CACF8F60}"/>
                </a:ext>
              </a:extLst>
            </p:cNvPr>
            <p:cNvSpPr/>
            <p:nvPr/>
          </p:nvSpPr>
          <p:spPr>
            <a:xfrm>
              <a:off x="10764515" y="5644519"/>
              <a:ext cx="224354" cy="188457"/>
            </a:xfrm>
            <a:custGeom>
              <a:avLst/>
              <a:gdLst>
                <a:gd name="connsiteX0" fmla="*/ 0 w 224353"/>
                <a:gd name="connsiteY0" fmla="*/ 135959 h 188457"/>
                <a:gd name="connsiteX1" fmla="*/ 7179 w 224353"/>
                <a:gd name="connsiteY1" fmla="*/ 190252 h 188457"/>
                <a:gd name="connsiteX2" fmla="*/ 228392 w 224353"/>
                <a:gd name="connsiteY2" fmla="*/ 31858 h 188457"/>
                <a:gd name="connsiteX3" fmla="*/ 176791 w 224353"/>
                <a:gd name="connsiteY3" fmla="*/ 0 h 188457"/>
                <a:gd name="connsiteX4" fmla="*/ 177689 w 224353"/>
                <a:gd name="connsiteY4" fmla="*/ 3590 h 188457"/>
                <a:gd name="connsiteX5" fmla="*/ 11218 w 224353"/>
                <a:gd name="connsiteY5" fmla="*/ 117113 h 188457"/>
                <a:gd name="connsiteX6" fmla="*/ 0 w 224353"/>
                <a:gd name="connsiteY6" fmla="*/ 135959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353" h="188457">
                  <a:moveTo>
                    <a:pt x="0" y="135959"/>
                  </a:moveTo>
                  <a:cubicBezTo>
                    <a:pt x="449" y="153009"/>
                    <a:pt x="4038" y="170060"/>
                    <a:pt x="7179" y="190252"/>
                  </a:cubicBezTo>
                  <a:cubicBezTo>
                    <a:pt x="81665" y="136856"/>
                    <a:pt x="155253" y="84357"/>
                    <a:pt x="228392" y="31858"/>
                  </a:cubicBezTo>
                  <a:lnTo>
                    <a:pt x="176791" y="0"/>
                  </a:lnTo>
                  <a:cubicBezTo>
                    <a:pt x="177240" y="1346"/>
                    <a:pt x="177240" y="2244"/>
                    <a:pt x="177689" y="3590"/>
                  </a:cubicBezTo>
                  <a:cubicBezTo>
                    <a:pt x="122049" y="41281"/>
                    <a:pt x="66409" y="78973"/>
                    <a:pt x="11218" y="117113"/>
                  </a:cubicBezTo>
                  <a:cubicBezTo>
                    <a:pt x="6282" y="121151"/>
                    <a:pt x="0" y="129677"/>
                    <a:pt x="0" y="135959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085BE84-6B33-4AD3-98EB-26FB636E2116}"/>
                </a:ext>
              </a:extLst>
            </p:cNvPr>
            <p:cNvSpPr/>
            <p:nvPr/>
          </p:nvSpPr>
          <p:spPr>
            <a:xfrm>
              <a:off x="9653514" y="5408499"/>
              <a:ext cx="1736500" cy="1072412"/>
            </a:xfrm>
            <a:custGeom>
              <a:avLst/>
              <a:gdLst>
                <a:gd name="connsiteX0" fmla="*/ 369735 w 1736499"/>
                <a:gd name="connsiteY0" fmla="*/ 1052220 h 1072411"/>
                <a:gd name="connsiteX1" fmla="*/ 1058951 w 1736499"/>
                <a:gd name="connsiteY1" fmla="*/ 571654 h 1072411"/>
                <a:gd name="connsiteX2" fmla="*/ 1725282 w 1736499"/>
                <a:gd name="connsiteY2" fmla="*/ 105446 h 1072411"/>
                <a:gd name="connsiteX3" fmla="*/ 1740089 w 1736499"/>
                <a:gd name="connsiteY3" fmla="*/ 90190 h 1072411"/>
                <a:gd name="connsiteX4" fmla="*/ 1734705 w 1736499"/>
                <a:gd name="connsiteY4" fmla="*/ 0 h 1072411"/>
                <a:gd name="connsiteX5" fmla="*/ 1656630 w 1736499"/>
                <a:gd name="connsiteY5" fmla="*/ 55191 h 1072411"/>
                <a:gd name="connsiteX6" fmla="*/ 1646309 w 1736499"/>
                <a:gd name="connsiteY6" fmla="*/ 82562 h 1072411"/>
                <a:gd name="connsiteX7" fmla="*/ 1646758 w 1736499"/>
                <a:gd name="connsiteY7" fmla="*/ 104549 h 1072411"/>
                <a:gd name="connsiteX8" fmla="*/ 1640476 w 1736499"/>
                <a:gd name="connsiteY8" fmla="*/ 104549 h 1072411"/>
                <a:gd name="connsiteX9" fmla="*/ 1631502 w 1736499"/>
                <a:gd name="connsiteY9" fmla="*/ 73139 h 1072411"/>
                <a:gd name="connsiteX10" fmla="*/ 1547593 w 1736499"/>
                <a:gd name="connsiteY10" fmla="*/ 132817 h 1072411"/>
                <a:gd name="connsiteX11" fmla="*/ 1538171 w 1736499"/>
                <a:gd name="connsiteY11" fmla="*/ 157048 h 1072411"/>
                <a:gd name="connsiteX12" fmla="*/ 1538619 w 1736499"/>
                <a:gd name="connsiteY12" fmla="*/ 179932 h 1072411"/>
                <a:gd name="connsiteX13" fmla="*/ 1532338 w 1736499"/>
                <a:gd name="connsiteY13" fmla="*/ 180381 h 1072411"/>
                <a:gd name="connsiteX14" fmla="*/ 1524261 w 1736499"/>
                <a:gd name="connsiteY14" fmla="*/ 151214 h 1072411"/>
                <a:gd name="connsiteX15" fmla="*/ 1517979 w 1736499"/>
                <a:gd name="connsiteY15" fmla="*/ 154804 h 1072411"/>
                <a:gd name="connsiteX16" fmla="*/ 1353303 w 1736499"/>
                <a:gd name="connsiteY16" fmla="*/ 272366 h 1072411"/>
                <a:gd name="connsiteX17" fmla="*/ 1353752 w 1736499"/>
                <a:gd name="connsiteY17" fmla="*/ 310506 h 1072411"/>
                <a:gd name="connsiteX18" fmla="*/ 1341637 w 1736499"/>
                <a:gd name="connsiteY18" fmla="*/ 310506 h 1072411"/>
                <a:gd name="connsiteX19" fmla="*/ 1341188 w 1736499"/>
                <a:gd name="connsiteY19" fmla="*/ 280891 h 1072411"/>
                <a:gd name="connsiteX20" fmla="*/ 1131641 w 1736499"/>
                <a:gd name="connsiteY20" fmla="*/ 429862 h 1072411"/>
                <a:gd name="connsiteX21" fmla="*/ 1122667 w 1736499"/>
                <a:gd name="connsiteY21" fmla="*/ 458579 h 1072411"/>
                <a:gd name="connsiteX22" fmla="*/ 1120872 w 1736499"/>
                <a:gd name="connsiteY22" fmla="*/ 481912 h 1072411"/>
                <a:gd name="connsiteX23" fmla="*/ 1114590 w 1736499"/>
                <a:gd name="connsiteY23" fmla="*/ 481015 h 1072411"/>
                <a:gd name="connsiteX24" fmla="*/ 1108309 w 1736499"/>
                <a:gd name="connsiteY24" fmla="*/ 446913 h 1072411"/>
                <a:gd name="connsiteX25" fmla="*/ 920300 w 1736499"/>
                <a:gd name="connsiteY25" fmla="*/ 581077 h 1072411"/>
                <a:gd name="connsiteX26" fmla="*/ 902352 w 1736499"/>
                <a:gd name="connsiteY26" fmla="*/ 613832 h 1072411"/>
                <a:gd name="connsiteX27" fmla="*/ 896518 w 1736499"/>
                <a:gd name="connsiteY27" fmla="*/ 626396 h 1072411"/>
                <a:gd name="connsiteX28" fmla="*/ 892480 w 1736499"/>
                <a:gd name="connsiteY28" fmla="*/ 625050 h 1072411"/>
                <a:gd name="connsiteX29" fmla="*/ 888890 w 1736499"/>
                <a:gd name="connsiteY29" fmla="*/ 603961 h 1072411"/>
                <a:gd name="connsiteX30" fmla="*/ 869147 w 1736499"/>
                <a:gd name="connsiteY30" fmla="*/ 617422 h 1072411"/>
                <a:gd name="connsiteX31" fmla="*/ 677998 w 1736499"/>
                <a:gd name="connsiteY31" fmla="*/ 754278 h 1072411"/>
                <a:gd name="connsiteX32" fmla="*/ 652421 w 1736499"/>
                <a:gd name="connsiteY32" fmla="*/ 757419 h 1072411"/>
                <a:gd name="connsiteX33" fmla="*/ 492233 w 1736499"/>
                <a:gd name="connsiteY33" fmla="*/ 669472 h 1072411"/>
                <a:gd name="connsiteX34" fmla="*/ 479669 w 1736499"/>
                <a:gd name="connsiteY34" fmla="*/ 647486 h 1072411"/>
                <a:gd name="connsiteX35" fmla="*/ 480117 w 1736499"/>
                <a:gd name="connsiteY35" fmla="*/ 566269 h 1072411"/>
                <a:gd name="connsiteX36" fmla="*/ 474284 w 1736499"/>
                <a:gd name="connsiteY36" fmla="*/ 550565 h 1072411"/>
                <a:gd name="connsiteX37" fmla="*/ 429414 w 1736499"/>
                <a:gd name="connsiteY37" fmla="*/ 526783 h 1072411"/>
                <a:gd name="connsiteX38" fmla="*/ 395312 w 1736499"/>
                <a:gd name="connsiteY38" fmla="*/ 628640 h 1072411"/>
                <a:gd name="connsiteX39" fmla="*/ 564475 w 1736499"/>
                <a:gd name="connsiteY39" fmla="*/ 721522 h 1072411"/>
                <a:gd name="connsiteX40" fmla="*/ 616973 w 1736499"/>
                <a:gd name="connsiteY40" fmla="*/ 815302 h 1072411"/>
                <a:gd name="connsiteX41" fmla="*/ 600820 w 1736499"/>
                <a:gd name="connsiteY41" fmla="*/ 845814 h 1072411"/>
                <a:gd name="connsiteX42" fmla="*/ 376915 w 1736499"/>
                <a:gd name="connsiteY42" fmla="*/ 1001067 h 1072411"/>
                <a:gd name="connsiteX43" fmla="*/ 345505 w 1736499"/>
                <a:gd name="connsiteY43" fmla="*/ 1002862 h 1072411"/>
                <a:gd name="connsiteX44" fmla="*/ 116664 w 1736499"/>
                <a:gd name="connsiteY44" fmla="*/ 875429 h 1072411"/>
                <a:gd name="connsiteX45" fmla="*/ 98267 w 1736499"/>
                <a:gd name="connsiteY45" fmla="*/ 870493 h 1072411"/>
                <a:gd name="connsiteX46" fmla="*/ 0 w 1736499"/>
                <a:gd name="connsiteY46" fmla="*/ 934659 h 1072411"/>
                <a:gd name="connsiteX47" fmla="*/ 246340 w 1736499"/>
                <a:gd name="connsiteY47" fmla="*/ 1060297 h 1072411"/>
                <a:gd name="connsiteX48" fmla="*/ 369735 w 1736499"/>
                <a:gd name="connsiteY48" fmla="*/ 1052220 h 107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36499" h="1072411">
                  <a:moveTo>
                    <a:pt x="369735" y="1052220"/>
                  </a:moveTo>
                  <a:cubicBezTo>
                    <a:pt x="600371" y="893377"/>
                    <a:pt x="829212" y="732291"/>
                    <a:pt x="1058951" y="571654"/>
                  </a:cubicBezTo>
                  <a:cubicBezTo>
                    <a:pt x="1281061" y="416401"/>
                    <a:pt x="1503172" y="261148"/>
                    <a:pt x="1725282" y="105446"/>
                  </a:cubicBezTo>
                  <a:cubicBezTo>
                    <a:pt x="1731115" y="101408"/>
                    <a:pt x="1740089" y="95126"/>
                    <a:pt x="1740089" y="90190"/>
                  </a:cubicBezTo>
                  <a:cubicBezTo>
                    <a:pt x="1739641" y="61024"/>
                    <a:pt x="1736948" y="31858"/>
                    <a:pt x="1734705" y="0"/>
                  </a:cubicBezTo>
                  <a:cubicBezTo>
                    <a:pt x="1706436" y="20192"/>
                    <a:pt x="1682206" y="38140"/>
                    <a:pt x="1656630" y="55191"/>
                  </a:cubicBezTo>
                  <a:cubicBezTo>
                    <a:pt x="1645861" y="62370"/>
                    <a:pt x="1641822" y="69550"/>
                    <a:pt x="1646309" y="82562"/>
                  </a:cubicBezTo>
                  <a:cubicBezTo>
                    <a:pt x="1648553" y="89293"/>
                    <a:pt x="1646758" y="97370"/>
                    <a:pt x="1646758" y="104549"/>
                  </a:cubicBezTo>
                  <a:cubicBezTo>
                    <a:pt x="1644515" y="104549"/>
                    <a:pt x="1642720" y="104549"/>
                    <a:pt x="1640476" y="104549"/>
                  </a:cubicBezTo>
                  <a:cubicBezTo>
                    <a:pt x="1637784" y="94677"/>
                    <a:pt x="1634643" y="85255"/>
                    <a:pt x="1631502" y="73139"/>
                  </a:cubicBezTo>
                  <a:cubicBezTo>
                    <a:pt x="1602785" y="93780"/>
                    <a:pt x="1575413" y="113972"/>
                    <a:pt x="1547593" y="132817"/>
                  </a:cubicBezTo>
                  <a:cubicBezTo>
                    <a:pt x="1538171" y="139099"/>
                    <a:pt x="1535030" y="145830"/>
                    <a:pt x="1538171" y="157048"/>
                  </a:cubicBezTo>
                  <a:cubicBezTo>
                    <a:pt x="1539966" y="164227"/>
                    <a:pt x="1538619" y="172304"/>
                    <a:pt x="1538619" y="179932"/>
                  </a:cubicBezTo>
                  <a:cubicBezTo>
                    <a:pt x="1536376" y="179932"/>
                    <a:pt x="1534581" y="180381"/>
                    <a:pt x="1532338" y="180381"/>
                  </a:cubicBezTo>
                  <a:cubicBezTo>
                    <a:pt x="1529645" y="170958"/>
                    <a:pt x="1526953" y="161535"/>
                    <a:pt x="1524261" y="151214"/>
                  </a:cubicBezTo>
                  <a:cubicBezTo>
                    <a:pt x="1521120" y="153009"/>
                    <a:pt x="1519325" y="153458"/>
                    <a:pt x="1517979" y="154804"/>
                  </a:cubicBezTo>
                  <a:cubicBezTo>
                    <a:pt x="1463236" y="193842"/>
                    <a:pt x="1408045" y="233328"/>
                    <a:pt x="1353303" y="272366"/>
                  </a:cubicBezTo>
                  <a:lnTo>
                    <a:pt x="1353752" y="310506"/>
                  </a:lnTo>
                  <a:lnTo>
                    <a:pt x="1341637" y="310506"/>
                  </a:lnTo>
                  <a:lnTo>
                    <a:pt x="1341188" y="280891"/>
                  </a:lnTo>
                  <a:cubicBezTo>
                    <a:pt x="1271190" y="330698"/>
                    <a:pt x="1201640" y="380504"/>
                    <a:pt x="1131641" y="429862"/>
                  </a:cubicBezTo>
                  <a:cubicBezTo>
                    <a:pt x="1119975" y="438388"/>
                    <a:pt x="1120872" y="446913"/>
                    <a:pt x="1122667" y="458579"/>
                  </a:cubicBezTo>
                  <a:cubicBezTo>
                    <a:pt x="1123565" y="466208"/>
                    <a:pt x="1121770" y="474284"/>
                    <a:pt x="1120872" y="481912"/>
                  </a:cubicBezTo>
                  <a:cubicBezTo>
                    <a:pt x="1118629" y="481464"/>
                    <a:pt x="1116834" y="481464"/>
                    <a:pt x="1114590" y="481015"/>
                  </a:cubicBezTo>
                  <a:cubicBezTo>
                    <a:pt x="1112796" y="470246"/>
                    <a:pt x="1111001" y="459926"/>
                    <a:pt x="1108309" y="446913"/>
                  </a:cubicBezTo>
                  <a:cubicBezTo>
                    <a:pt x="1044143" y="492681"/>
                    <a:pt x="982221" y="537103"/>
                    <a:pt x="920300" y="581077"/>
                  </a:cubicBezTo>
                  <a:cubicBezTo>
                    <a:pt x="908634" y="589153"/>
                    <a:pt x="896967" y="595884"/>
                    <a:pt x="902352" y="613832"/>
                  </a:cubicBezTo>
                  <a:cubicBezTo>
                    <a:pt x="903249" y="616973"/>
                    <a:pt x="898762" y="622358"/>
                    <a:pt x="896518" y="626396"/>
                  </a:cubicBezTo>
                  <a:cubicBezTo>
                    <a:pt x="895172" y="625948"/>
                    <a:pt x="893826" y="625499"/>
                    <a:pt x="892480" y="625050"/>
                  </a:cubicBezTo>
                  <a:cubicBezTo>
                    <a:pt x="891583" y="618768"/>
                    <a:pt x="890236" y="612486"/>
                    <a:pt x="888890" y="603961"/>
                  </a:cubicBezTo>
                  <a:cubicBezTo>
                    <a:pt x="881262" y="608897"/>
                    <a:pt x="874980" y="612935"/>
                    <a:pt x="869147" y="617422"/>
                  </a:cubicBezTo>
                  <a:cubicBezTo>
                    <a:pt x="805431" y="663190"/>
                    <a:pt x="741714" y="708510"/>
                    <a:pt x="677998" y="754278"/>
                  </a:cubicBezTo>
                  <a:cubicBezTo>
                    <a:pt x="669472" y="760111"/>
                    <a:pt x="663190" y="763701"/>
                    <a:pt x="652421" y="757419"/>
                  </a:cubicBezTo>
                  <a:cubicBezTo>
                    <a:pt x="599025" y="727804"/>
                    <a:pt x="545180" y="699536"/>
                    <a:pt x="492233" y="669472"/>
                  </a:cubicBezTo>
                  <a:cubicBezTo>
                    <a:pt x="485951" y="665882"/>
                    <a:pt x="480117" y="655114"/>
                    <a:pt x="479669" y="647486"/>
                  </a:cubicBezTo>
                  <a:cubicBezTo>
                    <a:pt x="478323" y="620563"/>
                    <a:pt x="480117" y="593192"/>
                    <a:pt x="480117" y="566269"/>
                  </a:cubicBezTo>
                  <a:cubicBezTo>
                    <a:pt x="480117" y="560885"/>
                    <a:pt x="478323" y="552808"/>
                    <a:pt x="474284" y="550565"/>
                  </a:cubicBezTo>
                  <a:cubicBezTo>
                    <a:pt x="459477" y="541142"/>
                    <a:pt x="443323" y="533962"/>
                    <a:pt x="429414" y="526783"/>
                  </a:cubicBezTo>
                  <a:cubicBezTo>
                    <a:pt x="413709" y="560436"/>
                    <a:pt x="447810" y="605307"/>
                    <a:pt x="395312" y="628640"/>
                  </a:cubicBezTo>
                  <a:cubicBezTo>
                    <a:pt x="454092" y="661395"/>
                    <a:pt x="507489" y="695497"/>
                    <a:pt x="564475" y="721522"/>
                  </a:cubicBezTo>
                  <a:cubicBezTo>
                    <a:pt x="608897" y="741714"/>
                    <a:pt x="625499" y="768637"/>
                    <a:pt x="616973" y="815302"/>
                  </a:cubicBezTo>
                  <a:cubicBezTo>
                    <a:pt x="614730" y="828315"/>
                    <a:pt x="612486" y="837738"/>
                    <a:pt x="600820" y="845814"/>
                  </a:cubicBezTo>
                  <a:cubicBezTo>
                    <a:pt x="525886" y="896967"/>
                    <a:pt x="450951" y="948568"/>
                    <a:pt x="376915" y="1001067"/>
                  </a:cubicBezTo>
                  <a:cubicBezTo>
                    <a:pt x="365697" y="1009144"/>
                    <a:pt x="357620" y="1009593"/>
                    <a:pt x="345505" y="1002862"/>
                  </a:cubicBezTo>
                  <a:cubicBezTo>
                    <a:pt x="269673" y="959786"/>
                    <a:pt x="192944" y="917608"/>
                    <a:pt x="116664" y="875429"/>
                  </a:cubicBezTo>
                  <a:cubicBezTo>
                    <a:pt x="111280" y="872288"/>
                    <a:pt x="102305" y="868250"/>
                    <a:pt x="98267" y="870493"/>
                  </a:cubicBezTo>
                  <a:cubicBezTo>
                    <a:pt x="65960" y="890685"/>
                    <a:pt x="34102" y="912223"/>
                    <a:pt x="0" y="934659"/>
                  </a:cubicBezTo>
                  <a:cubicBezTo>
                    <a:pt x="84357" y="978183"/>
                    <a:pt x="164676" y="1020811"/>
                    <a:pt x="246340" y="1060297"/>
                  </a:cubicBezTo>
                  <a:cubicBezTo>
                    <a:pt x="287622" y="1081386"/>
                    <a:pt x="332941" y="1077797"/>
                    <a:pt x="369735" y="1052220"/>
                  </a:cubicBezTo>
                  <a:close/>
                </a:path>
              </a:pathLst>
            </a:custGeom>
            <a:grpFill/>
            <a:ln w="44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Rectangle 1">
            <a:extLst>
              <a:ext uri="{FF2B5EF4-FFF2-40B4-BE49-F238E27FC236}">
                <a16:creationId xmlns:a16="http://schemas.microsoft.com/office/drawing/2014/main" id="{3149B5F3-75F2-E95B-A12B-01A55A10A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915" y="2902354"/>
            <a:ext cx="733733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accent5">
                  <a:lumMod val="50000"/>
                </a:schemeClr>
              </a:solidFill>
              <a:latin typeface="Bodoni MT" panose="02070603080606020203" pitchFamily="18" charset="0"/>
              <a:cs typeface="Amatic SC" panose="00000500000000000000" pitchFamily="2" charset="-79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Removed duplicates (Order ID)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Handled missing values: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Text → "Unknown"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Numeric → Median/Mean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Standardized text (strip, title case)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Engineered features: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 err="1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Delivery_Days</a:t>
            </a: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 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 err="1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Is_Late</a:t>
            </a:r>
            <a:endParaRPr lang="en-US" altLang="en-US" sz="2000" b="1" dirty="0">
              <a:solidFill>
                <a:schemeClr val="accent5">
                  <a:lumMod val="50000"/>
                </a:schemeClr>
              </a:solidFill>
              <a:latin typeface="Bodoni MT" panose="02070603080606020203" pitchFamily="18" charset="0"/>
              <a:cs typeface="Amatic SC" panose="00000500000000000000" pitchFamily="2" charset="-79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accent5">
                  <a:lumMod val="50000"/>
                </a:schemeClr>
              </a:solidFill>
              <a:latin typeface="Bodoni MT" panose="02070603080606020203" pitchFamily="18" charset="0"/>
              <a:cs typeface="Amatic SC" panose="00000500000000000000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solidFill>
                  <a:schemeClr val="accent5">
                    <a:lumMod val="50000"/>
                  </a:schemeClr>
                </a:solidFill>
                <a:latin typeface="Bodoni MT" panose="02070603080606020203" pitchFamily="18" charset="0"/>
                <a:cs typeface="Amatic SC" panose="00000500000000000000" pitchFamily="2" charset="-79"/>
              </a:rPr>
              <a:t>Parsed dates &amp; extracted Year/Month/Day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157480-B890-21D3-CE3B-C1EE1096BF13}"/>
              </a:ext>
            </a:extLst>
          </p:cNvPr>
          <p:cNvSpPr txBox="1"/>
          <p:nvPr/>
        </p:nvSpPr>
        <p:spPr>
          <a:xfrm>
            <a:off x="8261273" y="3691526"/>
            <a:ext cx="3435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effectLst/>
              </a:rPr>
              <a:t>Output:</a:t>
            </a:r>
            <a:r>
              <a:rPr lang="en-US" dirty="0">
                <a:solidFill>
                  <a:schemeClr val="bg1"/>
                </a:solidFill>
                <a:effectLst/>
              </a:rPr>
              <a:t> DataCo_Cleaned_For_PowerBI.csv</a:t>
            </a:r>
          </a:p>
        </p:txBody>
      </p:sp>
    </p:spTree>
    <p:extLst>
      <p:ext uri="{BB962C8B-B14F-4D97-AF65-F5344CB8AC3E}">
        <p14:creationId xmlns:p14="http://schemas.microsoft.com/office/powerpoint/2010/main" val="59198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7731-BB9D-2F85-8708-305D7990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51DCCB-53DC-14D1-D9A5-6FC06F0906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30" y="1291659"/>
            <a:ext cx="5055748" cy="775266"/>
          </a:xfrm>
          <a:prstGeom prst="rect">
            <a:avLst/>
          </a:prstGeom>
        </p:spPr>
        <p:txBody>
          <a:bodyPr/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Key Insights</a:t>
            </a:r>
            <a:endParaRPr lang="en-US" sz="4000" dirty="0">
              <a:solidFill>
                <a:schemeClr val="tx2">
                  <a:lumMod val="75000"/>
                </a:schemeClr>
              </a:solidFill>
              <a:effectLst/>
            </a:endParaRPr>
          </a:p>
        </p:txBody>
      </p:sp>
      <p:sp>
        <p:nvSpPr>
          <p:cNvPr id="3" name="Freeform 29">
            <a:extLst>
              <a:ext uri="{FF2B5EF4-FFF2-40B4-BE49-F238E27FC236}">
                <a16:creationId xmlns:a16="http://schemas.microsoft.com/office/drawing/2014/main" id="{395F1F4C-FDAF-26B7-2A42-562CF9C216CB}"/>
              </a:ext>
            </a:extLst>
          </p:cNvPr>
          <p:cNvSpPr/>
          <p:nvPr/>
        </p:nvSpPr>
        <p:spPr>
          <a:xfrm>
            <a:off x="6812723" y="1804571"/>
            <a:ext cx="4814316" cy="2420656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393861"/>
              <a:gd name="connsiteY0" fmla="*/ 669031 h 1778653"/>
              <a:gd name="connsiteX1" fmla="*/ 3057525 w 3393861"/>
              <a:gd name="connsiteY1" fmla="*/ 164206 h 1778653"/>
              <a:gd name="connsiteX2" fmla="*/ 2847072 w 3393861"/>
              <a:gd name="connsiteY2" fmla="*/ 1778653 h 1778653"/>
              <a:gd name="connsiteX0" fmla="*/ 0 w 3369466"/>
              <a:gd name="connsiteY0" fmla="*/ 669031 h 1819901"/>
              <a:gd name="connsiteX1" fmla="*/ 3057525 w 3369466"/>
              <a:gd name="connsiteY1" fmla="*/ 164206 h 1819901"/>
              <a:gd name="connsiteX2" fmla="*/ 2762112 w 3369466"/>
              <a:gd name="connsiteY2" fmla="*/ 1819901 h 1819901"/>
              <a:gd name="connsiteX0" fmla="*/ 0 w 3440883"/>
              <a:gd name="connsiteY0" fmla="*/ 669031 h 1819901"/>
              <a:gd name="connsiteX1" fmla="*/ 3057525 w 3440883"/>
              <a:gd name="connsiteY1" fmla="*/ 164206 h 1819901"/>
              <a:gd name="connsiteX2" fmla="*/ 2762112 w 3440883"/>
              <a:gd name="connsiteY2" fmla="*/ 1819901 h 181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0883" h="1819901">
                <a:moveTo>
                  <a:pt x="0" y="669031"/>
                </a:moveTo>
                <a:cubicBezTo>
                  <a:pt x="1428750" y="961131"/>
                  <a:pt x="1943100" y="-470794"/>
                  <a:pt x="3057525" y="164206"/>
                </a:cubicBezTo>
                <a:cubicBezTo>
                  <a:pt x="3717925" y="605531"/>
                  <a:pt x="3463637" y="1742006"/>
                  <a:pt x="2762112" y="1819901"/>
                </a:cubicBezTo>
              </a:path>
            </a:pathLst>
          </a:custGeom>
          <a:ln w="635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09834FB1-57AF-1097-5E23-450EBC21E247}"/>
              </a:ext>
            </a:extLst>
          </p:cNvPr>
          <p:cNvSpPr/>
          <p:nvPr/>
        </p:nvSpPr>
        <p:spPr>
          <a:xfrm>
            <a:off x="6684461" y="2219267"/>
            <a:ext cx="4659255" cy="1888358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654429"/>
              <a:gd name="connsiteY0" fmla="*/ 516771 h 1733574"/>
              <a:gd name="connsiteX1" fmla="*/ 3268841 w 3654429"/>
              <a:gd name="connsiteY1" fmla="*/ 180999 h 1733574"/>
              <a:gd name="connsiteX2" fmla="*/ 3202166 w 3654429"/>
              <a:gd name="connsiteY2" fmla="*/ 1733574 h 1733574"/>
              <a:gd name="connsiteX0" fmla="*/ 0 w 3654429"/>
              <a:gd name="connsiteY0" fmla="*/ 484692 h 1701495"/>
              <a:gd name="connsiteX1" fmla="*/ 3268841 w 3654429"/>
              <a:gd name="connsiteY1" fmla="*/ 148920 h 1701495"/>
              <a:gd name="connsiteX2" fmla="*/ 3202166 w 3654429"/>
              <a:gd name="connsiteY2" fmla="*/ 1701495 h 1701495"/>
              <a:gd name="connsiteX0" fmla="*/ 0 w 3616261"/>
              <a:gd name="connsiteY0" fmla="*/ 484692 h 1718364"/>
              <a:gd name="connsiteX1" fmla="*/ 3268841 w 3616261"/>
              <a:gd name="connsiteY1" fmla="*/ 148920 h 1718364"/>
              <a:gd name="connsiteX2" fmla="*/ 3093630 w 3616261"/>
              <a:gd name="connsiteY2" fmla="*/ 1718364 h 1718364"/>
              <a:gd name="connsiteX0" fmla="*/ 0 w 3664155"/>
              <a:gd name="connsiteY0" fmla="*/ 484692 h 1718364"/>
              <a:gd name="connsiteX1" fmla="*/ 3268841 w 3664155"/>
              <a:gd name="connsiteY1" fmla="*/ 148920 h 1718364"/>
              <a:gd name="connsiteX2" fmla="*/ 3093630 w 3664155"/>
              <a:gd name="connsiteY2" fmla="*/ 1718364 h 1718364"/>
              <a:gd name="connsiteX0" fmla="*/ 0 w 3686912"/>
              <a:gd name="connsiteY0" fmla="*/ 508122 h 1741794"/>
              <a:gd name="connsiteX1" fmla="*/ 3305020 w 3686912"/>
              <a:gd name="connsiteY1" fmla="*/ 147047 h 1741794"/>
              <a:gd name="connsiteX2" fmla="*/ 3093630 w 3686912"/>
              <a:gd name="connsiteY2" fmla="*/ 1741794 h 174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6912" h="1741794">
                <a:moveTo>
                  <a:pt x="0" y="508122"/>
                </a:moveTo>
                <a:cubicBezTo>
                  <a:pt x="1566106" y="1180592"/>
                  <a:pt x="2190595" y="-487953"/>
                  <a:pt x="3305020" y="147047"/>
                </a:cubicBezTo>
                <a:cubicBezTo>
                  <a:pt x="3965420" y="588372"/>
                  <a:pt x="3687090" y="1574815"/>
                  <a:pt x="3093630" y="1741794"/>
                </a:cubicBezTo>
              </a:path>
            </a:pathLst>
          </a:cu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Freeform 32">
            <a:extLst>
              <a:ext uri="{FF2B5EF4-FFF2-40B4-BE49-F238E27FC236}">
                <a16:creationId xmlns:a16="http://schemas.microsoft.com/office/drawing/2014/main" id="{E05FA7E4-442D-B9EB-2FAC-9D781993A49B}"/>
              </a:ext>
            </a:extLst>
          </p:cNvPr>
          <p:cNvSpPr/>
          <p:nvPr/>
        </p:nvSpPr>
        <p:spPr>
          <a:xfrm>
            <a:off x="6812724" y="1586785"/>
            <a:ext cx="4475986" cy="2041529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531644"/>
              <a:gd name="connsiteY0" fmla="*/ 731919 h 1710812"/>
              <a:gd name="connsiteX1" fmla="*/ 3146056 w 3531644"/>
              <a:gd name="connsiteY1" fmla="*/ 158237 h 1710812"/>
              <a:gd name="connsiteX2" fmla="*/ 3079381 w 3531644"/>
              <a:gd name="connsiteY2" fmla="*/ 1710812 h 1710812"/>
              <a:gd name="connsiteX0" fmla="*/ 0 w 3531644"/>
              <a:gd name="connsiteY0" fmla="*/ 746907 h 1725800"/>
              <a:gd name="connsiteX1" fmla="*/ 3146056 w 3531644"/>
              <a:gd name="connsiteY1" fmla="*/ 173225 h 1725800"/>
              <a:gd name="connsiteX2" fmla="*/ 3079381 w 3531644"/>
              <a:gd name="connsiteY2" fmla="*/ 1725800 h 1725800"/>
              <a:gd name="connsiteX0" fmla="*/ 0 w 3464062"/>
              <a:gd name="connsiteY0" fmla="*/ 746907 h 1666780"/>
              <a:gd name="connsiteX1" fmla="*/ 3146056 w 3464062"/>
              <a:gd name="connsiteY1" fmla="*/ 173225 h 1666780"/>
              <a:gd name="connsiteX2" fmla="*/ 2872810 w 3464062"/>
              <a:gd name="connsiteY2" fmla="*/ 1666780 h 1666780"/>
              <a:gd name="connsiteX0" fmla="*/ 0 w 3395216"/>
              <a:gd name="connsiteY0" fmla="*/ 844990 h 1764863"/>
              <a:gd name="connsiteX1" fmla="*/ 3047689 w 3395216"/>
              <a:gd name="connsiteY1" fmla="*/ 163104 h 1764863"/>
              <a:gd name="connsiteX2" fmla="*/ 2872810 w 3395216"/>
              <a:gd name="connsiteY2" fmla="*/ 1764863 h 1764863"/>
              <a:gd name="connsiteX0" fmla="*/ 0 w 3423550"/>
              <a:gd name="connsiteY0" fmla="*/ 802135 h 1722008"/>
              <a:gd name="connsiteX1" fmla="*/ 3088947 w 3423550"/>
              <a:gd name="connsiteY1" fmla="*/ 167363 h 1722008"/>
              <a:gd name="connsiteX2" fmla="*/ 2872810 w 3423550"/>
              <a:gd name="connsiteY2" fmla="*/ 1722008 h 1722008"/>
              <a:gd name="connsiteX0" fmla="*/ 0 w 3365966"/>
              <a:gd name="connsiteY0" fmla="*/ 802135 h 1722008"/>
              <a:gd name="connsiteX1" fmla="*/ 3088947 w 3365966"/>
              <a:gd name="connsiteY1" fmla="*/ 167363 h 1722008"/>
              <a:gd name="connsiteX2" fmla="*/ 2872810 w 3365966"/>
              <a:gd name="connsiteY2" fmla="*/ 1722008 h 1722008"/>
              <a:gd name="connsiteX0" fmla="*/ 0 w 3365966"/>
              <a:gd name="connsiteY0" fmla="*/ 825751 h 1745624"/>
              <a:gd name="connsiteX1" fmla="*/ 3088947 w 3365966"/>
              <a:gd name="connsiteY1" fmla="*/ 190979 h 1745624"/>
              <a:gd name="connsiteX2" fmla="*/ 2872810 w 3365966"/>
              <a:gd name="connsiteY2" fmla="*/ 1745624 h 1745624"/>
              <a:gd name="connsiteX0" fmla="*/ 0 w 3365966"/>
              <a:gd name="connsiteY0" fmla="*/ 833266 h 1753139"/>
              <a:gd name="connsiteX1" fmla="*/ 3088947 w 3365966"/>
              <a:gd name="connsiteY1" fmla="*/ 198494 h 1753139"/>
              <a:gd name="connsiteX2" fmla="*/ 2872810 w 3365966"/>
              <a:gd name="connsiteY2" fmla="*/ 1753139 h 1753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65966" h="1753139">
                <a:moveTo>
                  <a:pt x="0" y="833266"/>
                </a:moveTo>
                <a:cubicBezTo>
                  <a:pt x="1599797" y="869782"/>
                  <a:pt x="2153307" y="-499324"/>
                  <a:pt x="3088947" y="198494"/>
                </a:cubicBezTo>
                <a:cubicBezTo>
                  <a:pt x="3618697" y="671228"/>
                  <a:pt x="3299848" y="1510252"/>
                  <a:pt x="2872810" y="1753139"/>
                </a:cubicBezTo>
              </a:path>
            </a:pathLst>
          </a:custGeom>
          <a:ln w="38100">
            <a:solidFill>
              <a:schemeClr val="accent1">
                <a:lumMod val="60000"/>
                <a:lumOff val="40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BC1B108-4D3A-4D95-A9F4-F9FA6D0DAEA9}"/>
              </a:ext>
            </a:extLst>
          </p:cNvPr>
          <p:cNvGrpSpPr/>
          <p:nvPr/>
        </p:nvGrpSpPr>
        <p:grpSpPr>
          <a:xfrm>
            <a:off x="6798514" y="2694208"/>
            <a:ext cx="4737438" cy="2692080"/>
            <a:chOff x="4860032" y="2722140"/>
            <a:chExt cx="4137235" cy="2358084"/>
          </a:xfrm>
          <a:solidFill>
            <a:srgbClr val="FAB117"/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F66FF68-D42A-D2DA-2EF0-71F1FB15A7FE}"/>
                </a:ext>
              </a:extLst>
            </p:cNvPr>
            <p:cNvSpPr/>
            <p:nvPr/>
          </p:nvSpPr>
          <p:spPr>
            <a:xfrm>
              <a:off x="7920367" y="3639486"/>
              <a:ext cx="848907" cy="84890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DF3C506-1AF2-0FE8-BE5F-A94FBC709C69}"/>
                </a:ext>
              </a:extLst>
            </p:cNvPr>
            <p:cNvSpPr/>
            <p:nvPr/>
          </p:nvSpPr>
          <p:spPr>
            <a:xfrm>
              <a:off x="7262783" y="3098159"/>
              <a:ext cx="1008112" cy="100811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F305328-C756-F2E8-2805-AAEE8C622628}"/>
                </a:ext>
              </a:extLst>
            </p:cNvPr>
            <p:cNvSpPr/>
            <p:nvPr/>
          </p:nvSpPr>
          <p:spPr>
            <a:xfrm>
              <a:off x="6685384" y="2722140"/>
              <a:ext cx="848907" cy="84890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1038F7-07DB-9D9E-EE87-25EA48A2E3CB}"/>
                </a:ext>
              </a:extLst>
            </p:cNvPr>
            <p:cNvSpPr/>
            <p:nvPr/>
          </p:nvSpPr>
          <p:spPr>
            <a:xfrm>
              <a:off x="6340614" y="3129347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CC0C991-DEA0-70CD-9664-F56C51403ACC}"/>
                </a:ext>
              </a:extLst>
            </p:cNvPr>
            <p:cNvSpPr/>
            <p:nvPr/>
          </p:nvSpPr>
          <p:spPr>
            <a:xfrm>
              <a:off x="5443921" y="3146594"/>
              <a:ext cx="606442" cy="60644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D549C84-5228-84F2-6D44-7DBBDFECB539}"/>
                </a:ext>
              </a:extLst>
            </p:cNvPr>
            <p:cNvSpPr/>
            <p:nvPr/>
          </p:nvSpPr>
          <p:spPr>
            <a:xfrm>
              <a:off x="4860032" y="3387080"/>
              <a:ext cx="848907" cy="84890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056A54A-4BC6-D432-8584-D93E0456E527}"/>
                </a:ext>
              </a:extLst>
            </p:cNvPr>
            <p:cNvSpPr/>
            <p:nvPr/>
          </p:nvSpPr>
          <p:spPr>
            <a:xfrm>
              <a:off x="5892004" y="2824913"/>
              <a:ext cx="947359" cy="94735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DA5750C-A83A-64D9-4AAD-C30F27E1C009}"/>
                </a:ext>
              </a:extLst>
            </p:cNvPr>
            <p:cNvSpPr/>
            <p:nvPr/>
          </p:nvSpPr>
          <p:spPr>
            <a:xfrm>
              <a:off x="7041844" y="3498069"/>
              <a:ext cx="606442" cy="60644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76A224D-4366-DA41-C5E9-7ABD1E2E9038}"/>
                </a:ext>
              </a:extLst>
            </p:cNvPr>
            <p:cNvSpPr/>
            <p:nvPr/>
          </p:nvSpPr>
          <p:spPr>
            <a:xfrm>
              <a:off x="5070929" y="4106271"/>
              <a:ext cx="606442" cy="60644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38647CA-374E-605C-4BE2-95D3A7E7D40F}"/>
                </a:ext>
              </a:extLst>
            </p:cNvPr>
            <p:cNvSpPr/>
            <p:nvPr/>
          </p:nvSpPr>
          <p:spPr>
            <a:xfrm>
              <a:off x="5436096" y="3449815"/>
              <a:ext cx="1008112" cy="100811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4FB776F-7E11-B5BB-DBF3-9859AD5882DB}"/>
                </a:ext>
              </a:extLst>
            </p:cNvPr>
            <p:cNvSpPr/>
            <p:nvPr/>
          </p:nvSpPr>
          <p:spPr>
            <a:xfrm>
              <a:off x="6283711" y="3755572"/>
              <a:ext cx="914400" cy="914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783B9C3-BD58-105E-50F3-5BE4CF63ABF0}"/>
                </a:ext>
              </a:extLst>
            </p:cNvPr>
            <p:cNvSpPr/>
            <p:nvPr/>
          </p:nvSpPr>
          <p:spPr>
            <a:xfrm>
              <a:off x="6846358" y="3831982"/>
              <a:ext cx="1145423" cy="11454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E7F9B66-732F-7E85-7DF4-518F23325413}"/>
                </a:ext>
              </a:extLst>
            </p:cNvPr>
            <p:cNvSpPr/>
            <p:nvPr/>
          </p:nvSpPr>
          <p:spPr>
            <a:xfrm>
              <a:off x="7451578" y="3908925"/>
              <a:ext cx="1008112" cy="10081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BD529AB-0FF2-FADB-DCE2-D6E2C38707C7}"/>
                </a:ext>
              </a:extLst>
            </p:cNvPr>
            <p:cNvSpPr/>
            <p:nvPr/>
          </p:nvSpPr>
          <p:spPr>
            <a:xfrm>
              <a:off x="5619767" y="4034023"/>
              <a:ext cx="1008112" cy="100811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75EC663-4325-008E-1584-971CC8D0D967}"/>
                </a:ext>
              </a:extLst>
            </p:cNvPr>
            <p:cNvSpPr/>
            <p:nvPr/>
          </p:nvSpPr>
          <p:spPr>
            <a:xfrm>
              <a:off x="8311441" y="4394398"/>
              <a:ext cx="685826" cy="68582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BF0001E-8182-49CB-44A7-F6B30EA0C657}"/>
              </a:ext>
            </a:extLst>
          </p:cNvPr>
          <p:cNvSpPr/>
          <p:nvPr/>
        </p:nvSpPr>
        <p:spPr>
          <a:xfrm>
            <a:off x="8051662" y="2228695"/>
            <a:ext cx="207062" cy="207062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155DF6-B36E-8958-35A4-904545F00808}"/>
              </a:ext>
            </a:extLst>
          </p:cNvPr>
          <p:cNvSpPr/>
          <p:nvPr/>
        </p:nvSpPr>
        <p:spPr>
          <a:xfrm>
            <a:off x="9206227" y="1934136"/>
            <a:ext cx="310065" cy="31006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EA85E7-DC80-F811-C773-C6BAD1535DD1}"/>
              </a:ext>
            </a:extLst>
          </p:cNvPr>
          <p:cNvSpPr/>
          <p:nvPr/>
        </p:nvSpPr>
        <p:spPr>
          <a:xfrm>
            <a:off x="11005620" y="2489717"/>
            <a:ext cx="207062" cy="207062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12A7C26-2181-CF7D-0BA7-FE519FE04BEA}"/>
              </a:ext>
            </a:extLst>
          </p:cNvPr>
          <p:cNvSpPr/>
          <p:nvPr/>
        </p:nvSpPr>
        <p:spPr>
          <a:xfrm>
            <a:off x="7482892" y="2636413"/>
            <a:ext cx="207062" cy="207062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672D27-76AA-9D33-84C4-D78B149FF657}"/>
              </a:ext>
            </a:extLst>
          </p:cNvPr>
          <p:cNvSpPr/>
          <p:nvPr/>
        </p:nvSpPr>
        <p:spPr>
          <a:xfrm>
            <a:off x="10403523" y="1557820"/>
            <a:ext cx="107040" cy="10704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F5D54BA-2DDF-F8EE-C128-EF9F200BFF53}"/>
              </a:ext>
            </a:extLst>
          </p:cNvPr>
          <p:cNvSpPr/>
          <p:nvPr/>
        </p:nvSpPr>
        <p:spPr>
          <a:xfrm>
            <a:off x="8880765" y="2550547"/>
            <a:ext cx="107040" cy="10704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Isosceles Triangle 41">
            <a:extLst>
              <a:ext uri="{FF2B5EF4-FFF2-40B4-BE49-F238E27FC236}">
                <a16:creationId xmlns:a16="http://schemas.microsoft.com/office/drawing/2014/main" id="{633B6149-AF24-39DB-C3D0-E6A2977C2011}"/>
              </a:ext>
            </a:extLst>
          </p:cNvPr>
          <p:cNvSpPr/>
          <p:nvPr/>
        </p:nvSpPr>
        <p:spPr>
          <a:xfrm>
            <a:off x="1478032" y="3620500"/>
            <a:ext cx="259592" cy="372887"/>
          </a:xfrm>
          <a:custGeom>
            <a:avLst/>
            <a:gdLst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273826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67278 w 2736000"/>
              <a:gd name="connsiteY5" fmla="*/ 2273826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35821 w 2736000"/>
              <a:gd name="connsiteY1" fmla="*/ 2564417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98105 w 2736000"/>
              <a:gd name="connsiteY4" fmla="*/ 2565503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54231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45026 w 2736000"/>
              <a:gd name="connsiteY1" fmla="*/ 2558281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45026 w 2736000"/>
              <a:gd name="connsiteY1" fmla="*/ 2558281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66505 w 2736000"/>
              <a:gd name="connsiteY1" fmla="*/ 257362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66505 w 2736000"/>
              <a:gd name="connsiteY1" fmla="*/ 257362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97963 w 2736000"/>
              <a:gd name="connsiteY0" fmla="*/ 2421112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97963 w 2736000"/>
              <a:gd name="connsiteY5" fmla="*/ 2421112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78778 w 2736000"/>
              <a:gd name="connsiteY1" fmla="*/ 2576692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63436 w 2736000"/>
              <a:gd name="connsiteY1" fmla="*/ 2564418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79552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79552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4231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32752 w 2736000"/>
              <a:gd name="connsiteY1" fmla="*/ 2552144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26615 w 2736000"/>
              <a:gd name="connsiteY1" fmla="*/ 2567486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2576 w 2736000"/>
              <a:gd name="connsiteY1" fmla="*/ 2576139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  <a:gd name="connsiteX0" fmla="*/ 1367278 w 2736000"/>
              <a:gd name="connsiteY0" fmla="*/ 2418044 h 3930092"/>
              <a:gd name="connsiteX1" fmla="*/ 1552576 w 2736000"/>
              <a:gd name="connsiteY1" fmla="*/ 2576139 h 3930092"/>
              <a:gd name="connsiteX2" fmla="*/ 2088000 w 2736000"/>
              <a:gd name="connsiteY2" fmla="*/ 3520946 h 3930092"/>
              <a:gd name="connsiteX3" fmla="*/ 648080 w 2736000"/>
              <a:gd name="connsiteY3" fmla="*/ 3506285 h 3930092"/>
              <a:gd name="connsiteX4" fmla="*/ 1182763 w 2736000"/>
              <a:gd name="connsiteY4" fmla="*/ 2571640 h 3930092"/>
              <a:gd name="connsiteX5" fmla="*/ 1367278 w 2736000"/>
              <a:gd name="connsiteY5" fmla="*/ 2418044 h 3930092"/>
              <a:gd name="connsiteX6" fmla="*/ 648003 w 2736000"/>
              <a:gd name="connsiteY6" fmla="*/ 793859 h 3930092"/>
              <a:gd name="connsiteX7" fmla="*/ 2087849 w 2736000"/>
              <a:gd name="connsiteY7" fmla="*/ 808518 h 3930092"/>
              <a:gd name="connsiteX8" fmla="*/ 1641214 w 2736000"/>
              <a:gd name="connsiteY8" fmla="*/ 1449982 h 3930092"/>
              <a:gd name="connsiteX9" fmla="*/ 1368003 w 2736000"/>
              <a:gd name="connsiteY9" fmla="*/ 1937706 h 3930092"/>
              <a:gd name="connsiteX10" fmla="*/ 1094068 w 2736000"/>
              <a:gd name="connsiteY10" fmla="*/ 1448735 h 3930092"/>
              <a:gd name="connsiteX11" fmla="*/ 648003 w 2736000"/>
              <a:gd name="connsiteY11" fmla="*/ 793859 h 3930092"/>
              <a:gd name="connsiteX12" fmla="*/ 516625 w 2736000"/>
              <a:gd name="connsiteY12" fmla="*/ 299874 h 3930092"/>
              <a:gd name="connsiteX13" fmla="*/ 516625 w 2736000"/>
              <a:gd name="connsiteY13" fmla="*/ 449580 h 3930092"/>
              <a:gd name="connsiteX14" fmla="*/ 1029987 w 2736000"/>
              <a:gd name="connsiteY14" fmla="*/ 1557992 h 3930092"/>
              <a:gd name="connsiteX15" fmla="*/ 1146996 w 2736000"/>
              <a:gd name="connsiteY15" fmla="*/ 2057479 h 3930092"/>
              <a:gd name="connsiteX16" fmla="*/ 1055065 w 2736000"/>
              <a:gd name="connsiteY16" fmla="*/ 2431585 h 3930092"/>
              <a:gd name="connsiteX17" fmla="*/ 539378 w 2736000"/>
              <a:gd name="connsiteY17" fmla="*/ 3468615 h 3930092"/>
              <a:gd name="connsiteX18" fmla="*/ 539378 w 2736000"/>
              <a:gd name="connsiteY18" fmla="*/ 3604591 h 3930092"/>
              <a:gd name="connsiteX19" fmla="*/ 2196077 w 2736000"/>
              <a:gd name="connsiteY19" fmla="*/ 3604591 h 3930092"/>
              <a:gd name="connsiteX20" fmla="*/ 2196077 w 2736000"/>
              <a:gd name="connsiteY20" fmla="*/ 3468615 h 3930092"/>
              <a:gd name="connsiteX21" fmla="*/ 1695313 w 2736000"/>
              <a:gd name="connsiteY21" fmla="*/ 2440912 h 3930092"/>
              <a:gd name="connsiteX22" fmla="*/ 1617547 w 2736000"/>
              <a:gd name="connsiteY22" fmla="*/ 2049252 h 3930092"/>
              <a:gd name="connsiteX23" fmla="*/ 1719395 w 2736000"/>
              <a:gd name="connsiteY23" fmla="*/ 1540961 h 3930092"/>
              <a:gd name="connsiteX24" fmla="*/ 2207952 w 2736000"/>
              <a:gd name="connsiteY24" fmla="*/ 449580 h 3930092"/>
              <a:gd name="connsiteX25" fmla="*/ 2207952 w 2736000"/>
              <a:gd name="connsiteY25" fmla="*/ 299874 h 3930092"/>
              <a:gd name="connsiteX26" fmla="*/ 516625 w 2736000"/>
              <a:gd name="connsiteY26" fmla="*/ 299874 h 3930092"/>
              <a:gd name="connsiteX27" fmla="*/ 144000 w 2736000"/>
              <a:gd name="connsiteY27" fmla="*/ 0 h 3930092"/>
              <a:gd name="connsiteX28" fmla="*/ 2592000 w 2736000"/>
              <a:gd name="connsiteY28" fmla="*/ 0 h 3930092"/>
              <a:gd name="connsiteX29" fmla="*/ 2736000 w 2736000"/>
              <a:gd name="connsiteY29" fmla="*/ 144000 h 3930092"/>
              <a:gd name="connsiteX30" fmla="*/ 2592000 w 2736000"/>
              <a:gd name="connsiteY30" fmla="*/ 288000 h 3930092"/>
              <a:gd name="connsiteX31" fmla="*/ 2396702 w 2736000"/>
              <a:gd name="connsiteY31" fmla="*/ 288000 h 3930092"/>
              <a:gd name="connsiteX32" fmla="*/ 2396702 w 2736000"/>
              <a:gd name="connsiteY32" fmla="*/ 413234 h 3930092"/>
              <a:gd name="connsiteX33" fmla="*/ 1815389 w 2736000"/>
              <a:gd name="connsiteY33" fmla="*/ 1665324 h 3930092"/>
              <a:gd name="connsiteX34" fmla="*/ 1753098 w 2736000"/>
              <a:gd name="connsiteY34" fmla="*/ 1974987 h 3930092"/>
              <a:gd name="connsiteX35" fmla="*/ 1825752 w 2736000"/>
              <a:gd name="connsiteY35" fmla="*/ 2312143 h 3930092"/>
              <a:gd name="connsiteX36" fmla="*/ 2395980 w 2736000"/>
              <a:gd name="connsiteY36" fmla="*/ 3557007 h 3930092"/>
              <a:gd name="connsiteX37" fmla="*/ 2395980 w 2736000"/>
              <a:gd name="connsiteY37" fmla="*/ 3642092 h 3930092"/>
              <a:gd name="connsiteX38" fmla="*/ 2592000 w 2736000"/>
              <a:gd name="connsiteY38" fmla="*/ 3642092 h 3930092"/>
              <a:gd name="connsiteX39" fmla="*/ 2736000 w 2736000"/>
              <a:gd name="connsiteY39" fmla="*/ 3786092 h 3930092"/>
              <a:gd name="connsiteX40" fmla="*/ 2592000 w 2736000"/>
              <a:gd name="connsiteY40" fmla="*/ 3930092 h 3930092"/>
              <a:gd name="connsiteX41" fmla="*/ 144000 w 2736000"/>
              <a:gd name="connsiteY41" fmla="*/ 3930092 h 3930092"/>
              <a:gd name="connsiteX42" fmla="*/ 0 w 2736000"/>
              <a:gd name="connsiteY42" fmla="*/ 3786092 h 3930092"/>
              <a:gd name="connsiteX43" fmla="*/ 144000 w 2736000"/>
              <a:gd name="connsiteY43" fmla="*/ 3642092 h 3930092"/>
              <a:gd name="connsiteX44" fmla="*/ 338578 w 2736000"/>
              <a:gd name="connsiteY44" fmla="*/ 3642092 h 3930092"/>
              <a:gd name="connsiteX45" fmla="*/ 338578 w 2736000"/>
              <a:gd name="connsiteY45" fmla="*/ 3557007 h 3930092"/>
              <a:gd name="connsiteX46" fmla="*/ 951672 w 2736000"/>
              <a:gd name="connsiteY46" fmla="*/ 2284199 h 3930092"/>
              <a:gd name="connsiteX47" fmla="*/ 1012216 w 2736000"/>
              <a:gd name="connsiteY47" fmla="*/ 1995181 h 3930092"/>
              <a:gd name="connsiteX48" fmla="*/ 943195 w 2736000"/>
              <a:gd name="connsiteY48" fmla="*/ 1693402 h 3930092"/>
              <a:gd name="connsiteX49" fmla="*/ 339300 w 2736000"/>
              <a:gd name="connsiteY49" fmla="*/ 413234 h 3930092"/>
              <a:gd name="connsiteX50" fmla="*/ 339300 w 2736000"/>
              <a:gd name="connsiteY50" fmla="*/ 288000 h 3930092"/>
              <a:gd name="connsiteX51" fmla="*/ 144000 w 2736000"/>
              <a:gd name="connsiteY51" fmla="*/ 288000 h 3930092"/>
              <a:gd name="connsiteX52" fmla="*/ 0 w 2736000"/>
              <a:gd name="connsiteY52" fmla="*/ 144000 h 3930092"/>
              <a:gd name="connsiteX53" fmla="*/ 144000 w 2736000"/>
              <a:gd name="connsiteY53" fmla="*/ 0 h 3930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2736000" h="3930092">
                <a:moveTo>
                  <a:pt x="1367278" y="2418044"/>
                </a:moveTo>
                <a:cubicBezTo>
                  <a:pt x="1475622" y="2496498"/>
                  <a:pt x="1442256" y="2523346"/>
                  <a:pt x="1552576" y="2576139"/>
                </a:cubicBezTo>
                <a:cubicBezTo>
                  <a:pt x="1866725" y="2636040"/>
                  <a:pt x="2088000" y="3057033"/>
                  <a:pt x="2088000" y="3520946"/>
                </a:cubicBezTo>
                <a:lnTo>
                  <a:pt x="648080" y="3506285"/>
                </a:lnTo>
                <a:cubicBezTo>
                  <a:pt x="653073" y="3048089"/>
                  <a:pt x="871005" y="2673776"/>
                  <a:pt x="1182763" y="2571640"/>
                </a:cubicBezTo>
                <a:cubicBezTo>
                  <a:pt x="1280064" y="2508169"/>
                  <a:pt x="1254632" y="2499927"/>
                  <a:pt x="1367278" y="2418044"/>
                </a:cubicBezTo>
                <a:close/>
                <a:moveTo>
                  <a:pt x="648003" y="793859"/>
                </a:moveTo>
                <a:lnTo>
                  <a:pt x="2087849" y="808518"/>
                </a:lnTo>
                <a:cubicBezTo>
                  <a:pt x="2081743" y="1099400"/>
                  <a:pt x="1898532" y="1346081"/>
                  <a:pt x="1641214" y="1449982"/>
                </a:cubicBezTo>
                <a:cubicBezTo>
                  <a:pt x="1581100" y="1476031"/>
                  <a:pt x="1454311" y="1749732"/>
                  <a:pt x="1368003" y="1937706"/>
                </a:cubicBezTo>
                <a:cubicBezTo>
                  <a:pt x="1290978" y="1744554"/>
                  <a:pt x="1168712" y="1479962"/>
                  <a:pt x="1094068" y="1448735"/>
                </a:cubicBezTo>
                <a:cubicBezTo>
                  <a:pt x="831917" y="1343398"/>
                  <a:pt x="648003" y="1089607"/>
                  <a:pt x="648003" y="793859"/>
                </a:cubicBezTo>
                <a:close/>
                <a:moveTo>
                  <a:pt x="516625" y="299874"/>
                </a:moveTo>
                <a:lnTo>
                  <a:pt x="516625" y="449580"/>
                </a:lnTo>
                <a:cubicBezTo>
                  <a:pt x="516625" y="947043"/>
                  <a:pt x="728081" y="1374116"/>
                  <a:pt x="1029987" y="1557992"/>
                </a:cubicBezTo>
                <a:cubicBezTo>
                  <a:pt x="1152140" y="1645374"/>
                  <a:pt x="1146996" y="1879118"/>
                  <a:pt x="1146996" y="2057479"/>
                </a:cubicBezTo>
                <a:cubicBezTo>
                  <a:pt x="1146996" y="2199170"/>
                  <a:pt x="1165085" y="2330604"/>
                  <a:pt x="1055065" y="2431585"/>
                </a:cubicBezTo>
                <a:cubicBezTo>
                  <a:pt x="746548" y="2590263"/>
                  <a:pt x="539378" y="3004916"/>
                  <a:pt x="539378" y="3468615"/>
                </a:cubicBezTo>
                <a:lnTo>
                  <a:pt x="539378" y="3604591"/>
                </a:lnTo>
                <a:lnTo>
                  <a:pt x="2196077" y="3604591"/>
                </a:lnTo>
                <a:lnTo>
                  <a:pt x="2196077" y="3468615"/>
                </a:lnTo>
                <a:cubicBezTo>
                  <a:pt x="2196077" y="3023625"/>
                  <a:pt x="1980552" y="2629673"/>
                  <a:pt x="1695313" y="2440912"/>
                </a:cubicBezTo>
                <a:cubicBezTo>
                  <a:pt x="1597256" y="2355530"/>
                  <a:pt x="1621109" y="2199255"/>
                  <a:pt x="1617547" y="2049252"/>
                </a:cubicBezTo>
                <a:cubicBezTo>
                  <a:pt x="1614246" y="1910233"/>
                  <a:pt x="1594005" y="1638458"/>
                  <a:pt x="1719395" y="1540961"/>
                </a:cubicBezTo>
                <a:cubicBezTo>
                  <a:pt x="2008283" y="1349911"/>
                  <a:pt x="2207952" y="932979"/>
                  <a:pt x="2207952" y="449580"/>
                </a:cubicBezTo>
                <a:lnTo>
                  <a:pt x="2207952" y="299874"/>
                </a:lnTo>
                <a:lnTo>
                  <a:pt x="516625" y="299874"/>
                </a:lnTo>
                <a:close/>
                <a:moveTo>
                  <a:pt x="144000" y="0"/>
                </a:moveTo>
                <a:lnTo>
                  <a:pt x="2592000" y="0"/>
                </a:lnTo>
                <a:cubicBezTo>
                  <a:pt x="2671529" y="0"/>
                  <a:pt x="2736000" y="64471"/>
                  <a:pt x="2736000" y="144000"/>
                </a:cubicBezTo>
                <a:cubicBezTo>
                  <a:pt x="2736000" y="223529"/>
                  <a:pt x="2671529" y="288000"/>
                  <a:pt x="2592000" y="288000"/>
                </a:cubicBezTo>
                <a:lnTo>
                  <a:pt x="2396702" y="288000"/>
                </a:lnTo>
                <a:lnTo>
                  <a:pt x="2396702" y="413234"/>
                </a:lnTo>
                <a:cubicBezTo>
                  <a:pt x="2396702" y="964640"/>
                  <a:pt x="2159804" y="1441170"/>
                  <a:pt x="1815389" y="1665324"/>
                </a:cubicBezTo>
                <a:cubicBezTo>
                  <a:pt x="1718143" y="1767020"/>
                  <a:pt x="1749155" y="1822697"/>
                  <a:pt x="1753098" y="1974987"/>
                </a:cubicBezTo>
                <a:cubicBezTo>
                  <a:pt x="1757412" y="2141597"/>
                  <a:pt x="1739638" y="2200230"/>
                  <a:pt x="1825752" y="2312143"/>
                </a:cubicBezTo>
                <a:cubicBezTo>
                  <a:pt x="2164142" y="2539312"/>
                  <a:pt x="2395980" y="3011520"/>
                  <a:pt x="2395980" y="3557007"/>
                </a:cubicBezTo>
                <a:lnTo>
                  <a:pt x="2395980" y="3642092"/>
                </a:lnTo>
                <a:lnTo>
                  <a:pt x="2592000" y="3642092"/>
                </a:lnTo>
                <a:cubicBezTo>
                  <a:pt x="2671529" y="3642092"/>
                  <a:pt x="2736000" y="3706563"/>
                  <a:pt x="2736000" y="3786092"/>
                </a:cubicBezTo>
                <a:cubicBezTo>
                  <a:pt x="2736000" y="3865621"/>
                  <a:pt x="2671529" y="3930092"/>
                  <a:pt x="2592000" y="3930092"/>
                </a:cubicBezTo>
                <a:lnTo>
                  <a:pt x="144000" y="3930092"/>
                </a:lnTo>
                <a:cubicBezTo>
                  <a:pt x="64471" y="3930092"/>
                  <a:pt x="0" y="3865621"/>
                  <a:pt x="0" y="3786092"/>
                </a:cubicBezTo>
                <a:cubicBezTo>
                  <a:pt x="0" y="3706563"/>
                  <a:pt x="64471" y="3642092"/>
                  <a:pt x="144000" y="3642092"/>
                </a:cubicBezTo>
                <a:lnTo>
                  <a:pt x="338578" y="3642092"/>
                </a:lnTo>
                <a:lnTo>
                  <a:pt x="338578" y="3557007"/>
                </a:lnTo>
                <a:cubicBezTo>
                  <a:pt x="338578" y="2988551"/>
                  <a:pt x="590352" y="2499674"/>
                  <a:pt x="951672" y="2284199"/>
                </a:cubicBezTo>
                <a:cubicBezTo>
                  <a:pt x="1026597" y="2195332"/>
                  <a:pt x="1008559" y="2142287"/>
                  <a:pt x="1012216" y="1995181"/>
                </a:cubicBezTo>
                <a:cubicBezTo>
                  <a:pt x="1001243" y="1843296"/>
                  <a:pt x="1013640" y="1774963"/>
                  <a:pt x="943195" y="1693402"/>
                </a:cubicBezTo>
                <a:cubicBezTo>
                  <a:pt x="584785" y="1476413"/>
                  <a:pt x="339300" y="978710"/>
                  <a:pt x="339300" y="413234"/>
                </a:cubicBezTo>
                <a:lnTo>
                  <a:pt x="339300" y="288000"/>
                </a:lnTo>
                <a:lnTo>
                  <a:pt x="144000" y="288000"/>
                </a:lnTo>
                <a:cubicBezTo>
                  <a:pt x="64471" y="288000"/>
                  <a:pt x="0" y="223529"/>
                  <a:pt x="0" y="144000"/>
                </a:cubicBezTo>
                <a:cubicBezTo>
                  <a:pt x="0" y="64471"/>
                  <a:pt x="64471" y="0"/>
                  <a:pt x="144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1" name="Rounded Rectangle 24">
            <a:extLst>
              <a:ext uri="{FF2B5EF4-FFF2-40B4-BE49-F238E27FC236}">
                <a16:creationId xmlns:a16="http://schemas.microsoft.com/office/drawing/2014/main" id="{D6526E34-7E9A-1F17-81AE-C3D264217EE8}"/>
              </a:ext>
            </a:extLst>
          </p:cNvPr>
          <p:cNvSpPr/>
          <p:nvPr/>
        </p:nvSpPr>
        <p:spPr>
          <a:xfrm>
            <a:off x="5339864" y="3661703"/>
            <a:ext cx="375422" cy="290481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2" name="Oval 57">
            <a:extLst>
              <a:ext uri="{FF2B5EF4-FFF2-40B4-BE49-F238E27FC236}">
                <a16:creationId xmlns:a16="http://schemas.microsoft.com/office/drawing/2014/main" id="{38FAC03C-73EC-D3C2-AF00-563FA34CCE7D}"/>
              </a:ext>
            </a:extLst>
          </p:cNvPr>
          <p:cNvSpPr/>
          <p:nvPr/>
        </p:nvSpPr>
        <p:spPr>
          <a:xfrm>
            <a:off x="11469902" y="3493347"/>
            <a:ext cx="118958" cy="118958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3" name="Oval 60">
            <a:extLst>
              <a:ext uri="{FF2B5EF4-FFF2-40B4-BE49-F238E27FC236}">
                <a16:creationId xmlns:a16="http://schemas.microsoft.com/office/drawing/2014/main" id="{39E4081E-606C-4D33-7FF3-049D5E0D75DC}"/>
              </a:ext>
            </a:extLst>
          </p:cNvPr>
          <p:cNvSpPr/>
          <p:nvPr/>
        </p:nvSpPr>
        <p:spPr>
          <a:xfrm>
            <a:off x="10821314" y="3344911"/>
            <a:ext cx="150774" cy="150774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F4A93C5-8BB1-1FD3-F8EC-8288737F5028}"/>
              </a:ext>
            </a:extLst>
          </p:cNvPr>
          <p:cNvSpPr/>
          <p:nvPr/>
        </p:nvSpPr>
        <p:spPr>
          <a:xfrm rot="1269389">
            <a:off x="4941876" y="1887746"/>
            <a:ext cx="3057697" cy="969496"/>
          </a:xfrm>
          <a:custGeom>
            <a:avLst/>
            <a:gdLst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91392 w 5673186"/>
              <a:gd name="connsiteY110" fmla="*/ 1414998 h 1798781"/>
              <a:gd name="connsiteX111" fmla="*/ 1732488 w 5673186"/>
              <a:gd name="connsiteY111" fmla="*/ 1414998 h 1798781"/>
              <a:gd name="connsiteX112" fmla="*/ 1730789 w 5673186"/>
              <a:gd name="connsiteY112" fmla="*/ 1403104 h 1798781"/>
              <a:gd name="connsiteX113" fmla="*/ 1695546 w 5673186"/>
              <a:gd name="connsiteY113" fmla="*/ 1450729 h 1798781"/>
              <a:gd name="connsiteX114" fmla="*/ 1694594 w 5673186"/>
              <a:gd name="connsiteY114" fmla="*/ 1474542 h 1798781"/>
              <a:gd name="connsiteX115" fmla="*/ 1706024 w 5673186"/>
              <a:gd name="connsiteY115" fmla="*/ 1482162 h 1798781"/>
              <a:gd name="connsiteX116" fmla="*/ 1711416 w 5673186"/>
              <a:gd name="connsiteY116" fmla="*/ 1472171 h 1798781"/>
              <a:gd name="connsiteX117" fmla="*/ 1711416 w 5673186"/>
              <a:gd name="connsiteY117" fmla="*/ 1495204 h 1798781"/>
              <a:gd name="connsiteX118" fmla="*/ 1706024 w 5673186"/>
              <a:gd name="connsiteY118" fmla="*/ 1499306 h 1798781"/>
              <a:gd name="connsiteX119" fmla="*/ 1698404 w 5673186"/>
              <a:gd name="connsiteY119" fmla="*/ 1536454 h 1798781"/>
              <a:gd name="connsiteX120" fmla="*/ 1708881 w 5673186"/>
              <a:gd name="connsiteY120" fmla="*/ 1593604 h 1798781"/>
              <a:gd name="connsiteX121" fmla="*/ 1697451 w 5673186"/>
              <a:gd name="connsiteY121" fmla="*/ 1592652 h 1798781"/>
              <a:gd name="connsiteX122" fmla="*/ 1687926 w 5673186"/>
              <a:gd name="connsiteY122" fmla="*/ 1601224 h 1798781"/>
              <a:gd name="connsiteX123" fmla="*/ 1702214 w 5673186"/>
              <a:gd name="connsiteY123" fmla="*/ 1605987 h 1798781"/>
              <a:gd name="connsiteX124" fmla="*/ 1743171 w 5673186"/>
              <a:gd name="connsiteY124" fmla="*/ 1650754 h 1798781"/>
              <a:gd name="connsiteX125" fmla="*/ 1726979 w 5673186"/>
              <a:gd name="connsiteY125" fmla="*/ 1704094 h 1798781"/>
              <a:gd name="connsiteX126" fmla="*/ 1676496 w 5673186"/>
              <a:gd name="connsiteY126" fmla="*/ 1701237 h 1798781"/>
              <a:gd name="connsiteX127" fmla="*/ 1665066 w 5673186"/>
              <a:gd name="connsiteY127" fmla="*/ 1682187 h 1798781"/>
              <a:gd name="connsiteX128" fmla="*/ 1633634 w 5673186"/>
              <a:gd name="connsiteY128" fmla="*/ 1683139 h 1798781"/>
              <a:gd name="connsiteX129" fmla="*/ 1597439 w 5673186"/>
              <a:gd name="connsiteY129" fmla="*/ 1699331 h 1798781"/>
              <a:gd name="connsiteX130" fmla="*/ 1573626 w 5673186"/>
              <a:gd name="connsiteY130" fmla="*/ 1669804 h 1798781"/>
              <a:gd name="connsiteX131" fmla="*/ 1592676 w 5673186"/>
              <a:gd name="connsiteY131" fmla="*/ 1636467 h 1798781"/>
              <a:gd name="connsiteX132" fmla="*/ 1599344 w 5673186"/>
              <a:gd name="connsiteY132" fmla="*/ 1620274 h 1798781"/>
              <a:gd name="connsiteX133" fmla="*/ 1543146 w 5673186"/>
              <a:gd name="connsiteY133" fmla="*/ 1605034 h 1798781"/>
              <a:gd name="connsiteX134" fmla="*/ 1568864 w 5673186"/>
              <a:gd name="connsiteY134" fmla="*/ 1517404 h 1798781"/>
              <a:gd name="connsiteX135" fmla="*/ 1609821 w 5673186"/>
              <a:gd name="connsiteY135" fmla="*/ 1535502 h 1798781"/>
              <a:gd name="connsiteX136" fmla="*/ 1615536 w 5673186"/>
              <a:gd name="connsiteY136" fmla="*/ 1555504 h 1798781"/>
              <a:gd name="connsiteX137" fmla="*/ 1628871 w 5673186"/>
              <a:gd name="connsiteY137" fmla="*/ 1565981 h 1798781"/>
              <a:gd name="connsiteX138" fmla="*/ 1640301 w 5673186"/>
              <a:gd name="connsiteY138" fmla="*/ 1554552 h 1798781"/>
              <a:gd name="connsiteX139" fmla="*/ 1645064 w 5673186"/>
              <a:gd name="connsiteY139" fmla="*/ 1513594 h 1798781"/>
              <a:gd name="connsiteX140" fmla="*/ 1625061 w 5673186"/>
              <a:gd name="connsiteY140" fmla="*/ 1436442 h 1798781"/>
              <a:gd name="connsiteX141" fmla="*/ 1619346 w 5673186"/>
              <a:gd name="connsiteY141" fmla="*/ 1374529 h 1798781"/>
              <a:gd name="connsiteX142" fmla="*/ 1560291 w 5673186"/>
              <a:gd name="connsiteY142" fmla="*/ 1371672 h 1798781"/>
              <a:gd name="connsiteX143" fmla="*/ 1461231 w 5673186"/>
              <a:gd name="connsiteY143" fmla="*/ 1354527 h 1798781"/>
              <a:gd name="connsiteX144" fmla="*/ 1400271 w 5673186"/>
              <a:gd name="connsiteY144" fmla="*/ 1341192 h 1798781"/>
              <a:gd name="connsiteX145" fmla="*/ 1382174 w 5673186"/>
              <a:gd name="connsiteY145" fmla="*/ 1335477 h 1798781"/>
              <a:gd name="connsiteX146" fmla="*/ 1380269 w 5673186"/>
              <a:gd name="connsiteY146" fmla="*/ 1354527 h 1798781"/>
              <a:gd name="connsiteX147" fmla="*/ 1376459 w 5673186"/>
              <a:gd name="connsiteY147" fmla="*/ 1392627 h 1798781"/>
              <a:gd name="connsiteX148" fmla="*/ 1331691 w 5673186"/>
              <a:gd name="connsiteY148" fmla="*/ 1401199 h 1798781"/>
              <a:gd name="connsiteX149" fmla="*/ 1293591 w 5673186"/>
              <a:gd name="connsiteY149" fmla="*/ 1379292 h 1798781"/>
              <a:gd name="connsiteX150" fmla="*/ 1285971 w 5673186"/>
              <a:gd name="connsiteY150" fmla="*/ 1367862 h 1798781"/>
              <a:gd name="connsiteX151" fmla="*/ 1281209 w 5673186"/>
              <a:gd name="connsiteY151" fmla="*/ 1374529 h 1798781"/>
              <a:gd name="connsiteX152" fmla="*/ 1237394 w 5673186"/>
              <a:gd name="connsiteY152" fmla="*/ 1402152 h 1798781"/>
              <a:gd name="connsiteX153" fmla="*/ 1182149 w 5673186"/>
              <a:gd name="connsiteY153" fmla="*/ 1358337 h 1798781"/>
              <a:gd name="connsiteX154" fmla="*/ 1190721 w 5673186"/>
              <a:gd name="connsiteY154" fmla="*/ 1304997 h 1798781"/>
              <a:gd name="connsiteX155" fmla="*/ 1210724 w 5673186"/>
              <a:gd name="connsiteY155" fmla="*/ 1289756 h 1798781"/>
              <a:gd name="connsiteX156" fmla="*/ 1092614 w 5673186"/>
              <a:gd name="connsiteY156" fmla="*/ 1261181 h 1798781"/>
              <a:gd name="connsiteX157" fmla="*/ 1064039 w 5673186"/>
              <a:gd name="connsiteY157" fmla="*/ 1266897 h 1798781"/>
              <a:gd name="connsiteX158" fmla="*/ 1003079 w 5673186"/>
              <a:gd name="connsiteY158" fmla="*/ 1313569 h 1798781"/>
              <a:gd name="connsiteX159" fmla="*/ 997364 w 5673186"/>
              <a:gd name="connsiteY159" fmla="*/ 1324999 h 1798781"/>
              <a:gd name="connsiteX160" fmla="*/ 1003079 w 5673186"/>
              <a:gd name="connsiteY160" fmla="*/ 1351669 h 1798781"/>
              <a:gd name="connsiteX161" fmla="*/ 947834 w 5673186"/>
              <a:gd name="connsiteY161" fmla="*/ 1421202 h 1798781"/>
              <a:gd name="connsiteX162" fmla="*/ 943071 w 5673186"/>
              <a:gd name="connsiteY162" fmla="*/ 1421202 h 1798781"/>
              <a:gd name="connsiteX163" fmla="*/ 745904 w 5673186"/>
              <a:gd name="connsiteY163" fmla="*/ 1403104 h 1798781"/>
              <a:gd name="connsiteX164" fmla="*/ 636366 w 5673186"/>
              <a:gd name="connsiteY164" fmla="*/ 1389769 h 1798781"/>
              <a:gd name="connsiteX165" fmla="*/ 600171 w 5673186"/>
              <a:gd name="connsiteY165" fmla="*/ 1240227 h 1798781"/>
              <a:gd name="connsiteX166" fmla="*/ 600171 w 5673186"/>
              <a:gd name="connsiteY166" fmla="*/ 1220224 h 1798781"/>
              <a:gd name="connsiteX167" fmla="*/ 560166 w 5673186"/>
              <a:gd name="connsiteY167" fmla="*/ 1216414 h 1798781"/>
              <a:gd name="connsiteX168" fmla="*/ 517304 w 5673186"/>
              <a:gd name="connsiteY168" fmla="*/ 1267849 h 1798781"/>
              <a:gd name="connsiteX169" fmla="*/ 510636 w 5673186"/>
              <a:gd name="connsiteY169" fmla="*/ 1284042 h 1798781"/>
              <a:gd name="connsiteX170" fmla="*/ 519209 w 5673186"/>
              <a:gd name="connsiteY170" fmla="*/ 1309759 h 1798781"/>
              <a:gd name="connsiteX171" fmla="*/ 477299 w 5673186"/>
              <a:gd name="connsiteY171" fmla="*/ 1384054 h 1798781"/>
              <a:gd name="connsiteX172" fmla="*/ 322994 w 5673186"/>
              <a:gd name="connsiteY172" fmla="*/ 1382149 h 1798781"/>
              <a:gd name="connsiteX173" fmla="*/ 186786 w 5673186"/>
              <a:gd name="connsiteY173" fmla="*/ 1338334 h 1798781"/>
              <a:gd name="connsiteX174" fmla="*/ 127731 w 5673186"/>
              <a:gd name="connsiteY174" fmla="*/ 1189744 h 1798781"/>
              <a:gd name="connsiteX175" fmla="*/ 257271 w 5673186"/>
              <a:gd name="connsiteY175" fmla="*/ 1089732 h 1798781"/>
              <a:gd name="connsiteX176" fmla="*/ 318231 w 5673186"/>
              <a:gd name="connsiteY176" fmla="*/ 1084969 h 1798781"/>
              <a:gd name="connsiteX177" fmla="*/ 208694 w 5673186"/>
              <a:gd name="connsiteY177" fmla="*/ 1059252 h 1798781"/>
              <a:gd name="connsiteX178" fmla="*/ 26766 w 5673186"/>
              <a:gd name="connsiteY178" fmla="*/ 1016389 h 1798781"/>
              <a:gd name="connsiteX179" fmla="*/ 96 w 5673186"/>
              <a:gd name="connsiteY179" fmla="*/ 1004007 h 1798781"/>
              <a:gd name="connsiteX180" fmla="*/ 138209 w 5673186"/>
              <a:gd name="connsiteY180" fmla="*/ 981147 h 1798781"/>
              <a:gd name="connsiteX181" fmla="*/ 361094 w 5673186"/>
              <a:gd name="connsiteY181" fmla="*/ 1014484 h 1798781"/>
              <a:gd name="connsiteX182" fmla="*/ 801149 w 5673186"/>
              <a:gd name="connsiteY182" fmla="*/ 1075444 h 1798781"/>
              <a:gd name="connsiteX183" fmla="*/ 1055466 w 5673186"/>
              <a:gd name="connsiteY183" fmla="*/ 1090684 h 1798781"/>
              <a:gd name="connsiteX184" fmla="*/ 1075469 w 5673186"/>
              <a:gd name="connsiteY184" fmla="*/ 1067824 h 1798781"/>
              <a:gd name="connsiteX185" fmla="*/ 1076421 w 5673186"/>
              <a:gd name="connsiteY185" fmla="*/ 1052584 h 1798781"/>
              <a:gd name="connsiteX186" fmla="*/ 1060229 w 5673186"/>
              <a:gd name="connsiteY186" fmla="*/ 981147 h 1798781"/>
              <a:gd name="connsiteX187" fmla="*/ 917354 w 5673186"/>
              <a:gd name="connsiteY187" fmla="*/ 779217 h 1798781"/>
              <a:gd name="connsiteX188" fmla="*/ 948786 w 5673186"/>
              <a:gd name="connsiteY188" fmla="*/ 672536 h 1798781"/>
              <a:gd name="connsiteX189" fmla="*/ 977361 w 5673186"/>
              <a:gd name="connsiteY189" fmla="*/ 640151 h 1798781"/>
              <a:gd name="connsiteX190" fmla="*/ 1167861 w 5673186"/>
              <a:gd name="connsiteY190" fmla="*/ 472511 h 1798781"/>
              <a:gd name="connsiteX191" fmla="*/ 1367886 w 5673186"/>
              <a:gd name="connsiteY191" fmla="*/ 423934 h 1798781"/>
              <a:gd name="connsiteX192" fmla="*/ 1698404 w 5673186"/>
              <a:gd name="connsiteY192" fmla="*/ 513469 h 1798781"/>
              <a:gd name="connsiteX193" fmla="*/ 1767936 w 5673186"/>
              <a:gd name="connsiteY193" fmla="*/ 542997 h 1798781"/>
              <a:gd name="connsiteX194" fmla="*/ 2060354 w 5673186"/>
              <a:gd name="connsiteY194" fmla="*/ 700159 h 1798781"/>
              <a:gd name="connsiteX195" fmla="*/ 2223231 w 5673186"/>
              <a:gd name="connsiteY195" fmla="*/ 760167 h 1798781"/>
              <a:gd name="connsiteX196" fmla="*/ 2890934 w 5673186"/>
              <a:gd name="connsiteY196" fmla="*/ 920186 h 1798781"/>
              <a:gd name="connsiteX197" fmla="*/ 2939511 w 5673186"/>
              <a:gd name="connsiteY197" fmla="*/ 900184 h 1798781"/>
              <a:gd name="connsiteX198" fmla="*/ 3134774 w 5673186"/>
              <a:gd name="connsiteY198" fmla="*/ 654439 h 1798781"/>
              <a:gd name="connsiteX199" fmla="*/ 3645314 w 5673186"/>
              <a:gd name="connsiteY199" fmla="*/ 61031 h 1798781"/>
              <a:gd name="connsiteX200" fmla="*/ 3661506 w 5673186"/>
              <a:gd name="connsiteY200" fmla="*/ 41029 h 1798781"/>
              <a:gd name="connsiteX201" fmla="*/ 3725131 w 5673186"/>
              <a:gd name="connsiteY201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2488 w 5673186"/>
              <a:gd name="connsiteY110" fmla="*/ 1414998 h 1798781"/>
              <a:gd name="connsiteX111" fmla="*/ 1730789 w 5673186"/>
              <a:gd name="connsiteY111" fmla="*/ 1403104 h 1798781"/>
              <a:gd name="connsiteX112" fmla="*/ 1695546 w 5673186"/>
              <a:gd name="connsiteY112" fmla="*/ 1450729 h 1798781"/>
              <a:gd name="connsiteX113" fmla="*/ 1694594 w 5673186"/>
              <a:gd name="connsiteY113" fmla="*/ 1474542 h 1798781"/>
              <a:gd name="connsiteX114" fmla="*/ 1706024 w 5673186"/>
              <a:gd name="connsiteY114" fmla="*/ 1482162 h 1798781"/>
              <a:gd name="connsiteX115" fmla="*/ 1711416 w 5673186"/>
              <a:gd name="connsiteY115" fmla="*/ 1472171 h 1798781"/>
              <a:gd name="connsiteX116" fmla="*/ 1711416 w 5673186"/>
              <a:gd name="connsiteY116" fmla="*/ 1495204 h 1798781"/>
              <a:gd name="connsiteX117" fmla="*/ 1706024 w 5673186"/>
              <a:gd name="connsiteY117" fmla="*/ 1499306 h 1798781"/>
              <a:gd name="connsiteX118" fmla="*/ 1698404 w 5673186"/>
              <a:gd name="connsiteY118" fmla="*/ 1536454 h 1798781"/>
              <a:gd name="connsiteX119" fmla="*/ 1708881 w 5673186"/>
              <a:gd name="connsiteY119" fmla="*/ 1593604 h 1798781"/>
              <a:gd name="connsiteX120" fmla="*/ 1697451 w 5673186"/>
              <a:gd name="connsiteY120" fmla="*/ 1592652 h 1798781"/>
              <a:gd name="connsiteX121" fmla="*/ 1687926 w 5673186"/>
              <a:gd name="connsiteY121" fmla="*/ 1601224 h 1798781"/>
              <a:gd name="connsiteX122" fmla="*/ 1702214 w 5673186"/>
              <a:gd name="connsiteY122" fmla="*/ 1605987 h 1798781"/>
              <a:gd name="connsiteX123" fmla="*/ 1743171 w 5673186"/>
              <a:gd name="connsiteY123" fmla="*/ 1650754 h 1798781"/>
              <a:gd name="connsiteX124" fmla="*/ 1726979 w 5673186"/>
              <a:gd name="connsiteY124" fmla="*/ 1704094 h 1798781"/>
              <a:gd name="connsiteX125" fmla="*/ 1676496 w 5673186"/>
              <a:gd name="connsiteY125" fmla="*/ 1701237 h 1798781"/>
              <a:gd name="connsiteX126" fmla="*/ 1665066 w 5673186"/>
              <a:gd name="connsiteY126" fmla="*/ 1682187 h 1798781"/>
              <a:gd name="connsiteX127" fmla="*/ 1633634 w 5673186"/>
              <a:gd name="connsiteY127" fmla="*/ 1683139 h 1798781"/>
              <a:gd name="connsiteX128" fmla="*/ 1597439 w 5673186"/>
              <a:gd name="connsiteY128" fmla="*/ 1699331 h 1798781"/>
              <a:gd name="connsiteX129" fmla="*/ 1573626 w 5673186"/>
              <a:gd name="connsiteY129" fmla="*/ 1669804 h 1798781"/>
              <a:gd name="connsiteX130" fmla="*/ 1592676 w 5673186"/>
              <a:gd name="connsiteY130" fmla="*/ 1636467 h 1798781"/>
              <a:gd name="connsiteX131" fmla="*/ 1599344 w 5673186"/>
              <a:gd name="connsiteY131" fmla="*/ 1620274 h 1798781"/>
              <a:gd name="connsiteX132" fmla="*/ 1543146 w 5673186"/>
              <a:gd name="connsiteY132" fmla="*/ 1605034 h 1798781"/>
              <a:gd name="connsiteX133" fmla="*/ 1568864 w 5673186"/>
              <a:gd name="connsiteY133" fmla="*/ 1517404 h 1798781"/>
              <a:gd name="connsiteX134" fmla="*/ 1609821 w 5673186"/>
              <a:gd name="connsiteY134" fmla="*/ 1535502 h 1798781"/>
              <a:gd name="connsiteX135" fmla="*/ 1615536 w 5673186"/>
              <a:gd name="connsiteY135" fmla="*/ 1555504 h 1798781"/>
              <a:gd name="connsiteX136" fmla="*/ 1628871 w 5673186"/>
              <a:gd name="connsiteY136" fmla="*/ 1565981 h 1798781"/>
              <a:gd name="connsiteX137" fmla="*/ 1640301 w 5673186"/>
              <a:gd name="connsiteY137" fmla="*/ 1554552 h 1798781"/>
              <a:gd name="connsiteX138" fmla="*/ 1645064 w 5673186"/>
              <a:gd name="connsiteY138" fmla="*/ 1513594 h 1798781"/>
              <a:gd name="connsiteX139" fmla="*/ 1625061 w 5673186"/>
              <a:gd name="connsiteY139" fmla="*/ 1436442 h 1798781"/>
              <a:gd name="connsiteX140" fmla="*/ 1619346 w 5673186"/>
              <a:gd name="connsiteY140" fmla="*/ 1374529 h 1798781"/>
              <a:gd name="connsiteX141" fmla="*/ 1560291 w 5673186"/>
              <a:gd name="connsiteY141" fmla="*/ 1371672 h 1798781"/>
              <a:gd name="connsiteX142" fmla="*/ 1461231 w 5673186"/>
              <a:gd name="connsiteY142" fmla="*/ 1354527 h 1798781"/>
              <a:gd name="connsiteX143" fmla="*/ 1400271 w 5673186"/>
              <a:gd name="connsiteY143" fmla="*/ 1341192 h 1798781"/>
              <a:gd name="connsiteX144" fmla="*/ 1382174 w 5673186"/>
              <a:gd name="connsiteY144" fmla="*/ 1335477 h 1798781"/>
              <a:gd name="connsiteX145" fmla="*/ 1380269 w 5673186"/>
              <a:gd name="connsiteY145" fmla="*/ 1354527 h 1798781"/>
              <a:gd name="connsiteX146" fmla="*/ 1376459 w 5673186"/>
              <a:gd name="connsiteY146" fmla="*/ 1392627 h 1798781"/>
              <a:gd name="connsiteX147" fmla="*/ 1331691 w 5673186"/>
              <a:gd name="connsiteY147" fmla="*/ 1401199 h 1798781"/>
              <a:gd name="connsiteX148" fmla="*/ 1293591 w 5673186"/>
              <a:gd name="connsiteY148" fmla="*/ 1379292 h 1798781"/>
              <a:gd name="connsiteX149" fmla="*/ 1285971 w 5673186"/>
              <a:gd name="connsiteY149" fmla="*/ 1367862 h 1798781"/>
              <a:gd name="connsiteX150" fmla="*/ 1281209 w 5673186"/>
              <a:gd name="connsiteY150" fmla="*/ 1374529 h 1798781"/>
              <a:gd name="connsiteX151" fmla="*/ 1237394 w 5673186"/>
              <a:gd name="connsiteY151" fmla="*/ 1402152 h 1798781"/>
              <a:gd name="connsiteX152" fmla="*/ 1182149 w 5673186"/>
              <a:gd name="connsiteY152" fmla="*/ 1358337 h 1798781"/>
              <a:gd name="connsiteX153" fmla="*/ 1190721 w 5673186"/>
              <a:gd name="connsiteY153" fmla="*/ 1304997 h 1798781"/>
              <a:gd name="connsiteX154" fmla="*/ 1210724 w 5673186"/>
              <a:gd name="connsiteY154" fmla="*/ 1289756 h 1798781"/>
              <a:gd name="connsiteX155" fmla="*/ 1092614 w 5673186"/>
              <a:gd name="connsiteY155" fmla="*/ 1261181 h 1798781"/>
              <a:gd name="connsiteX156" fmla="*/ 1064039 w 5673186"/>
              <a:gd name="connsiteY156" fmla="*/ 1266897 h 1798781"/>
              <a:gd name="connsiteX157" fmla="*/ 1003079 w 5673186"/>
              <a:gd name="connsiteY157" fmla="*/ 1313569 h 1798781"/>
              <a:gd name="connsiteX158" fmla="*/ 997364 w 5673186"/>
              <a:gd name="connsiteY158" fmla="*/ 1324999 h 1798781"/>
              <a:gd name="connsiteX159" fmla="*/ 1003079 w 5673186"/>
              <a:gd name="connsiteY159" fmla="*/ 1351669 h 1798781"/>
              <a:gd name="connsiteX160" fmla="*/ 947834 w 5673186"/>
              <a:gd name="connsiteY160" fmla="*/ 1421202 h 1798781"/>
              <a:gd name="connsiteX161" fmla="*/ 943071 w 5673186"/>
              <a:gd name="connsiteY161" fmla="*/ 1421202 h 1798781"/>
              <a:gd name="connsiteX162" fmla="*/ 745904 w 5673186"/>
              <a:gd name="connsiteY162" fmla="*/ 1403104 h 1798781"/>
              <a:gd name="connsiteX163" fmla="*/ 636366 w 5673186"/>
              <a:gd name="connsiteY163" fmla="*/ 1389769 h 1798781"/>
              <a:gd name="connsiteX164" fmla="*/ 600171 w 5673186"/>
              <a:gd name="connsiteY164" fmla="*/ 1240227 h 1798781"/>
              <a:gd name="connsiteX165" fmla="*/ 600171 w 5673186"/>
              <a:gd name="connsiteY165" fmla="*/ 1220224 h 1798781"/>
              <a:gd name="connsiteX166" fmla="*/ 560166 w 5673186"/>
              <a:gd name="connsiteY166" fmla="*/ 1216414 h 1798781"/>
              <a:gd name="connsiteX167" fmla="*/ 517304 w 5673186"/>
              <a:gd name="connsiteY167" fmla="*/ 1267849 h 1798781"/>
              <a:gd name="connsiteX168" fmla="*/ 510636 w 5673186"/>
              <a:gd name="connsiteY168" fmla="*/ 1284042 h 1798781"/>
              <a:gd name="connsiteX169" fmla="*/ 519209 w 5673186"/>
              <a:gd name="connsiteY169" fmla="*/ 1309759 h 1798781"/>
              <a:gd name="connsiteX170" fmla="*/ 477299 w 5673186"/>
              <a:gd name="connsiteY170" fmla="*/ 1384054 h 1798781"/>
              <a:gd name="connsiteX171" fmla="*/ 322994 w 5673186"/>
              <a:gd name="connsiteY171" fmla="*/ 1382149 h 1798781"/>
              <a:gd name="connsiteX172" fmla="*/ 186786 w 5673186"/>
              <a:gd name="connsiteY172" fmla="*/ 1338334 h 1798781"/>
              <a:gd name="connsiteX173" fmla="*/ 127731 w 5673186"/>
              <a:gd name="connsiteY173" fmla="*/ 1189744 h 1798781"/>
              <a:gd name="connsiteX174" fmla="*/ 257271 w 5673186"/>
              <a:gd name="connsiteY174" fmla="*/ 1089732 h 1798781"/>
              <a:gd name="connsiteX175" fmla="*/ 318231 w 5673186"/>
              <a:gd name="connsiteY175" fmla="*/ 1084969 h 1798781"/>
              <a:gd name="connsiteX176" fmla="*/ 208694 w 5673186"/>
              <a:gd name="connsiteY176" fmla="*/ 1059252 h 1798781"/>
              <a:gd name="connsiteX177" fmla="*/ 26766 w 5673186"/>
              <a:gd name="connsiteY177" fmla="*/ 1016389 h 1798781"/>
              <a:gd name="connsiteX178" fmla="*/ 96 w 5673186"/>
              <a:gd name="connsiteY178" fmla="*/ 1004007 h 1798781"/>
              <a:gd name="connsiteX179" fmla="*/ 138209 w 5673186"/>
              <a:gd name="connsiteY179" fmla="*/ 981147 h 1798781"/>
              <a:gd name="connsiteX180" fmla="*/ 361094 w 5673186"/>
              <a:gd name="connsiteY180" fmla="*/ 1014484 h 1798781"/>
              <a:gd name="connsiteX181" fmla="*/ 801149 w 5673186"/>
              <a:gd name="connsiteY181" fmla="*/ 1075444 h 1798781"/>
              <a:gd name="connsiteX182" fmla="*/ 1055466 w 5673186"/>
              <a:gd name="connsiteY182" fmla="*/ 1090684 h 1798781"/>
              <a:gd name="connsiteX183" fmla="*/ 1075469 w 5673186"/>
              <a:gd name="connsiteY183" fmla="*/ 1067824 h 1798781"/>
              <a:gd name="connsiteX184" fmla="*/ 1076421 w 5673186"/>
              <a:gd name="connsiteY184" fmla="*/ 1052584 h 1798781"/>
              <a:gd name="connsiteX185" fmla="*/ 1060229 w 5673186"/>
              <a:gd name="connsiteY185" fmla="*/ 981147 h 1798781"/>
              <a:gd name="connsiteX186" fmla="*/ 917354 w 5673186"/>
              <a:gd name="connsiteY186" fmla="*/ 779217 h 1798781"/>
              <a:gd name="connsiteX187" fmla="*/ 948786 w 5673186"/>
              <a:gd name="connsiteY187" fmla="*/ 672536 h 1798781"/>
              <a:gd name="connsiteX188" fmla="*/ 977361 w 5673186"/>
              <a:gd name="connsiteY188" fmla="*/ 640151 h 1798781"/>
              <a:gd name="connsiteX189" fmla="*/ 1167861 w 5673186"/>
              <a:gd name="connsiteY189" fmla="*/ 472511 h 1798781"/>
              <a:gd name="connsiteX190" fmla="*/ 1367886 w 5673186"/>
              <a:gd name="connsiteY190" fmla="*/ 423934 h 1798781"/>
              <a:gd name="connsiteX191" fmla="*/ 1698404 w 5673186"/>
              <a:gd name="connsiteY191" fmla="*/ 513469 h 1798781"/>
              <a:gd name="connsiteX192" fmla="*/ 1767936 w 5673186"/>
              <a:gd name="connsiteY192" fmla="*/ 542997 h 1798781"/>
              <a:gd name="connsiteX193" fmla="*/ 2060354 w 5673186"/>
              <a:gd name="connsiteY193" fmla="*/ 700159 h 1798781"/>
              <a:gd name="connsiteX194" fmla="*/ 2223231 w 5673186"/>
              <a:gd name="connsiteY194" fmla="*/ 760167 h 1798781"/>
              <a:gd name="connsiteX195" fmla="*/ 2890934 w 5673186"/>
              <a:gd name="connsiteY195" fmla="*/ 920186 h 1798781"/>
              <a:gd name="connsiteX196" fmla="*/ 2939511 w 5673186"/>
              <a:gd name="connsiteY196" fmla="*/ 900184 h 1798781"/>
              <a:gd name="connsiteX197" fmla="*/ 3134774 w 5673186"/>
              <a:gd name="connsiteY197" fmla="*/ 654439 h 1798781"/>
              <a:gd name="connsiteX198" fmla="*/ 3645314 w 5673186"/>
              <a:gd name="connsiteY198" fmla="*/ 61031 h 1798781"/>
              <a:gd name="connsiteX199" fmla="*/ 3661506 w 5673186"/>
              <a:gd name="connsiteY199" fmla="*/ 41029 h 1798781"/>
              <a:gd name="connsiteX200" fmla="*/ 3725131 w 5673186"/>
              <a:gd name="connsiteY200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0789 w 5673186"/>
              <a:gd name="connsiteY110" fmla="*/ 1403104 h 1798781"/>
              <a:gd name="connsiteX111" fmla="*/ 1695546 w 5673186"/>
              <a:gd name="connsiteY111" fmla="*/ 1450729 h 1798781"/>
              <a:gd name="connsiteX112" fmla="*/ 1694594 w 5673186"/>
              <a:gd name="connsiteY112" fmla="*/ 1474542 h 1798781"/>
              <a:gd name="connsiteX113" fmla="*/ 1706024 w 5673186"/>
              <a:gd name="connsiteY113" fmla="*/ 1482162 h 1798781"/>
              <a:gd name="connsiteX114" fmla="*/ 1711416 w 5673186"/>
              <a:gd name="connsiteY114" fmla="*/ 1472171 h 1798781"/>
              <a:gd name="connsiteX115" fmla="*/ 1711416 w 5673186"/>
              <a:gd name="connsiteY115" fmla="*/ 1495204 h 1798781"/>
              <a:gd name="connsiteX116" fmla="*/ 1706024 w 5673186"/>
              <a:gd name="connsiteY116" fmla="*/ 1499306 h 1798781"/>
              <a:gd name="connsiteX117" fmla="*/ 1698404 w 5673186"/>
              <a:gd name="connsiteY117" fmla="*/ 1536454 h 1798781"/>
              <a:gd name="connsiteX118" fmla="*/ 1708881 w 5673186"/>
              <a:gd name="connsiteY118" fmla="*/ 1593604 h 1798781"/>
              <a:gd name="connsiteX119" fmla="*/ 1697451 w 5673186"/>
              <a:gd name="connsiteY119" fmla="*/ 1592652 h 1798781"/>
              <a:gd name="connsiteX120" fmla="*/ 1687926 w 5673186"/>
              <a:gd name="connsiteY120" fmla="*/ 1601224 h 1798781"/>
              <a:gd name="connsiteX121" fmla="*/ 1702214 w 5673186"/>
              <a:gd name="connsiteY121" fmla="*/ 1605987 h 1798781"/>
              <a:gd name="connsiteX122" fmla="*/ 1743171 w 5673186"/>
              <a:gd name="connsiteY122" fmla="*/ 1650754 h 1798781"/>
              <a:gd name="connsiteX123" fmla="*/ 1726979 w 5673186"/>
              <a:gd name="connsiteY123" fmla="*/ 1704094 h 1798781"/>
              <a:gd name="connsiteX124" fmla="*/ 1676496 w 5673186"/>
              <a:gd name="connsiteY124" fmla="*/ 1701237 h 1798781"/>
              <a:gd name="connsiteX125" fmla="*/ 1665066 w 5673186"/>
              <a:gd name="connsiteY125" fmla="*/ 1682187 h 1798781"/>
              <a:gd name="connsiteX126" fmla="*/ 1633634 w 5673186"/>
              <a:gd name="connsiteY126" fmla="*/ 1683139 h 1798781"/>
              <a:gd name="connsiteX127" fmla="*/ 1597439 w 5673186"/>
              <a:gd name="connsiteY127" fmla="*/ 1699331 h 1798781"/>
              <a:gd name="connsiteX128" fmla="*/ 1573626 w 5673186"/>
              <a:gd name="connsiteY128" fmla="*/ 1669804 h 1798781"/>
              <a:gd name="connsiteX129" fmla="*/ 1592676 w 5673186"/>
              <a:gd name="connsiteY129" fmla="*/ 1636467 h 1798781"/>
              <a:gd name="connsiteX130" fmla="*/ 1599344 w 5673186"/>
              <a:gd name="connsiteY130" fmla="*/ 1620274 h 1798781"/>
              <a:gd name="connsiteX131" fmla="*/ 1543146 w 5673186"/>
              <a:gd name="connsiteY131" fmla="*/ 1605034 h 1798781"/>
              <a:gd name="connsiteX132" fmla="*/ 1568864 w 5673186"/>
              <a:gd name="connsiteY132" fmla="*/ 1517404 h 1798781"/>
              <a:gd name="connsiteX133" fmla="*/ 1609821 w 5673186"/>
              <a:gd name="connsiteY133" fmla="*/ 1535502 h 1798781"/>
              <a:gd name="connsiteX134" fmla="*/ 1615536 w 5673186"/>
              <a:gd name="connsiteY134" fmla="*/ 1555504 h 1798781"/>
              <a:gd name="connsiteX135" fmla="*/ 1628871 w 5673186"/>
              <a:gd name="connsiteY135" fmla="*/ 1565981 h 1798781"/>
              <a:gd name="connsiteX136" fmla="*/ 1640301 w 5673186"/>
              <a:gd name="connsiteY136" fmla="*/ 1554552 h 1798781"/>
              <a:gd name="connsiteX137" fmla="*/ 1645064 w 5673186"/>
              <a:gd name="connsiteY137" fmla="*/ 1513594 h 1798781"/>
              <a:gd name="connsiteX138" fmla="*/ 1625061 w 5673186"/>
              <a:gd name="connsiteY138" fmla="*/ 1436442 h 1798781"/>
              <a:gd name="connsiteX139" fmla="*/ 1619346 w 5673186"/>
              <a:gd name="connsiteY139" fmla="*/ 1374529 h 1798781"/>
              <a:gd name="connsiteX140" fmla="*/ 1560291 w 5673186"/>
              <a:gd name="connsiteY140" fmla="*/ 1371672 h 1798781"/>
              <a:gd name="connsiteX141" fmla="*/ 1461231 w 5673186"/>
              <a:gd name="connsiteY141" fmla="*/ 1354527 h 1798781"/>
              <a:gd name="connsiteX142" fmla="*/ 1400271 w 5673186"/>
              <a:gd name="connsiteY142" fmla="*/ 1341192 h 1798781"/>
              <a:gd name="connsiteX143" fmla="*/ 1382174 w 5673186"/>
              <a:gd name="connsiteY143" fmla="*/ 1335477 h 1798781"/>
              <a:gd name="connsiteX144" fmla="*/ 1380269 w 5673186"/>
              <a:gd name="connsiteY144" fmla="*/ 1354527 h 1798781"/>
              <a:gd name="connsiteX145" fmla="*/ 1376459 w 5673186"/>
              <a:gd name="connsiteY145" fmla="*/ 1392627 h 1798781"/>
              <a:gd name="connsiteX146" fmla="*/ 1331691 w 5673186"/>
              <a:gd name="connsiteY146" fmla="*/ 1401199 h 1798781"/>
              <a:gd name="connsiteX147" fmla="*/ 1293591 w 5673186"/>
              <a:gd name="connsiteY147" fmla="*/ 1379292 h 1798781"/>
              <a:gd name="connsiteX148" fmla="*/ 1285971 w 5673186"/>
              <a:gd name="connsiteY148" fmla="*/ 1367862 h 1798781"/>
              <a:gd name="connsiteX149" fmla="*/ 1281209 w 5673186"/>
              <a:gd name="connsiteY149" fmla="*/ 1374529 h 1798781"/>
              <a:gd name="connsiteX150" fmla="*/ 1237394 w 5673186"/>
              <a:gd name="connsiteY150" fmla="*/ 1402152 h 1798781"/>
              <a:gd name="connsiteX151" fmla="*/ 1182149 w 5673186"/>
              <a:gd name="connsiteY151" fmla="*/ 1358337 h 1798781"/>
              <a:gd name="connsiteX152" fmla="*/ 1190721 w 5673186"/>
              <a:gd name="connsiteY152" fmla="*/ 1304997 h 1798781"/>
              <a:gd name="connsiteX153" fmla="*/ 1210724 w 5673186"/>
              <a:gd name="connsiteY153" fmla="*/ 1289756 h 1798781"/>
              <a:gd name="connsiteX154" fmla="*/ 1092614 w 5673186"/>
              <a:gd name="connsiteY154" fmla="*/ 1261181 h 1798781"/>
              <a:gd name="connsiteX155" fmla="*/ 1064039 w 5673186"/>
              <a:gd name="connsiteY155" fmla="*/ 1266897 h 1798781"/>
              <a:gd name="connsiteX156" fmla="*/ 1003079 w 5673186"/>
              <a:gd name="connsiteY156" fmla="*/ 1313569 h 1798781"/>
              <a:gd name="connsiteX157" fmla="*/ 997364 w 5673186"/>
              <a:gd name="connsiteY157" fmla="*/ 1324999 h 1798781"/>
              <a:gd name="connsiteX158" fmla="*/ 1003079 w 5673186"/>
              <a:gd name="connsiteY158" fmla="*/ 1351669 h 1798781"/>
              <a:gd name="connsiteX159" fmla="*/ 947834 w 5673186"/>
              <a:gd name="connsiteY159" fmla="*/ 1421202 h 1798781"/>
              <a:gd name="connsiteX160" fmla="*/ 943071 w 5673186"/>
              <a:gd name="connsiteY160" fmla="*/ 1421202 h 1798781"/>
              <a:gd name="connsiteX161" fmla="*/ 745904 w 5673186"/>
              <a:gd name="connsiteY161" fmla="*/ 1403104 h 1798781"/>
              <a:gd name="connsiteX162" fmla="*/ 636366 w 5673186"/>
              <a:gd name="connsiteY162" fmla="*/ 1389769 h 1798781"/>
              <a:gd name="connsiteX163" fmla="*/ 600171 w 5673186"/>
              <a:gd name="connsiteY163" fmla="*/ 1240227 h 1798781"/>
              <a:gd name="connsiteX164" fmla="*/ 600171 w 5673186"/>
              <a:gd name="connsiteY164" fmla="*/ 1220224 h 1798781"/>
              <a:gd name="connsiteX165" fmla="*/ 560166 w 5673186"/>
              <a:gd name="connsiteY165" fmla="*/ 1216414 h 1798781"/>
              <a:gd name="connsiteX166" fmla="*/ 517304 w 5673186"/>
              <a:gd name="connsiteY166" fmla="*/ 1267849 h 1798781"/>
              <a:gd name="connsiteX167" fmla="*/ 510636 w 5673186"/>
              <a:gd name="connsiteY167" fmla="*/ 1284042 h 1798781"/>
              <a:gd name="connsiteX168" fmla="*/ 519209 w 5673186"/>
              <a:gd name="connsiteY168" fmla="*/ 1309759 h 1798781"/>
              <a:gd name="connsiteX169" fmla="*/ 477299 w 5673186"/>
              <a:gd name="connsiteY169" fmla="*/ 1384054 h 1798781"/>
              <a:gd name="connsiteX170" fmla="*/ 322994 w 5673186"/>
              <a:gd name="connsiteY170" fmla="*/ 1382149 h 1798781"/>
              <a:gd name="connsiteX171" fmla="*/ 186786 w 5673186"/>
              <a:gd name="connsiteY171" fmla="*/ 1338334 h 1798781"/>
              <a:gd name="connsiteX172" fmla="*/ 127731 w 5673186"/>
              <a:gd name="connsiteY172" fmla="*/ 1189744 h 1798781"/>
              <a:gd name="connsiteX173" fmla="*/ 257271 w 5673186"/>
              <a:gd name="connsiteY173" fmla="*/ 1089732 h 1798781"/>
              <a:gd name="connsiteX174" fmla="*/ 318231 w 5673186"/>
              <a:gd name="connsiteY174" fmla="*/ 1084969 h 1798781"/>
              <a:gd name="connsiteX175" fmla="*/ 208694 w 5673186"/>
              <a:gd name="connsiteY175" fmla="*/ 1059252 h 1798781"/>
              <a:gd name="connsiteX176" fmla="*/ 26766 w 5673186"/>
              <a:gd name="connsiteY176" fmla="*/ 1016389 h 1798781"/>
              <a:gd name="connsiteX177" fmla="*/ 96 w 5673186"/>
              <a:gd name="connsiteY177" fmla="*/ 1004007 h 1798781"/>
              <a:gd name="connsiteX178" fmla="*/ 138209 w 5673186"/>
              <a:gd name="connsiteY178" fmla="*/ 981147 h 1798781"/>
              <a:gd name="connsiteX179" fmla="*/ 361094 w 5673186"/>
              <a:gd name="connsiteY179" fmla="*/ 1014484 h 1798781"/>
              <a:gd name="connsiteX180" fmla="*/ 801149 w 5673186"/>
              <a:gd name="connsiteY180" fmla="*/ 1075444 h 1798781"/>
              <a:gd name="connsiteX181" fmla="*/ 1055466 w 5673186"/>
              <a:gd name="connsiteY181" fmla="*/ 1090684 h 1798781"/>
              <a:gd name="connsiteX182" fmla="*/ 1075469 w 5673186"/>
              <a:gd name="connsiteY182" fmla="*/ 1067824 h 1798781"/>
              <a:gd name="connsiteX183" fmla="*/ 1076421 w 5673186"/>
              <a:gd name="connsiteY183" fmla="*/ 1052584 h 1798781"/>
              <a:gd name="connsiteX184" fmla="*/ 1060229 w 5673186"/>
              <a:gd name="connsiteY184" fmla="*/ 981147 h 1798781"/>
              <a:gd name="connsiteX185" fmla="*/ 917354 w 5673186"/>
              <a:gd name="connsiteY185" fmla="*/ 779217 h 1798781"/>
              <a:gd name="connsiteX186" fmla="*/ 948786 w 5673186"/>
              <a:gd name="connsiteY186" fmla="*/ 672536 h 1798781"/>
              <a:gd name="connsiteX187" fmla="*/ 977361 w 5673186"/>
              <a:gd name="connsiteY187" fmla="*/ 640151 h 1798781"/>
              <a:gd name="connsiteX188" fmla="*/ 1167861 w 5673186"/>
              <a:gd name="connsiteY188" fmla="*/ 472511 h 1798781"/>
              <a:gd name="connsiteX189" fmla="*/ 1367886 w 5673186"/>
              <a:gd name="connsiteY189" fmla="*/ 423934 h 1798781"/>
              <a:gd name="connsiteX190" fmla="*/ 1698404 w 5673186"/>
              <a:gd name="connsiteY190" fmla="*/ 513469 h 1798781"/>
              <a:gd name="connsiteX191" fmla="*/ 1767936 w 5673186"/>
              <a:gd name="connsiteY191" fmla="*/ 542997 h 1798781"/>
              <a:gd name="connsiteX192" fmla="*/ 2060354 w 5673186"/>
              <a:gd name="connsiteY192" fmla="*/ 700159 h 1798781"/>
              <a:gd name="connsiteX193" fmla="*/ 2223231 w 5673186"/>
              <a:gd name="connsiteY193" fmla="*/ 760167 h 1798781"/>
              <a:gd name="connsiteX194" fmla="*/ 2890934 w 5673186"/>
              <a:gd name="connsiteY194" fmla="*/ 920186 h 1798781"/>
              <a:gd name="connsiteX195" fmla="*/ 2939511 w 5673186"/>
              <a:gd name="connsiteY195" fmla="*/ 900184 h 1798781"/>
              <a:gd name="connsiteX196" fmla="*/ 3134774 w 5673186"/>
              <a:gd name="connsiteY196" fmla="*/ 654439 h 1798781"/>
              <a:gd name="connsiteX197" fmla="*/ 3645314 w 5673186"/>
              <a:gd name="connsiteY197" fmla="*/ 61031 h 1798781"/>
              <a:gd name="connsiteX198" fmla="*/ 3661506 w 5673186"/>
              <a:gd name="connsiteY198" fmla="*/ 41029 h 1798781"/>
              <a:gd name="connsiteX199" fmla="*/ 3725131 w 5673186"/>
              <a:gd name="connsiteY199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706024 w 5673186"/>
              <a:gd name="connsiteY115" fmla="*/ 1499306 h 1798781"/>
              <a:gd name="connsiteX116" fmla="*/ 1698404 w 5673186"/>
              <a:gd name="connsiteY116" fmla="*/ 1536454 h 1798781"/>
              <a:gd name="connsiteX117" fmla="*/ 1708881 w 5673186"/>
              <a:gd name="connsiteY117" fmla="*/ 1593604 h 1798781"/>
              <a:gd name="connsiteX118" fmla="*/ 1697451 w 5673186"/>
              <a:gd name="connsiteY118" fmla="*/ 1592652 h 1798781"/>
              <a:gd name="connsiteX119" fmla="*/ 1687926 w 5673186"/>
              <a:gd name="connsiteY119" fmla="*/ 1601224 h 1798781"/>
              <a:gd name="connsiteX120" fmla="*/ 1702214 w 5673186"/>
              <a:gd name="connsiteY120" fmla="*/ 1605987 h 1798781"/>
              <a:gd name="connsiteX121" fmla="*/ 1743171 w 5673186"/>
              <a:gd name="connsiteY121" fmla="*/ 1650754 h 1798781"/>
              <a:gd name="connsiteX122" fmla="*/ 1726979 w 5673186"/>
              <a:gd name="connsiteY122" fmla="*/ 1704094 h 1798781"/>
              <a:gd name="connsiteX123" fmla="*/ 1676496 w 5673186"/>
              <a:gd name="connsiteY123" fmla="*/ 1701237 h 1798781"/>
              <a:gd name="connsiteX124" fmla="*/ 1665066 w 5673186"/>
              <a:gd name="connsiteY124" fmla="*/ 1682187 h 1798781"/>
              <a:gd name="connsiteX125" fmla="*/ 1633634 w 5673186"/>
              <a:gd name="connsiteY125" fmla="*/ 1683139 h 1798781"/>
              <a:gd name="connsiteX126" fmla="*/ 1597439 w 5673186"/>
              <a:gd name="connsiteY126" fmla="*/ 1699331 h 1798781"/>
              <a:gd name="connsiteX127" fmla="*/ 1573626 w 5673186"/>
              <a:gd name="connsiteY127" fmla="*/ 1669804 h 1798781"/>
              <a:gd name="connsiteX128" fmla="*/ 1592676 w 5673186"/>
              <a:gd name="connsiteY128" fmla="*/ 1636467 h 1798781"/>
              <a:gd name="connsiteX129" fmla="*/ 1599344 w 5673186"/>
              <a:gd name="connsiteY129" fmla="*/ 1620274 h 1798781"/>
              <a:gd name="connsiteX130" fmla="*/ 1543146 w 5673186"/>
              <a:gd name="connsiteY130" fmla="*/ 1605034 h 1798781"/>
              <a:gd name="connsiteX131" fmla="*/ 1568864 w 5673186"/>
              <a:gd name="connsiteY131" fmla="*/ 1517404 h 1798781"/>
              <a:gd name="connsiteX132" fmla="*/ 1609821 w 5673186"/>
              <a:gd name="connsiteY132" fmla="*/ 1535502 h 1798781"/>
              <a:gd name="connsiteX133" fmla="*/ 1615536 w 5673186"/>
              <a:gd name="connsiteY133" fmla="*/ 1555504 h 1798781"/>
              <a:gd name="connsiteX134" fmla="*/ 1628871 w 5673186"/>
              <a:gd name="connsiteY134" fmla="*/ 1565981 h 1798781"/>
              <a:gd name="connsiteX135" fmla="*/ 1640301 w 5673186"/>
              <a:gd name="connsiteY135" fmla="*/ 1554552 h 1798781"/>
              <a:gd name="connsiteX136" fmla="*/ 1645064 w 5673186"/>
              <a:gd name="connsiteY136" fmla="*/ 1513594 h 1798781"/>
              <a:gd name="connsiteX137" fmla="*/ 1625061 w 5673186"/>
              <a:gd name="connsiteY137" fmla="*/ 1436442 h 1798781"/>
              <a:gd name="connsiteX138" fmla="*/ 1619346 w 5673186"/>
              <a:gd name="connsiteY138" fmla="*/ 1374529 h 1798781"/>
              <a:gd name="connsiteX139" fmla="*/ 1560291 w 5673186"/>
              <a:gd name="connsiteY139" fmla="*/ 1371672 h 1798781"/>
              <a:gd name="connsiteX140" fmla="*/ 1461231 w 5673186"/>
              <a:gd name="connsiteY140" fmla="*/ 1354527 h 1798781"/>
              <a:gd name="connsiteX141" fmla="*/ 1400271 w 5673186"/>
              <a:gd name="connsiteY141" fmla="*/ 1341192 h 1798781"/>
              <a:gd name="connsiteX142" fmla="*/ 1382174 w 5673186"/>
              <a:gd name="connsiteY142" fmla="*/ 1335477 h 1798781"/>
              <a:gd name="connsiteX143" fmla="*/ 1380269 w 5673186"/>
              <a:gd name="connsiteY143" fmla="*/ 1354527 h 1798781"/>
              <a:gd name="connsiteX144" fmla="*/ 1376459 w 5673186"/>
              <a:gd name="connsiteY144" fmla="*/ 1392627 h 1798781"/>
              <a:gd name="connsiteX145" fmla="*/ 1331691 w 5673186"/>
              <a:gd name="connsiteY145" fmla="*/ 1401199 h 1798781"/>
              <a:gd name="connsiteX146" fmla="*/ 1293591 w 5673186"/>
              <a:gd name="connsiteY146" fmla="*/ 1379292 h 1798781"/>
              <a:gd name="connsiteX147" fmla="*/ 1285971 w 5673186"/>
              <a:gd name="connsiteY147" fmla="*/ 1367862 h 1798781"/>
              <a:gd name="connsiteX148" fmla="*/ 1281209 w 5673186"/>
              <a:gd name="connsiteY148" fmla="*/ 1374529 h 1798781"/>
              <a:gd name="connsiteX149" fmla="*/ 1237394 w 5673186"/>
              <a:gd name="connsiteY149" fmla="*/ 1402152 h 1798781"/>
              <a:gd name="connsiteX150" fmla="*/ 1182149 w 5673186"/>
              <a:gd name="connsiteY150" fmla="*/ 1358337 h 1798781"/>
              <a:gd name="connsiteX151" fmla="*/ 1190721 w 5673186"/>
              <a:gd name="connsiteY151" fmla="*/ 1304997 h 1798781"/>
              <a:gd name="connsiteX152" fmla="*/ 1210724 w 5673186"/>
              <a:gd name="connsiteY152" fmla="*/ 1289756 h 1798781"/>
              <a:gd name="connsiteX153" fmla="*/ 1092614 w 5673186"/>
              <a:gd name="connsiteY153" fmla="*/ 1261181 h 1798781"/>
              <a:gd name="connsiteX154" fmla="*/ 1064039 w 5673186"/>
              <a:gd name="connsiteY154" fmla="*/ 1266897 h 1798781"/>
              <a:gd name="connsiteX155" fmla="*/ 1003079 w 5673186"/>
              <a:gd name="connsiteY155" fmla="*/ 1313569 h 1798781"/>
              <a:gd name="connsiteX156" fmla="*/ 997364 w 5673186"/>
              <a:gd name="connsiteY156" fmla="*/ 1324999 h 1798781"/>
              <a:gd name="connsiteX157" fmla="*/ 1003079 w 5673186"/>
              <a:gd name="connsiteY157" fmla="*/ 1351669 h 1798781"/>
              <a:gd name="connsiteX158" fmla="*/ 947834 w 5673186"/>
              <a:gd name="connsiteY158" fmla="*/ 1421202 h 1798781"/>
              <a:gd name="connsiteX159" fmla="*/ 943071 w 5673186"/>
              <a:gd name="connsiteY159" fmla="*/ 1421202 h 1798781"/>
              <a:gd name="connsiteX160" fmla="*/ 745904 w 5673186"/>
              <a:gd name="connsiteY160" fmla="*/ 1403104 h 1798781"/>
              <a:gd name="connsiteX161" fmla="*/ 636366 w 5673186"/>
              <a:gd name="connsiteY161" fmla="*/ 1389769 h 1798781"/>
              <a:gd name="connsiteX162" fmla="*/ 600171 w 5673186"/>
              <a:gd name="connsiteY162" fmla="*/ 1240227 h 1798781"/>
              <a:gd name="connsiteX163" fmla="*/ 600171 w 5673186"/>
              <a:gd name="connsiteY163" fmla="*/ 1220224 h 1798781"/>
              <a:gd name="connsiteX164" fmla="*/ 560166 w 5673186"/>
              <a:gd name="connsiteY164" fmla="*/ 1216414 h 1798781"/>
              <a:gd name="connsiteX165" fmla="*/ 517304 w 5673186"/>
              <a:gd name="connsiteY165" fmla="*/ 1267849 h 1798781"/>
              <a:gd name="connsiteX166" fmla="*/ 510636 w 5673186"/>
              <a:gd name="connsiteY166" fmla="*/ 1284042 h 1798781"/>
              <a:gd name="connsiteX167" fmla="*/ 519209 w 5673186"/>
              <a:gd name="connsiteY167" fmla="*/ 1309759 h 1798781"/>
              <a:gd name="connsiteX168" fmla="*/ 477299 w 5673186"/>
              <a:gd name="connsiteY168" fmla="*/ 1384054 h 1798781"/>
              <a:gd name="connsiteX169" fmla="*/ 322994 w 5673186"/>
              <a:gd name="connsiteY169" fmla="*/ 1382149 h 1798781"/>
              <a:gd name="connsiteX170" fmla="*/ 186786 w 5673186"/>
              <a:gd name="connsiteY170" fmla="*/ 1338334 h 1798781"/>
              <a:gd name="connsiteX171" fmla="*/ 127731 w 5673186"/>
              <a:gd name="connsiteY171" fmla="*/ 1189744 h 1798781"/>
              <a:gd name="connsiteX172" fmla="*/ 257271 w 5673186"/>
              <a:gd name="connsiteY172" fmla="*/ 1089732 h 1798781"/>
              <a:gd name="connsiteX173" fmla="*/ 318231 w 5673186"/>
              <a:gd name="connsiteY173" fmla="*/ 1084969 h 1798781"/>
              <a:gd name="connsiteX174" fmla="*/ 208694 w 5673186"/>
              <a:gd name="connsiteY174" fmla="*/ 1059252 h 1798781"/>
              <a:gd name="connsiteX175" fmla="*/ 26766 w 5673186"/>
              <a:gd name="connsiteY175" fmla="*/ 1016389 h 1798781"/>
              <a:gd name="connsiteX176" fmla="*/ 96 w 5673186"/>
              <a:gd name="connsiteY176" fmla="*/ 1004007 h 1798781"/>
              <a:gd name="connsiteX177" fmla="*/ 138209 w 5673186"/>
              <a:gd name="connsiteY177" fmla="*/ 981147 h 1798781"/>
              <a:gd name="connsiteX178" fmla="*/ 361094 w 5673186"/>
              <a:gd name="connsiteY178" fmla="*/ 1014484 h 1798781"/>
              <a:gd name="connsiteX179" fmla="*/ 801149 w 5673186"/>
              <a:gd name="connsiteY179" fmla="*/ 1075444 h 1798781"/>
              <a:gd name="connsiteX180" fmla="*/ 1055466 w 5673186"/>
              <a:gd name="connsiteY180" fmla="*/ 1090684 h 1798781"/>
              <a:gd name="connsiteX181" fmla="*/ 1075469 w 5673186"/>
              <a:gd name="connsiteY181" fmla="*/ 1067824 h 1798781"/>
              <a:gd name="connsiteX182" fmla="*/ 1076421 w 5673186"/>
              <a:gd name="connsiteY182" fmla="*/ 1052584 h 1798781"/>
              <a:gd name="connsiteX183" fmla="*/ 1060229 w 5673186"/>
              <a:gd name="connsiteY183" fmla="*/ 981147 h 1798781"/>
              <a:gd name="connsiteX184" fmla="*/ 917354 w 5673186"/>
              <a:gd name="connsiteY184" fmla="*/ 779217 h 1798781"/>
              <a:gd name="connsiteX185" fmla="*/ 948786 w 5673186"/>
              <a:gd name="connsiteY185" fmla="*/ 672536 h 1798781"/>
              <a:gd name="connsiteX186" fmla="*/ 977361 w 5673186"/>
              <a:gd name="connsiteY186" fmla="*/ 640151 h 1798781"/>
              <a:gd name="connsiteX187" fmla="*/ 1167861 w 5673186"/>
              <a:gd name="connsiteY187" fmla="*/ 472511 h 1798781"/>
              <a:gd name="connsiteX188" fmla="*/ 1367886 w 5673186"/>
              <a:gd name="connsiteY188" fmla="*/ 423934 h 1798781"/>
              <a:gd name="connsiteX189" fmla="*/ 1698404 w 5673186"/>
              <a:gd name="connsiteY189" fmla="*/ 513469 h 1798781"/>
              <a:gd name="connsiteX190" fmla="*/ 1767936 w 5673186"/>
              <a:gd name="connsiteY190" fmla="*/ 542997 h 1798781"/>
              <a:gd name="connsiteX191" fmla="*/ 2060354 w 5673186"/>
              <a:gd name="connsiteY191" fmla="*/ 700159 h 1798781"/>
              <a:gd name="connsiteX192" fmla="*/ 2223231 w 5673186"/>
              <a:gd name="connsiteY192" fmla="*/ 760167 h 1798781"/>
              <a:gd name="connsiteX193" fmla="*/ 2890934 w 5673186"/>
              <a:gd name="connsiteY193" fmla="*/ 920186 h 1798781"/>
              <a:gd name="connsiteX194" fmla="*/ 2939511 w 5673186"/>
              <a:gd name="connsiteY194" fmla="*/ 900184 h 1798781"/>
              <a:gd name="connsiteX195" fmla="*/ 3134774 w 5673186"/>
              <a:gd name="connsiteY195" fmla="*/ 654439 h 1798781"/>
              <a:gd name="connsiteX196" fmla="*/ 3645314 w 5673186"/>
              <a:gd name="connsiteY196" fmla="*/ 61031 h 1798781"/>
              <a:gd name="connsiteX197" fmla="*/ 3661506 w 5673186"/>
              <a:gd name="connsiteY197" fmla="*/ 41029 h 1798781"/>
              <a:gd name="connsiteX198" fmla="*/ 3725131 w 5673186"/>
              <a:gd name="connsiteY198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698404 w 5673186"/>
              <a:gd name="connsiteY115" fmla="*/ 1536454 h 1798781"/>
              <a:gd name="connsiteX116" fmla="*/ 1708881 w 5673186"/>
              <a:gd name="connsiteY116" fmla="*/ 1593604 h 1798781"/>
              <a:gd name="connsiteX117" fmla="*/ 1697451 w 5673186"/>
              <a:gd name="connsiteY117" fmla="*/ 1592652 h 1798781"/>
              <a:gd name="connsiteX118" fmla="*/ 1687926 w 5673186"/>
              <a:gd name="connsiteY118" fmla="*/ 1601224 h 1798781"/>
              <a:gd name="connsiteX119" fmla="*/ 1702214 w 5673186"/>
              <a:gd name="connsiteY119" fmla="*/ 1605987 h 1798781"/>
              <a:gd name="connsiteX120" fmla="*/ 1743171 w 5673186"/>
              <a:gd name="connsiteY120" fmla="*/ 1650754 h 1798781"/>
              <a:gd name="connsiteX121" fmla="*/ 1726979 w 5673186"/>
              <a:gd name="connsiteY121" fmla="*/ 1704094 h 1798781"/>
              <a:gd name="connsiteX122" fmla="*/ 1676496 w 5673186"/>
              <a:gd name="connsiteY122" fmla="*/ 1701237 h 1798781"/>
              <a:gd name="connsiteX123" fmla="*/ 1665066 w 5673186"/>
              <a:gd name="connsiteY123" fmla="*/ 1682187 h 1798781"/>
              <a:gd name="connsiteX124" fmla="*/ 1633634 w 5673186"/>
              <a:gd name="connsiteY124" fmla="*/ 1683139 h 1798781"/>
              <a:gd name="connsiteX125" fmla="*/ 1597439 w 5673186"/>
              <a:gd name="connsiteY125" fmla="*/ 1699331 h 1798781"/>
              <a:gd name="connsiteX126" fmla="*/ 1573626 w 5673186"/>
              <a:gd name="connsiteY126" fmla="*/ 1669804 h 1798781"/>
              <a:gd name="connsiteX127" fmla="*/ 1592676 w 5673186"/>
              <a:gd name="connsiteY127" fmla="*/ 1636467 h 1798781"/>
              <a:gd name="connsiteX128" fmla="*/ 1599344 w 5673186"/>
              <a:gd name="connsiteY128" fmla="*/ 1620274 h 1798781"/>
              <a:gd name="connsiteX129" fmla="*/ 1543146 w 5673186"/>
              <a:gd name="connsiteY129" fmla="*/ 1605034 h 1798781"/>
              <a:gd name="connsiteX130" fmla="*/ 1568864 w 5673186"/>
              <a:gd name="connsiteY130" fmla="*/ 1517404 h 1798781"/>
              <a:gd name="connsiteX131" fmla="*/ 1609821 w 5673186"/>
              <a:gd name="connsiteY131" fmla="*/ 1535502 h 1798781"/>
              <a:gd name="connsiteX132" fmla="*/ 1615536 w 5673186"/>
              <a:gd name="connsiteY132" fmla="*/ 1555504 h 1798781"/>
              <a:gd name="connsiteX133" fmla="*/ 1628871 w 5673186"/>
              <a:gd name="connsiteY133" fmla="*/ 1565981 h 1798781"/>
              <a:gd name="connsiteX134" fmla="*/ 1640301 w 5673186"/>
              <a:gd name="connsiteY134" fmla="*/ 1554552 h 1798781"/>
              <a:gd name="connsiteX135" fmla="*/ 1645064 w 5673186"/>
              <a:gd name="connsiteY135" fmla="*/ 1513594 h 1798781"/>
              <a:gd name="connsiteX136" fmla="*/ 1625061 w 5673186"/>
              <a:gd name="connsiteY136" fmla="*/ 1436442 h 1798781"/>
              <a:gd name="connsiteX137" fmla="*/ 1619346 w 5673186"/>
              <a:gd name="connsiteY137" fmla="*/ 1374529 h 1798781"/>
              <a:gd name="connsiteX138" fmla="*/ 1560291 w 5673186"/>
              <a:gd name="connsiteY138" fmla="*/ 1371672 h 1798781"/>
              <a:gd name="connsiteX139" fmla="*/ 1461231 w 5673186"/>
              <a:gd name="connsiteY139" fmla="*/ 1354527 h 1798781"/>
              <a:gd name="connsiteX140" fmla="*/ 1400271 w 5673186"/>
              <a:gd name="connsiteY140" fmla="*/ 1341192 h 1798781"/>
              <a:gd name="connsiteX141" fmla="*/ 1382174 w 5673186"/>
              <a:gd name="connsiteY141" fmla="*/ 1335477 h 1798781"/>
              <a:gd name="connsiteX142" fmla="*/ 1380269 w 5673186"/>
              <a:gd name="connsiteY142" fmla="*/ 1354527 h 1798781"/>
              <a:gd name="connsiteX143" fmla="*/ 1376459 w 5673186"/>
              <a:gd name="connsiteY143" fmla="*/ 1392627 h 1798781"/>
              <a:gd name="connsiteX144" fmla="*/ 1331691 w 5673186"/>
              <a:gd name="connsiteY144" fmla="*/ 1401199 h 1798781"/>
              <a:gd name="connsiteX145" fmla="*/ 1293591 w 5673186"/>
              <a:gd name="connsiteY145" fmla="*/ 1379292 h 1798781"/>
              <a:gd name="connsiteX146" fmla="*/ 1285971 w 5673186"/>
              <a:gd name="connsiteY146" fmla="*/ 1367862 h 1798781"/>
              <a:gd name="connsiteX147" fmla="*/ 1281209 w 5673186"/>
              <a:gd name="connsiteY147" fmla="*/ 1374529 h 1798781"/>
              <a:gd name="connsiteX148" fmla="*/ 1237394 w 5673186"/>
              <a:gd name="connsiteY148" fmla="*/ 1402152 h 1798781"/>
              <a:gd name="connsiteX149" fmla="*/ 1182149 w 5673186"/>
              <a:gd name="connsiteY149" fmla="*/ 1358337 h 1798781"/>
              <a:gd name="connsiteX150" fmla="*/ 1190721 w 5673186"/>
              <a:gd name="connsiteY150" fmla="*/ 1304997 h 1798781"/>
              <a:gd name="connsiteX151" fmla="*/ 1210724 w 5673186"/>
              <a:gd name="connsiteY151" fmla="*/ 1289756 h 1798781"/>
              <a:gd name="connsiteX152" fmla="*/ 1092614 w 5673186"/>
              <a:gd name="connsiteY152" fmla="*/ 1261181 h 1798781"/>
              <a:gd name="connsiteX153" fmla="*/ 1064039 w 5673186"/>
              <a:gd name="connsiteY153" fmla="*/ 1266897 h 1798781"/>
              <a:gd name="connsiteX154" fmla="*/ 1003079 w 5673186"/>
              <a:gd name="connsiteY154" fmla="*/ 1313569 h 1798781"/>
              <a:gd name="connsiteX155" fmla="*/ 997364 w 5673186"/>
              <a:gd name="connsiteY155" fmla="*/ 1324999 h 1798781"/>
              <a:gd name="connsiteX156" fmla="*/ 1003079 w 5673186"/>
              <a:gd name="connsiteY156" fmla="*/ 1351669 h 1798781"/>
              <a:gd name="connsiteX157" fmla="*/ 947834 w 5673186"/>
              <a:gd name="connsiteY157" fmla="*/ 1421202 h 1798781"/>
              <a:gd name="connsiteX158" fmla="*/ 943071 w 5673186"/>
              <a:gd name="connsiteY158" fmla="*/ 1421202 h 1798781"/>
              <a:gd name="connsiteX159" fmla="*/ 745904 w 5673186"/>
              <a:gd name="connsiteY159" fmla="*/ 1403104 h 1798781"/>
              <a:gd name="connsiteX160" fmla="*/ 636366 w 5673186"/>
              <a:gd name="connsiteY160" fmla="*/ 1389769 h 1798781"/>
              <a:gd name="connsiteX161" fmla="*/ 600171 w 5673186"/>
              <a:gd name="connsiteY161" fmla="*/ 1240227 h 1798781"/>
              <a:gd name="connsiteX162" fmla="*/ 600171 w 5673186"/>
              <a:gd name="connsiteY162" fmla="*/ 1220224 h 1798781"/>
              <a:gd name="connsiteX163" fmla="*/ 560166 w 5673186"/>
              <a:gd name="connsiteY163" fmla="*/ 1216414 h 1798781"/>
              <a:gd name="connsiteX164" fmla="*/ 517304 w 5673186"/>
              <a:gd name="connsiteY164" fmla="*/ 1267849 h 1798781"/>
              <a:gd name="connsiteX165" fmla="*/ 510636 w 5673186"/>
              <a:gd name="connsiteY165" fmla="*/ 1284042 h 1798781"/>
              <a:gd name="connsiteX166" fmla="*/ 519209 w 5673186"/>
              <a:gd name="connsiteY166" fmla="*/ 1309759 h 1798781"/>
              <a:gd name="connsiteX167" fmla="*/ 477299 w 5673186"/>
              <a:gd name="connsiteY167" fmla="*/ 1384054 h 1798781"/>
              <a:gd name="connsiteX168" fmla="*/ 322994 w 5673186"/>
              <a:gd name="connsiteY168" fmla="*/ 1382149 h 1798781"/>
              <a:gd name="connsiteX169" fmla="*/ 186786 w 5673186"/>
              <a:gd name="connsiteY169" fmla="*/ 1338334 h 1798781"/>
              <a:gd name="connsiteX170" fmla="*/ 127731 w 5673186"/>
              <a:gd name="connsiteY170" fmla="*/ 1189744 h 1798781"/>
              <a:gd name="connsiteX171" fmla="*/ 257271 w 5673186"/>
              <a:gd name="connsiteY171" fmla="*/ 1089732 h 1798781"/>
              <a:gd name="connsiteX172" fmla="*/ 318231 w 5673186"/>
              <a:gd name="connsiteY172" fmla="*/ 1084969 h 1798781"/>
              <a:gd name="connsiteX173" fmla="*/ 208694 w 5673186"/>
              <a:gd name="connsiteY173" fmla="*/ 1059252 h 1798781"/>
              <a:gd name="connsiteX174" fmla="*/ 26766 w 5673186"/>
              <a:gd name="connsiteY174" fmla="*/ 1016389 h 1798781"/>
              <a:gd name="connsiteX175" fmla="*/ 96 w 5673186"/>
              <a:gd name="connsiteY175" fmla="*/ 1004007 h 1798781"/>
              <a:gd name="connsiteX176" fmla="*/ 138209 w 5673186"/>
              <a:gd name="connsiteY176" fmla="*/ 981147 h 1798781"/>
              <a:gd name="connsiteX177" fmla="*/ 361094 w 5673186"/>
              <a:gd name="connsiteY177" fmla="*/ 1014484 h 1798781"/>
              <a:gd name="connsiteX178" fmla="*/ 801149 w 5673186"/>
              <a:gd name="connsiteY178" fmla="*/ 1075444 h 1798781"/>
              <a:gd name="connsiteX179" fmla="*/ 1055466 w 5673186"/>
              <a:gd name="connsiteY179" fmla="*/ 1090684 h 1798781"/>
              <a:gd name="connsiteX180" fmla="*/ 1075469 w 5673186"/>
              <a:gd name="connsiteY180" fmla="*/ 1067824 h 1798781"/>
              <a:gd name="connsiteX181" fmla="*/ 1076421 w 5673186"/>
              <a:gd name="connsiteY181" fmla="*/ 1052584 h 1798781"/>
              <a:gd name="connsiteX182" fmla="*/ 1060229 w 5673186"/>
              <a:gd name="connsiteY182" fmla="*/ 981147 h 1798781"/>
              <a:gd name="connsiteX183" fmla="*/ 917354 w 5673186"/>
              <a:gd name="connsiteY183" fmla="*/ 779217 h 1798781"/>
              <a:gd name="connsiteX184" fmla="*/ 948786 w 5673186"/>
              <a:gd name="connsiteY184" fmla="*/ 672536 h 1798781"/>
              <a:gd name="connsiteX185" fmla="*/ 977361 w 5673186"/>
              <a:gd name="connsiteY185" fmla="*/ 640151 h 1798781"/>
              <a:gd name="connsiteX186" fmla="*/ 1167861 w 5673186"/>
              <a:gd name="connsiteY186" fmla="*/ 472511 h 1798781"/>
              <a:gd name="connsiteX187" fmla="*/ 1367886 w 5673186"/>
              <a:gd name="connsiteY187" fmla="*/ 423934 h 1798781"/>
              <a:gd name="connsiteX188" fmla="*/ 1698404 w 5673186"/>
              <a:gd name="connsiteY188" fmla="*/ 513469 h 1798781"/>
              <a:gd name="connsiteX189" fmla="*/ 1767936 w 5673186"/>
              <a:gd name="connsiteY189" fmla="*/ 542997 h 1798781"/>
              <a:gd name="connsiteX190" fmla="*/ 2060354 w 5673186"/>
              <a:gd name="connsiteY190" fmla="*/ 700159 h 1798781"/>
              <a:gd name="connsiteX191" fmla="*/ 2223231 w 5673186"/>
              <a:gd name="connsiteY191" fmla="*/ 760167 h 1798781"/>
              <a:gd name="connsiteX192" fmla="*/ 2890934 w 5673186"/>
              <a:gd name="connsiteY192" fmla="*/ 920186 h 1798781"/>
              <a:gd name="connsiteX193" fmla="*/ 2939511 w 5673186"/>
              <a:gd name="connsiteY193" fmla="*/ 900184 h 1798781"/>
              <a:gd name="connsiteX194" fmla="*/ 3134774 w 5673186"/>
              <a:gd name="connsiteY194" fmla="*/ 654439 h 1798781"/>
              <a:gd name="connsiteX195" fmla="*/ 3645314 w 5673186"/>
              <a:gd name="connsiteY195" fmla="*/ 61031 h 1798781"/>
              <a:gd name="connsiteX196" fmla="*/ 3661506 w 5673186"/>
              <a:gd name="connsiteY196" fmla="*/ 41029 h 1798781"/>
              <a:gd name="connsiteX197" fmla="*/ 3725131 w 5673186"/>
              <a:gd name="connsiteY197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698404 w 5673186"/>
              <a:gd name="connsiteY114" fmla="*/ 1536454 h 1798781"/>
              <a:gd name="connsiteX115" fmla="*/ 1708881 w 5673186"/>
              <a:gd name="connsiteY115" fmla="*/ 1593604 h 1798781"/>
              <a:gd name="connsiteX116" fmla="*/ 1697451 w 5673186"/>
              <a:gd name="connsiteY116" fmla="*/ 1592652 h 1798781"/>
              <a:gd name="connsiteX117" fmla="*/ 1687926 w 5673186"/>
              <a:gd name="connsiteY117" fmla="*/ 1601224 h 1798781"/>
              <a:gd name="connsiteX118" fmla="*/ 1702214 w 5673186"/>
              <a:gd name="connsiteY118" fmla="*/ 1605987 h 1798781"/>
              <a:gd name="connsiteX119" fmla="*/ 1743171 w 5673186"/>
              <a:gd name="connsiteY119" fmla="*/ 1650754 h 1798781"/>
              <a:gd name="connsiteX120" fmla="*/ 1726979 w 5673186"/>
              <a:gd name="connsiteY120" fmla="*/ 1704094 h 1798781"/>
              <a:gd name="connsiteX121" fmla="*/ 1676496 w 5673186"/>
              <a:gd name="connsiteY121" fmla="*/ 1701237 h 1798781"/>
              <a:gd name="connsiteX122" fmla="*/ 1665066 w 5673186"/>
              <a:gd name="connsiteY122" fmla="*/ 1682187 h 1798781"/>
              <a:gd name="connsiteX123" fmla="*/ 1633634 w 5673186"/>
              <a:gd name="connsiteY123" fmla="*/ 1683139 h 1798781"/>
              <a:gd name="connsiteX124" fmla="*/ 1597439 w 5673186"/>
              <a:gd name="connsiteY124" fmla="*/ 1699331 h 1798781"/>
              <a:gd name="connsiteX125" fmla="*/ 1573626 w 5673186"/>
              <a:gd name="connsiteY125" fmla="*/ 1669804 h 1798781"/>
              <a:gd name="connsiteX126" fmla="*/ 1592676 w 5673186"/>
              <a:gd name="connsiteY126" fmla="*/ 1636467 h 1798781"/>
              <a:gd name="connsiteX127" fmla="*/ 1599344 w 5673186"/>
              <a:gd name="connsiteY127" fmla="*/ 1620274 h 1798781"/>
              <a:gd name="connsiteX128" fmla="*/ 1543146 w 5673186"/>
              <a:gd name="connsiteY128" fmla="*/ 1605034 h 1798781"/>
              <a:gd name="connsiteX129" fmla="*/ 1568864 w 5673186"/>
              <a:gd name="connsiteY129" fmla="*/ 1517404 h 1798781"/>
              <a:gd name="connsiteX130" fmla="*/ 1609821 w 5673186"/>
              <a:gd name="connsiteY130" fmla="*/ 1535502 h 1798781"/>
              <a:gd name="connsiteX131" fmla="*/ 1615536 w 5673186"/>
              <a:gd name="connsiteY131" fmla="*/ 1555504 h 1798781"/>
              <a:gd name="connsiteX132" fmla="*/ 1628871 w 5673186"/>
              <a:gd name="connsiteY132" fmla="*/ 1565981 h 1798781"/>
              <a:gd name="connsiteX133" fmla="*/ 1640301 w 5673186"/>
              <a:gd name="connsiteY133" fmla="*/ 1554552 h 1798781"/>
              <a:gd name="connsiteX134" fmla="*/ 1645064 w 5673186"/>
              <a:gd name="connsiteY134" fmla="*/ 1513594 h 1798781"/>
              <a:gd name="connsiteX135" fmla="*/ 1625061 w 5673186"/>
              <a:gd name="connsiteY135" fmla="*/ 1436442 h 1798781"/>
              <a:gd name="connsiteX136" fmla="*/ 1619346 w 5673186"/>
              <a:gd name="connsiteY136" fmla="*/ 1374529 h 1798781"/>
              <a:gd name="connsiteX137" fmla="*/ 1560291 w 5673186"/>
              <a:gd name="connsiteY137" fmla="*/ 1371672 h 1798781"/>
              <a:gd name="connsiteX138" fmla="*/ 1461231 w 5673186"/>
              <a:gd name="connsiteY138" fmla="*/ 1354527 h 1798781"/>
              <a:gd name="connsiteX139" fmla="*/ 1400271 w 5673186"/>
              <a:gd name="connsiteY139" fmla="*/ 1341192 h 1798781"/>
              <a:gd name="connsiteX140" fmla="*/ 1382174 w 5673186"/>
              <a:gd name="connsiteY140" fmla="*/ 1335477 h 1798781"/>
              <a:gd name="connsiteX141" fmla="*/ 1380269 w 5673186"/>
              <a:gd name="connsiteY141" fmla="*/ 1354527 h 1798781"/>
              <a:gd name="connsiteX142" fmla="*/ 1376459 w 5673186"/>
              <a:gd name="connsiteY142" fmla="*/ 1392627 h 1798781"/>
              <a:gd name="connsiteX143" fmla="*/ 1331691 w 5673186"/>
              <a:gd name="connsiteY143" fmla="*/ 1401199 h 1798781"/>
              <a:gd name="connsiteX144" fmla="*/ 1293591 w 5673186"/>
              <a:gd name="connsiteY144" fmla="*/ 1379292 h 1798781"/>
              <a:gd name="connsiteX145" fmla="*/ 1285971 w 5673186"/>
              <a:gd name="connsiteY145" fmla="*/ 1367862 h 1798781"/>
              <a:gd name="connsiteX146" fmla="*/ 1281209 w 5673186"/>
              <a:gd name="connsiteY146" fmla="*/ 1374529 h 1798781"/>
              <a:gd name="connsiteX147" fmla="*/ 1237394 w 5673186"/>
              <a:gd name="connsiteY147" fmla="*/ 1402152 h 1798781"/>
              <a:gd name="connsiteX148" fmla="*/ 1182149 w 5673186"/>
              <a:gd name="connsiteY148" fmla="*/ 1358337 h 1798781"/>
              <a:gd name="connsiteX149" fmla="*/ 1190721 w 5673186"/>
              <a:gd name="connsiteY149" fmla="*/ 1304997 h 1798781"/>
              <a:gd name="connsiteX150" fmla="*/ 1210724 w 5673186"/>
              <a:gd name="connsiteY150" fmla="*/ 1289756 h 1798781"/>
              <a:gd name="connsiteX151" fmla="*/ 1092614 w 5673186"/>
              <a:gd name="connsiteY151" fmla="*/ 1261181 h 1798781"/>
              <a:gd name="connsiteX152" fmla="*/ 1064039 w 5673186"/>
              <a:gd name="connsiteY152" fmla="*/ 1266897 h 1798781"/>
              <a:gd name="connsiteX153" fmla="*/ 1003079 w 5673186"/>
              <a:gd name="connsiteY153" fmla="*/ 1313569 h 1798781"/>
              <a:gd name="connsiteX154" fmla="*/ 997364 w 5673186"/>
              <a:gd name="connsiteY154" fmla="*/ 1324999 h 1798781"/>
              <a:gd name="connsiteX155" fmla="*/ 1003079 w 5673186"/>
              <a:gd name="connsiteY155" fmla="*/ 1351669 h 1798781"/>
              <a:gd name="connsiteX156" fmla="*/ 947834 w 5673186"/>
              <a:gd name="connsiteY156" fmla="*/ 1421202 h 1798781"/>
              <a:gd name="connsiteX157" fmla="*/ 943071 w 5673186"/>
              <a:gd name="connsiteY157" fmla="*/ 1421202 h 1798781"/>
              <a:gd name="connsiteX158" fmla="*/ 745904 w 5673186"/>
              <a:gd name="connsiteY158" fmla="*/ 1403104 h 1798781"/>
              <a:gd name="connsiteX159" fmla="*/ 636366 w 5673186"/>
              <a:gd name="connsiteY159" fmla="*/ 1389769 h 1798781"/>
              <a:gd name="connsiteX160" fmla="*/ 600171 w 5673186"/>
              <a:gd name="connsiteY160" fmla="*/ 1240227 h 1798781"/>
              <a:gd name="connsiteX161" fmla="*/ 600171 w 5673186"/>
              <a:gd name="connsiteY161" fmla="*/ 1220224 h 1798781"/>
              <a:gd name="connsiteX162" fmla="*/ 560166 w 5673186"/>
              <a:gd name="connsiteY162" fmla="*/ 1216414 h 1798781"/>
              <a:gd name="connsiteX163" fmla="*/ 517304 w 5673186"/>
              <a:gd name="connsiteY163" fmla="*/ 1267849 h 1798781"/>
              <a:gd name="connsiteX164" fmla="*/ 510636 w 5673186"/>
              <a:gd name="connsiteY164" fmla="*/ 1284042 h 1798781"/>
              <a:gd name="connsiteX165" fmla="*/ 519209 w 5673186"/>
              <a:gd name="connsiteY165" fmla="*/ 1309759 h 1798781"/>
              <a:gd name="connsiteX166" fmla="*/ 477299 w 5673186"/>
              <a:gd name="connsiteY166" fmla="*/ 1384054 h 1798781"/>
              <a:gd name="connsiteX167" fmla="*/ 322994 w 5673186"/>
              <a:gd name="connsiteY167" fmla="*/ 1382149 h 1798781"/>
              <a:gd name="connsiteX168" fmla="*/ 186786 w 5673186"/>
              <a:gd name="connsiteY168" fmla="*/ 1338334 h 1798781"/>
              <a:gd name="connsiteX169" fmla="*/ 127731 w 5673186"/>
              <a:gd name="connsiteY169" fmla="*/ 1189744 h 1798781"/>
              <a:gd name="connsiteX170" fmla="*/ 257271 w 5673186"/>
              <a:gd name="connsiteY170" fmla="*/ 1089732 h 1798781"/>
              <a:gd name="connsiteX171" fmla="*/ 318231 w 5673186"/>
              <a:gd name="connsiteY171" fmla="*/ 1084969 h 1798781"/>
              <a:gd name="connsiteX172" fmla="*/ 208694 w 5673186"/>
              <a:gd name="connsiteY172" fmla="*/ 1059252 h 1798781"/>
              <a:gd name="connsiteX173" fmla="*/ 26766 w 5673186"/>
              <a:gd name="connsiteY173" fmla="*/ 1016389 h 1798781"/>
              <a:gd name="connsiteX174" fmla="*/ 96 w 5673186"/>
              <a:gd name="connsiteY174" fmla="*/ 1004007 h 1798781"/>
              <a:gd name="connsiteX175" fmla="*/ 138209 w 5673186"/>
              <a:gd name="connsiteY175" fmla="*/ 981147 h 1798781"/>
              <a:gd name="connsiteX176" fmla="*/ 361094 w 5673186"/>
              <a:gd name="connsiteY176" fmla="*/ 1014484 h 1798781"/>
              <a:gd name="connsiteX177" fmla="*/ 801149 w 5673186"/>
              <a:gd name="connsiteY177" fmla="*/ 1075444 h 1798781"/>
              <a:gd name="connsiteX178" fmla="*/ 1055466 w 5673186"/>
              <a:gd name="connsiteY178" fmla="*/ 1090684 h 1798781"/>
              <a:gd name="connsiteX179" fmla="*/ 1075469 w 5673186"/>
              <a:gd name="connsiteY179" fmla="*/ 1067824 h 1798781"/>
              <a:gd name="connsiteX180" fmla="*/ 1076421 w 5673186"/>
              <a:gd name="connsiteY180" fmla="*/ 1052584 h 1798781"/>
              <a:gd name="connsiteX181" fmla="*/ 1060229 w 5673186"/>
              <a:gd name="connsiteY181" fmla="*/ 981147 h 1798781"/>
              <a:gd name="connsiteX182" fmla="*/ 917354 w 5673186"/>
              <a:gd name="connsiteY182" fmla="*/ 779217 h 1798781"/>
              <a:gd name="connsiteX183" fmla="*/ 948786 w 5673186"/>
              <a:gd name="connsiteY183" fmla="*/ 672536 h 1798781"/>
              <a:gd name="connsiteX184" fmla="*/ 977361 w 5673186"/>
              <a:gd name="connsiteY184" fmla="*/ 640151 h 1798781"/>
              <a:gd name="connsiteX185" fmla="*/ 1167861 w 5673186"/>
              <a:gd name="connsiteY185" fmla="*/ 472511 h 1798781"/>
              <a:gd name="connsiteX186" fmla="*/ 1367886 w 5673186"/>
              <a:gd name="connsiteY186" fmla="*/ 423934 h 1798781"/>
              <a:gd name="connsiteX187" fmla="*/ 1698404 w 5673186"/>
              <a:gd name="connsiteY187" fmla="*/ 513469 h 1798781"/>
              <a:gd name="connsiteX188" fmla="*/ 1767936 w 5673186"/>
              <a:gd name="connsiteY188" fmla="*/ 542997 h 1798781"/>
              <a:gd name="connsiteX189" fmla="*/ 2060354 w 5673186"/>
              <a:gd name="connsiteY189" fmla="*/ 700159 h 1798781"/>
              <a:gd name="connsiteX190" fmla="*/ 2223231 w 5673186"/>
              <a:gd name="connsiteY190" fmla="*/ 760167 h 1798781"/>
              <a:gd name="connsiteX191" fmla="*/ 2890934 w 5673186"/>
              <a:gd name="connsiteY191" fmla="*/ 920186 h 1798781"/>
              <a:gd name="connsiteX192" fmla="*/ 2939511 w 5673186"/>
              <a:gd name="connsiteY192" fmla="*/ 900184 h 1798781"/>
              <a:gd name="connsiteX193" fmla="*/ 3134774 w 5673186"/>
              <a:gd name="connsiteY193" fmla="*/ 654439 h 1798781"/>
              <a:gd name="connsiteX194" fmla="*/ 3645314 w 5673186"/>
              <a:gd name="connsiteY194" fmla="*/ 61031 h 1798781"/>
              <a:gd name="connsiteX195" fmla="*/ 3661506 w 5673186"/>
              <a:gd name="connsiteY195" fmla="*/ 41029 h 1798781"/>
              <a:gd name="connsiteX196" fmla="*/ 3725131 w 5673186"/>
              <a:gd name="connsiteY196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698404 w 5673186"/>
              <a:gd name="connsiteY113" fmla="*/ 1536454 h 1798781"/>
              <a:gd name="connsiteX114" fmla="*/ 1708881 w 5673186"/>
              <a:gd name="connsiteY114" fmla="*/ 1593604 h 1798781"/>
              <a:gd name="connsiteX115" fmla="*/ 1697451 w 5673186"/>
              <a:gd name="connsiteY115" fmla="*/ 1592652 h 1798781"/>
              <a:gd name="connsiteX116" fmla="*/ 1687926 w 5673186"/>
              <a:gd name="connsiteY116" fmla="*/ 1601224 h 1798781"/>
              <a:gd name="connsiteX117" fmla="*/ 1702214 w 5673186"/>
              <a:gd name="connsiteY117" fmla="*/ 1605987 h 1798781"/>
              <a:gd name="connsiteX118" fmla="*/ 1743171 w 5673186"/>
              <a:gd name="connsiteY118" fmla="*/ 1650754 h 1798781"/>
              <a:gd name="connsiteX119" fmla="*/ 1726979 w 5673186"/>
              <a:gd name="connsiteY119" fmla="*/ 1704094 h 1798781"/>
              <a:gd name="connsiteX120" fmla="*/ 1676496 w 5673186"/>
              <a:gd name="connsiteY120" fmla="*/ 1701237 h 1798781"/>
              <a:gd name="connsiteX121" fmla="*/ 1665066 w 5673186"/>
              <a:gd name="connsiteY121" fmla="*/ 1682187 h 1798781"/>
              <a:gd name="connsiteX122" fmla="*/ 1633634 w 5673186"/>
              <a:gd name="connsiteY122" fmla="*/ 1683139 h 1798781"/>
              <a:gd name="connsiteX123" fmla="*/ 1597439 w 5673186"/>
              <a:gd name="connsiteY123" fmla="*/ 1699331 h 1798781"/>
              <a:gd name="connsiteX124" fmla="*/ 1573626 w 5673186"/>
              <a:gd name="connsiteY124" fmla="*/ 1669804 h 1798781"/>
              <a:gd name="connsiteX125" fmla="*/ 1592676 w 5673186"/>
              <a:gd name="connsiteY125" fmla="*/ 1636467 h 1798781"/>
              <a:gd name="connsiteX126" fmla="*/ 1599344 w 5673186"/>
              <a:gd name="connsiteY126" fmla="*/ 1620274 h 1798781"/>
              <a:gd name="connsiteX127" fmla="*/ 1543146 w 5673186"/>
              <a:gd name="connsiteY127" fmla="*/ 1605034 h 1798781"/>
              <a:gd name="connsiteX128" fmla="*/ 1568864 w 5673186"/>
              <a:gd name="connsiteY128" fmla="*/ 1517404 h 1798781"/>
              <a:gd name="connsiteX129" fmla="*/ 1609821 w 5673186"/>
              <a:gd name="connsiteY129" fmla="*/ 1535502 h 1798781"/>
              <a:gd name="connsiteX130" fmla="*/ 1615536 w 5673186"/>
              <a:gd name="connsiteY130" fmla="*/ 1555504 h 1798781"/>
              <a:gd name="connsiteX131" fmla="*/ 1628871 w 5673186"/>
              <a:gd name="connsiteY131" fmla="*/ 1565981 h 1798781"/>
              <a:gd name="connsiteX132" fmla="*/ 1640301 w 5673186"/>
              <a:gd name="connsiteY132" fmla="*/ 1554552 h 1798781"/>
              <a:gd name="connsiteX133" fmla="*/ 1645064 w 5673186"/>
              <a:gd name="connsiteY133" fmla="*/ 1513594 h 1798781"/>
              <a:gd name="connsiteX134" fmla="*/ 1625061 w 5673186"/>
              <a:gd name="connsiteY134" fmla="*/ 1436442 h 1798781"/>
              <a:gd name="connsiteX135" fmla="*/ 1619346 w 5673186"/>
              <a:gd name="connsiteY135" fmla="*/ 1374529 h 1798781"/>
              <a:gd name="connsiteX136" fmla="*/ 1560291 w 5673186"/>
              <a:gd name="connsiteY136" fmla="*/ 1371672 h 1798781"/>
              <a:gd name="connsiteX137" fmla="*/ 1461231 w 5673186"/>
              <a:gd name="connsiteY137" fmla="*/ 1354527 h 1798781"/>
              <a:gd name="connsiteX138" fmla="*/ 1400271 w 5673186"/>
              <a:gd name="connsiteY138" fmla="*/ 1341192 h 1798781"/>
              <a:gd name="connsiteX139" fmla="*/ 1382174 w 5673186"/>
              <a:gd name="connsiteY139" fmla="*/ 1335477 h 1798781"/>
              <a:gd name="connsiteX140" fmla="*/ 1380269 w 5673186"/>
              <a:gd name="connsiteY140" fmla="*/ 1354527 h 1798781"/>
              <a:gd name="connsiteX141" fmla="*/ 1376459 w 5673186"/>
              <a:gd name="connsiteY141" fmla="*/ 1392627 h 1798781"/>
              <a:gd name="connsiteX142" fmla="*/ 1331691 w 5673186"/>
              <a:gd name="connsiteY142" fmla="*/ 1401199 h 1798781"/>
              <a:gd name="connsiteX143" fmla="*/ 1293591 w 5673186"/>
              <a:gd name="connsiteY143" fmla="*/ 1379292 h 1798781"/>
              <a:gd name="connsiteX144" fmla="*/ 1285971 w 5673186"/>
              <a:gd name="connsiteY144" fmla="*/ 1367862 h 1798781"/>
              <a:gd name="connsiteX145" fmla="*/ 1281209 w 5673186"/>
              <a:gd name="connsiteY145" fmla="*/ 1374529 h 1798781"/>
              <a:gd name="connsiteX146" fmla="*/ 1237394 w 5673186"/>
              <a:gd name="connsiteY146" fmla="*/ 1402152 h 1798781"/>
              <a:gd name="connsiteX147" fmla="*/ 1182149 w 5673186"/>
              <a:gd name="connsiteY147" fmla="*/ 1358337 h 1798781"/>
              <a:gd name="connsiteX148" fmla="*/ 1190721 w 5673186"/>
              <a:gd name="connsiteY148" fmla="*/ 1304997 h 1798781"/>
              <a:gd name="connsiteX149" fmla="*/ 1210724 w 5673186"/>
              <a:gd name="connsiteY149" fmla="*/ 1289756 h 1798781"/>
              <a:gd name="connsiteX150" fmla="*/ 1092614 w 5673186"/>
              <a:gd name="connsiteY150" fmla="*/ 1261181 h 1798781"/>
              <a:gd name="connsiteX151" fmla="*/ 1064039 w 5673186"/>
              <a:gd name="connsiteY151" fmla="*/ 1266897 h 1798781"/>
              <a:gd name="connsiteX152" fmla="*/ 1003079 w 5673186"/>
              <a:gd name="connsiteY152" fmla="*/ 1313569 h 1798781"/>
              <a:gd name="connsiteX153" fmla="*/ 997364 w 5673186"/>
              <a:gd name="connsiteY153" fmla="*/ 1324999 h 1798781"/>
              <a:gd name="connsiteX154" fmla="*/ 1003079 w 5673186"/>
              <a:gd name="connsiteY154" fmla="*/ 1351669 h 1798781"/>
              <a:gd name="connsiteX155" fmla="*/ 947834 w 5673186"/>
              <a:gd name="connsiteY155" fmla="*/ 1421202 h 1798781"/>
              <a:gd name="connsiteX156" fmla="*/ 943071 w 5673186"/>
              <a:gd name="connsiteY156" fmla="*/ 1421202 h 1798781"/>
              <a:gd name="connsiteX157" fmla="*/ 745904 w 5673186"/>
              <a:gd name="connsiteY157" fmla="*/ 1403104 h 1798781"/>
              <a:gd name="connsiteX158" fmla="*/ 636366 w 5673186"/>
              <a:gd name="connsiteY158" fmla="*/ 1389769 h 1798781"/>
              <a:gd name="connsiteX159" fmla="*/ 600171 w 5673186"/>
              <a:gd name="connsiteY159" fmla="*/ 1240227 h 1798781"/>
              <a:gd name="connsiteX160" fmla="*/ 600171 w 5673186"/>
              <a:gd name="connsiteY160" fmla="*/ 1220224 h 1798781"/>
              <a:gd name="connsiteX161" fmla="*/ 560166 w 5673186"/>
              <a:gd name="connsiteY161" fmla="*/ 1216414 h 1798781"/>
              <a:gd name="connsiteX162" fmla="*/ 517304 w 5673186"/>
              <a:gd name="connsiteY162" fmla="*/ 1267849 h 1798781"/>
              <a:gd name="connsiteX163" fmla="*/ 510636 w 5673186"/>
              <a:gd name="connsiteY163" fmla="*/ 1284042 h 1798781"/>
              <a:gd name="connsiteX164" fmla="*/ 519209 w 5673186"/>
              <a:gd name="connsiteY164" fmla="*/ 1309759 h 1798781"/>
              <a:gd name="connsiteX165" fmla="*/ 477299 w 5673186"/>
              <a:gd name="connsiteY165" fmla="*/ 1384054 h 1798781"/>
              <a:gd name="connsiteX166" fmla="*/ 322994 w 5673186"/>
              <a:gd name="connsiteY166" fmla="*/ 1382149 h 1798781"/>
              <a:gd name="connsiteX167" fmla="*/ 186786 w 5673186"/>
              <a:gd name="connsiteY167" fmla="*/ 1338334 h 1798781"/>
              <a:gd name="connsiteX168" fmla="*/ 127731 w 5673186"/>
              <a:gd name="connsiteY168" fmla="*/ 1189744 h 1798781"/>
              <a:gd name="connsiteX169" fmla="*/ 257271 w 5673186"/>
              <a:gd name="connsiteY169" fmla="*/ 1089732 h 1798781"/>
              <a:gd name="connsiteX170" fmla="*/ 318231 w 5673186"/>
              <a:gd name="connsiteY170" fmla="*/ 1084969 h 1798781"/>
              <a:gd name="connsiteX171" fmla="*/ 208694 w 5673186"/>
              <a:gd name="connsiteY171" fmla="*/ 1059252 h 1798781"/>
              <a:gd name="connsiteX172" fmla="*/ 26766 w 5673186"/>
              <a:gd name="connsiteY172" fmla="*/ 1016389 h 1798781"/>
              <a:gd name="connsiteX173" fmla="*/ 96 w 5673186"/>
              <a:gd name="connsiteY173" fmla="*/ 1004007 h 1798781"/>
              <a:gd name="connsiteX174" fmla="*/ 138209 w 5673186"/>
              <a:gd name="connsiteY174" fmla="*/ 981147 h 1798781"/>
              <a:gd name="connsiteX175" fmla="*/ 361094 w 5673186"/>
              <a:gd name="connsiteY175" fmla="*/ 1014484 h 1798781"/>
              <a:gd name="connsiteX176" fmla="*/ 801149 w 5673186"/>
              <a:gd name="connsiteY176" fmla="*/ 1075444 h 1798781"/>
              <a:gd name="connsiteX177" fmla="*/ 1055466 w 5673186"/>
              <a:gd name="connsiteY177" fmla="*/ 1090684 h 1798781"/>
              <a:gd name="connsiteX178" fmla="*/ 1075469 w 5673186"/>
              <a:gd name="connsiteY178" fmla="*/ 1067824 h 1798781"/>
              <a:gd name="connsiteX179" fmla="*/ 1076421 w 5673186"/>
              <a:gd name="connsiteY179" fmla="*/ 1052584 h 1798781"/>
              <a:gd name="connsiteX180" fmla="*/ 1060229 w 5673186"/>
              <a:gd name="connsiteY180" fmla="*/ 981147 h 1798781"/>
              <a:gd name="connsiteX181" fmla="*/ 917354 w 5673186"/>
              <a:gd name="connsiteY181" fmla="*/ 779217 h 1798781"/>
              <a:gd name="connsiteX182" fmla="*/ 948786 w 5673186"/>
              <a:gd name="connsiteY182" fmla="*/ 672536 h 1798781"/>
              <a:gd name="connsiteX183" fmla="*/ 977361 w 5673186"/>
              <a:gd name="connsiteY183" fmla="*/ 640151 h 1798781"/>
              <a:gd name="connsiteX184" fmla="*/ 1167861 w 5673186"/>
              <a:gd name="connsiteY184" fmla="*/ 472511 h 1798781"/>
              <a:gd name="connsiteX185" fmla="*/ 1367886 w 5673186"/>
              <a:gd name="connsiteY185" fmla="*/ 423934 h 1798781"/>
              <a:gd name="connsiteX186" fmla="*/ 1698404 w 5673186"/>
              <a:gd name="connsiteY186" fmla="*/ 513469 h 1798781"/>
              <a:gd name="connsiteX187" fmla="*/ 1767936 w 5673186"/>
              <a:gd name="connsiteY187" fmla="*/ 542997 h 1798781"/>
              <a:gd name="connsiteX188" fmla="*/ 2060354 w 5673186"/>
              <a:gd name="connsiteY188" fmla="*/ 700159 h 1798781"/>
              <a:gd name="connsiteX189" fmla="*/ 2223231 w 5673186"/>
              <a:gd name="connsiteY189" fmla="*/ 760167 h 1798781"/>
              <a:gd name="connsiteX190" fmla="*/ 2890934 w 5673186"/>
              <a:gd name="connsiteY190" fmla="*/ 920186 h 1798781"/>
              <a:gd name="connsiteX191" fmla="*/ 2939511 w 5673186"/>
              <a:gd name="connsiteY191" fmla="*/ 900184 h 1798781"/>
              <a:gd name="connsiteX192" fmla="*/ 3134774 w 5673186"/>
              <a:gd name="connsiteY192" fmla="*/ 654439 h 1798781"/>
              <a:gd name="connsiteX193" fmla="*/ 3645314 w 5673186"/>
              <a:gd name="connsiteY193" fmla="*/ 61031 h 1798781"/>
              <a:gd name="connsiteX194" fmla="*/ 3661506 w 5673186"/>
              <a:gd name="connsiteY194" fmla="*/ 41029 h 1798781"/>
              <a:gd name="connsiteX195" fmla="*/ 3725131 w 5673186"/>
              <a:gd name="connsiteY195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698404 w 5673186"/>
              <a:gd name="connsiteY112" fmla="*/ 1536454 h 1798781"/>
              <a:gd name="connsiteX113" fmla="*/ 1708881 w 5673186"/>
              <a:gd name="connsiteY113" fmla="*/ 1593604 h 1798781"/>
              <a:gd name="connsiteX114" fmla="*/ 1697451 w 5673186"/>
              <a:gd name="connsiteY114" fmla="*/ 1592652 h 1798781"/>
              <a:gd name="connsiteX115" fmla="*/ 1687926 w 5673186"/>
              <a:gd name="connsiteY115" fmla="*/ 1601224 h 1798781"/>
              <a:gd name="connsiteX116" fmla="*/ 1702214 w 5673186"/>
              <a:gd name="connsiteY116" fmla="*/ 1605987 h 1798781"/>
              <a:gd name="connsiteX117" fmla="*/ 1743171 w 5673186"/>
              <a:gd name="connsiteY117" fmla="*/ 1650754 h 1798781"/>
              <a:gd name="connsiteX118" fmla="*/ 1726979 w 5673186"/>
              <a:gd name="connsiteY118" fmla="*/ 1704094 h 1798781"/>
              <a:gd name="connsiteX119" fmla="*/ 1676496 w 5673186"/>
              <a:gd name="connsiteY119" fmla="*/ 1701237 h 1798781"/>
              <a:gd name="connsiteX120" fmla="*/ 1665066 w 5673186"/>
              <a:gd name="connsiteY120" fmla="*/ 1682187 h 1798781"/>
              <a:gd name="connsiteX121" fmla="*/ 1633634 w 5673186"/>
              <a:gd name="connsiteY121" fmla="*/ 1683139 h 1798781"/>
              <a:gd name="connsiteX122" fmla="*/ 1597439 w 5673186"/>
              <a:gd name="connsiteY122" fmla="*/ 1699331 h 1798781"/>
              <a:gd name="connsiteX123" fmla="*/ 1573626 w 5673186"/>
              <a:gd name="connsiteY123" fmla="*/ 1669804 h 1798781"/>
              <a:gd name="connsiteX124" fmla="*/ 1592676 w 5673186"/>
              <a:gd name="connsiteY124" fmla="*/ 1636467 h 1798781"/>
              <a:gd name="connsiteX125" fmla="*/ 1599344 w 5673186"/>
              <a:gd name="connsiteY125" fmla="*/ 1620274 h 1798781"/>
              <a:gd name="connsiteX126" fmla="*/ 1543146 w 5673186"/>
              <a:gd name="connsiteY126" fmla="*/ 1605034 h 1798781"/>
              <a:gd name="connsiteX127" fmla="*/ 1568864 w 5673186"/>
              <a:gd name="connsiteY127" fmla="*/ 1517404 h 1798781"/>
              <a:gd name="connsiteX128" fmla="*/ 1609821 w 5673186"/>
              <a:gd name="connsiteY128" fmla="*/ 1535502 h 1798781"/>
              <a:gd name="connsiteX129" fmla="*/ 1615536 w 5673186"/>
              <a:gd name="connsiteY129" fmla="*/ 1555504 h 1798781"/>
              <a:gd name="connsiteX130" fmla="*/ 1628871 w 5673186"/>
              <a:gd name="connsiteY130" fmla="*/ 1565981 h 1798781"/>
              <a:gd name="connsiteX131" fmla="*/ 1640301 w 5673186"/>
              <a:gd name="connsiteY131" fmla="*/ 1554552 h 1798781"/>
              <a:gd name="connsiteX132" fmla="*/ 1645064 w 5673186"/>
              <a:gd name="connsiteY132" fmla="*/ 1513594 h 1798781"/>
              <a:gd name="connsiteX133" fmla="*/ 1625061 w 5673186"/>
              <a:gd name="connsiteY133" fmla="*/ 1436442 h 1798781"/>
              <a:gd name="connsiteX134" fmla="*/ 1619346 w 5673186"/>
              <a:gd name="connsiteY134" fmla="*/ 1374529 h 1798781"/>
              <a:gd name="connsiteX135" fmla="*/ 1560291 w 5673186"/>
              <a:gd name="connsiteY135" fmla="*/ 1371672 h 1798781"/>
              <a:gd name="connsiteX136" fmla="*/ 1461231 w 5673186"/>
              <a:gd name="connsiteY136" fmla="*/ 1354527 h 1798781"/>
              <a:gd name="connsiteX137" fmla="*/ 1400271 w 5673186"/>
              <a:gd name="connsiteY137" fmla="*/ 1341192 h 1798781"/>
              <a:gd name="connsiteX138" fmla="*/ 1382174 w 5673186"/>
              <a:gd name="connsiteY138" fmla="*/ 1335477 h 1798781"/>
              <a:gd name="connsiteX139" fmla="*/ 1380269 w 5673186"/>
              <a:gd name="connsiteY139" fmla="*/ 1354527 h 1798781"/>
              <a:gd name="connsiteX140" fmla="*/ 1376459 w 5673186"/>
              <a:gd name="connsiteY140" fmla="*/ 1392627 h 1798781"/>
              <a:gd name="connsiteX141" fmla="*/ 1331691 w 5673186"/>
              <a:gd name="connsiteY141" fmla="*/ 1401199 h 1798781"/>
              <a:gd name="connsiteX142" fmla="*/ 1293591 w 5673186"/>
              <a:gd name="connsiteY142" fmla="*/ 1379292 h 1798781"/>
              <a:gd name="connsiteX143" fmla="*/ 1285971 w 5673186"/>
              <a:gd name="connsiteY143" fmla="*/ 1367862 h 1798781"/>
              <a:gd name="connsiteX144" fmla="*/ 1281209 w 5673186"/>
              <a:gd name="connsiteY144" fmla="*/ 1374529 h 1798781"/>
              <a:gd name="connsiteX145" fmla="*/ 1237394 w 5673186"/>
              <a:gd name="connsiteY145" fmla="*/ 1402152 h 1798781"/>
              <a:gd name="connsiteX146" fmla="*/ 1182149 w 5673186"/>
              <a:gd name="connsiteY146" fmla="*/ 1358337 h 1798781"/>
              <a:gd name="connsiteX147" fmla="*/ 1190721 w 5673186"/>
              <a:gd name="connsiteY147" fmla="*/ 1304997 h 1798781"/>
              <a:gd name="connsiteX148" fmla="*/ 1210724 w 5673186"/>
              <a:gd name="connsiteY148" fmla="*/ 1289756 h 1798781"/>
              <a:gd name="connsiteX149" fmla="*/ 1092614 w 5673186"/>
              <a:gd name="connsiteY149" fmla="*/ 1261181 h 1798781"/>
              <a:gd name="connsiteX150" fmla="*/ 1064039 w 5673186"/>
              <a:gd name="connsiteY150" fmla="*/ 1266897 h 1798781"/>
              <a:gd name="connsiteX151" fmla="*/ 1003079 w 5673186"/>
              <a:gd name="connsiteY151" fmla="*/ 1313569 h 1798781"/>
              <a:gd name="connsiteX152" fmla="*/ 997364 w 5673186"/>
              <a:gd name="connsiteY152" fmla="*/ 1324999 h 1798781"/>
              <a:gd name="connsiteX153" fmla="*/ 1003079 w 5673186"/>
              <a:gd name="connsiteY153" fmla="*/ 1351669 h 1798781"/>
              <a:gd name="connsiteX154" fmla="*/ 947834 w 5673186"/>
              <a:gd name="connsiteY154" fmla="*/ 1421202 h 1798781"/>
              <a:gd name="connsiteX155" fmla="*/ 943071 w 5673186"/>
              <a:gd name="connsiteY155" fmla="*/ 1421202 h 1798781"/>
              <a:gd name="connsiteX156" fmla="*/ 745904 w 5673186"/>
              <a:gd name="connsiteY156" fmla="*/ 1403104 h 1798781"/>
              <a:gd name="connsiteX157" fmla="*/ 636366 w 5673186"/>
              <a:gd name="connsiteY157" fmla="*/ 1389769 h 1798781"/>
              <a:gd name="connsiteX158" fmla="*/ 600171 w 5673186"/>
              <a:gd name="connsiteY158" fmla="*/ 1240227 h 1798781"/>
              <a:gd name="connsiteX159" fmla="*/ 600171 w 5673186"/>
              <a:gd name="connsiteY159" fmla="*/ 1220224 h 1798781"/>
              <a:gd name="connsiteX160" fmla="*/ 560166 w 5673186"/>
              <a:gd name="connsiteY160" fmla="*/ 1216414 h 1798781"/>
              <a:gd name="connsiteX161" fmla="*/ 517304 w 5673186"/>
              <a:gd name="connsiteY161" fmla="*/ 1267849 h 1798781"/>
              <a:gd name="connsiteX162" fmla="*/ 510636 w 5673186"/>
              <a:gd name="connsiteY162" fmla="*/ 1284042 h 1798781"/>
              <a:gd name="connsiteX163" fmla="*/ 519209 w 5673186"/>
              <a:gd name="connsiteY163" fmla="*/ 1309759 h 1798781"/>
              <a:gd name="connsiteX164" fmla="*/ 477299 w 5673186"/>
              <a:gd name="connsiteY164" fmla="*/ 1384054 h 1798781"/>
              <a:gd name="connsiteX165" fmla="*/ 322994 w 5673186"/>
              <a:gd name="connsiteY165" fmla="*/ 1382149 h 1798781"/>
              <a:gd name="connsiteX166" fmla="*/ 186786 w 5673186"/>
              <a:gd name="connsiteY166" fmla="*/ 1338334 h 1798781"/>
              <a:gd name="connsiteX167" fmla="*/ 127731 w 5673186"/>
              <a:gd name="connsiteY167" fmla="*/ 1189744 h 1798781"/>
              <a:gd name="connsiteX168" fmla="*/ 257271 w 5673186"/>
              <a:gd name="connsiteY168" fmla="*/ 1089732 h 1798781"/>
              <a:gd name="connsiteX169" fmla="*/ 318231 w 5673186"/>
              <a:gd name="connsiteY169" fmla="*/ 1084969 h 1798781"/>
              <a:gd name="connsiteX170" fmla="*/ 208694 w 5673186"/>
              <a:gd name="connsiteY170" fmla="*/ 1059252 h 1798781"/>
              <a:gd name="connsiteX171" fmla="*/ 26766 w 5673186"/>
              <a:gd name="connsiteY171" fmla="*/ 1016389 h 1798781"/>
              <a:gd name="connsiteX172" fmla="*/ 96 w 5673186"/>
              <a:gd name="connsiteY172" fmla="*/ 1004007 h 1798781"/>
              <a:gd name="connsiteX173" fmla="*/ 138209 w 5673186"/>
              <a:gd name="connsiteY173" fmla="*/ 981147 h 1798781"/>
              <a:gd name="connsiteX174" fmla="*/ 361094 w 5673186"/>
              <a:gd name="connsiteY174" fmla="*/ 1014484 h 1798781"/>
              <a:gd name="connsiteX175" fmla="*/ 801149 w 5673186"/>
              <a:gd name="connsiteY175" fmla="*/ 1075444 h 1798781"/>
              <a:gd name="connsiteX176" fmla="*/ 1055466 w 5673186"/>
              <a:gd name="connsiteY176" fmla="*/ 1090684 h 1798781"/>
              <a:gd name="connsiteX177" fmla="*/ 1075469 w 5673186"/>
              <a:gd name="connsiteY177" fmla="*/ 1067824 h 1798781"/>
              <a:gd name="connsiteX178" fmla="*/ 1076421 w 5673186"/>
              <a:gd name="connsiteY178" fmla="*/ 1052584 h 1798781"/>
              <a:gd name="connsiteX179" fmla="*/ 1060229 w 5673186"/>
              <a:gd name="connsiteY179" fmla="*/ 981147 h 1798781"/>
              <a:gd name="connsiteX180" fmla="*/ 917354 w 5673186"/>
              <a:gd name="connsiteY180" fmla="*/ 779217 h 1798781"/>
              <a:gd name="connsiteX181" fmla="*/ 948786 w 5673186"/>
              <a:gd name="connsiteY181" fmla="*/ 672536 h 1798781"/>
              <a:gd name="connsiteX182" fmla="*/ 977361 w 5673186"/>
              <a:gd name="connsiteY182" fmla="*/ 640151 h 1798781"/>
              <a:gd name="connsiteX183" fmla="*/ 1167861 w 5673186"/>
              <a:gd name="connsiteY183" fmla="*/ 472511 h 1798781"/>
              <a:gd name="connsiteX184" fmla="*/ 1367886 w 5673186"/>
              <a:gd name="connsiteY184" fmla="*/ 423934 h 1798781"/>
              <a:gd name="connsiteX185" fmla="*/ 1698404 w 5673186"/>
              <a:gd name="connsiteY185" fmla="*/ 513469 h 1798781"/>
              <a:gd name="connsiteX186" fmla="*/ 1767936 w 5673186"/>
              <a:gd name="connsiteY186" fmla="*/ 542997 h 1798781"/>
              <a:gd name="connsiteX187" fmla="*/ 2060354 w 5673186"/>
              <a:gd name="connsiteY187" fmla="*/ 700159 h 1798781"/>
              <a:gd name="connsiteX188" fmla="*/ 2223231 w 5673186"/>
              <a:gd name="connsiteY188" fmla="*/ 760167 h 1798781"/>
              <a:gd name="connsiteX189" fmla="*/ 2890934 w 5673186"/>
              <a:gd name="connsiteY189" fmla="*/ 920186 h 1798781"/>
              <a:gd name="connsiteX190" fmla="*/ 2939511 w 5673186"/>
              <a:gd name="connsiteY190" fmla="*/ 900184 h 1798781"/>
              <a:gd name="connsiteX191" fmla="*/ 3134774 w 5673186"/>
              <a:gd name="connsiteY191" fmla="*/ 654439 h 1798781"/>
              <a:gd name="connsiteX192" fmla="*/ 3645314 w 5673186"/>
              <a:gd name="connsiteY192" fmla="*/ 61031 h 1798781"/>
              <a:gd name="connsiteX193" fmla="*/ 3661506 w 5673186"/>
              <a:gd name="connsiteY193" fmla="*/ 41029 h 1798781"/>
              <a:gd name="connsiteX194" fmla="*/ 3725131 w 5673186"/>
              <a:gd name="connsiteY194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730789 w 5673186"/>
              <a:gd name="connsiteY108" fmla="*/ 1403104 h 1798781"/>
              <a:gd name="connsiteX109" fmla="*/ 1695546 w 5673186"/>
              <a:gd name="connsiteY109" fmla="*/ 1450729 h 1798781"/>
              <a:gd name="connsiteX110" fmla="*/ 1694594 w 5673186"/>
              <a:gd name="connsiteY110" fmla="*/ 1474542 h 1798781"/>
              <a:gd name="connsiteX111" fmla="*/ 1698404 w 5673186"/>
              <a:gd name="connsiteY111" fmla="*/ 1536454 h 1798781"/>
              <a:gd name="connsiteX112" fmla="*/ 1708881 w 5673186"/>
              <a:gd name="connsiteY112" fmla="*/ 1593604 h 1798781"/>
              <a:gd name="connsiteX113" fmla="*/ 1697451 w 5673186"/>
              <a:gd name="connsiteY113" fmla="*/ 1592652 h 1798781"/>
              <a:gd name="connsiteX114" fmla="*/ 1687926 w 5673186"/>
              <a:gd name="connsiteY114" fmla="*/ 1601224 h 1798781"/>
              <a:gd name="connsiteX115" fmla="*/ 1702214 w 5673186"/>
              <a:gd name="connsiteY115" fmla="*/ 1605987 h 1798781"/>
              <a:gd name="connsiteX116" fmla="*/ 1743171 w 5673186"/>
              <a:gd name="connsiteY116" fmla="*/ 1650754 h 1798781"/>
              <a:gd name="connsiteX117" fmla="*/ 1726979 w 5673186"/>
              <a:gd name="connsiteY117" fmla="*/ 1704094 h 1798781"/>
              <a:gd name="connsiteX118" fmla="*/ 1676496 w 5673186"/>
              <a:gd name="connsiteY118" fmla="*/ 1701237 h 1798781"/>
              <a:gd name="connsiteX119" fmla="*/ 1665066 w 5673186"/>
              <a:gd name="connsiteY119" fmla="*/ 1682187 h 1798781"/>
              <a:gd name="connsiteX120" fmla="*/ 1633634 w 5673186"/>
              <a:gd name="connsiteY120" fmla="*/ 1683139 h 1798781"/>
              <a:gd name="connsiteX121" fmla="*/ 1597439 w 5673186"/>
              <a:gd name="connsiteY121" fmla="*/ 1699331 h 1798781"/>
              <a:gd name="connsiteX122" fmla="*/ 1573626 w 5673186"/>
              <a:gd name="connsiteY122" fmla="*/ 1669804 h 1798781"/>
              <a:gd name="connsiteX123" fmla="*/ 1592676 w 5673186"/>
              <a:gd name="connsiteY123" fmla="*/ 1636467 h 1798781"/>
              <a:gd name="connsiteX124" fmla="*/ 1599344 w 5673186"/>
              <a:gd name="connsiteY124" fmla="*/ 1620274 h 1798781"/>
              <a:gd name="connsiteX125" fmla="*/ 1543146 w 5673186"/>
              <a:gd name="connsiteY125" fmla="*/ 1605034 h 1798781"/>
              <a:gd name="connsiteX126" fmla="*/ 1568864 w 5673186"/>
              <a:gd name="connsiteY126" fmla="*/ 1517404 h 1798781"/>
              <a:gd name="connsiteX127" fmla="*/ 1609821 w 5673186"/>
              <a:gd name="connsiteY127" fmla="*/ 1535502 h 1798781"/>
              <a:gd name="connsiteX128" fmla="*/ 1615536 w 5673186"/>
              <a:gd name="connsiteY128" fmla="*/ 1555504 h 1798781"/>
              <a:gd name="connsiteX129" fmla="*/ 1628871 w 5673186"/>
              <a:gd name="connsiteY129" fmla="*/ 1565981 h 1798781"/>
              <a:gd name="connsiteX130" fmla="*/ 1640301 w 5673186"/>
              <a:gd name="connsiteY130" fmla="*/ 1554552 h 1798781"/>
              <a:gd name="connsiteX131" fmla="*/ 1645064 w 5673186"/>
              <a:gd name="connsiteY131" fmla="*/ 1513594 h 1798781"/>
              <a:gd name="connsiteX132" fmla="*/ 1625061 w 5673186"/>
              <a:gd name="connsiteY132" fmla="*/ 1436442 h 1798781"/>
              <a:gd name="connsiteX133" fmla="*/ 1619346 w 5673186"/>
              <a:gd name="connsiteY133" fmla="*/ 1374529 h 1798781"/>
              <a:gd name="connsiteX134" fmla="*/ 1560291 w 5673186"/>
              <a:gd name="connsiteY134" fmla="*/ 1371672 h 1798781"/>
              <a:gd name="connsiteX135" fmla="*/ 1461231 w 5673186"/>
              <a:gd name="connsiteY135" fmla="*/ 1354527 h 1798781"/>
              <a:gd name="connsiteX136" fmla="*/ 1400271 w 5673186"/>
              <a:gd name="connsiteY136" fmla="*/ 1341192 h 1798781"/>
              <a:gd name="connsiteX137" fmla="*/ 1382174 w 5673186"/>
              <a:gd name="connsiteY137" fmla="*/ 1335477 h 1798781"/>
              <a:gd name="connsiteX138" fmla="*/ 1380269 w 5673186"/>
              <a:gd name="connsiteY138" fmla="*/ 1354527 h 1798781"/>
              <a:gd name="connsiteX139" fmla="*/ 1376459 w 5673186"/>
              <a:gd name="connsiteY139" fmla="*/ 1392627 h 1798781"/>
              <a:gd name="connsiteX140" fmla="*/ 1331691 w 5673186"/>
              <a:gd name="connsiteY140" fmla="*/ 1401199 h 1798781"/>
              <a:gd name="connsiteX141" fmla="*/ 1293591 w 5673186"/>
              <a:gd name="connsiteY141" fmla="*/ 1379292 h 1798781"/>
              <a:gd name="connsiteX142" fmla="*/ 1285971 w 5673186"/>
              <a:gd name="connsiteY142" fmla="*/ 1367862 h 1798781"/>
              <a:gd name="connsiteX143" fmla="*/ 1281209 w 5673186"/>
              <a:gd name="connsiteY143" fmla="*/ 1374529 h 1798781"/>
              <a:gd name="connsiteX144" fmla="*/ 1237394 w 5673186"/>
              <a:gd name="connsiteY144" fmla="*/ 1402152 h 1798781"/>
              <a:gd name="connsiteX145" fmla="*/ 1182149 w 5673186"/>
              <a:gd name="connsiteY145" fmla="*/ 1358337 h 1798781"/>
              <a:gd name="connsiteX146" fmla="*/ 1190721 w 5673186"/>
              <a:gd name="connsiteY146" fmla="*/ 1304997 h 1798781"/>
              <a:gd name="connsiteX147" fmla="*/ 1210724 w 5673186"/>
              <a:gd name="connsiteY147" fmla="*/ 1289756 h 1798781"/>
              <a:gd name="connsiteX148" fmla="*/ 1092614 w 5673186"/>
              <a:gd name="connsiteY148" fmla="*/ 1261181 h 1798781"/>
              <a:gd name="connsiteX149" fmla="*/ 1064039 w 5673186"/>
              <a:gd name="connsiteY149" fmla="*/ 1266897 h 1798781"/>
              <a:gd name="connsiteX150" fmla="*/ 1003079 w 5673186"/>
              <a:gd name="connsiteY150" fmla="*/ 1313569 h 1798781"/>
              <a:gd name="connsiteX151" fmla="*/ 997364 w 5673186"/>
              <a:gd name="connsiteY151" fmla="*/ 1324999 h 1798781"/>
              <a:gd name="connsiteX152" fmla="*/ 1003079 w 5673186"/>
              <a:gd name="connsiteY152" fmla="*/ 1351669 h 1798781"/>
              <a:gd name="connsiteX153" fmla="*/ 947834 w 5673186"/>
              <a:gd name="connsiteY153" fmla="*/ 1421202 h 1798781"/>
              <a:gd name="connsiteX154" fmla="*/ 943071 w 5673186"/>
              <a:gd name="connsiteY154" fmla="*/ 1421202 h 1798781"/>
              <a:gd name="connsiteX155" fmla="*/ 745904 w 5673186"/>
              <a:gd name="connsiteY155" fmla="*/ 1403104 h 1798781"/>
              <a:gd name="connsiteX156" fmla="*/ 636366 w 5673186"/>
              <a:gd name="connsiteY156" fmla="*/ 1389769 h 1798781"/>
              <a:gd name="connsiteX157" fmla="*/ 600171 w 5673186"/>
              <a:gd name="connsiteY157" fmla="*/ 1240227 h 1798781"/>
              <a:gd name="connsiteX158" fmla="*/ 600171 w 5673186"/>
              <a:gd name="connsiteY158" fmla="*/ 1220224 h 1798781"/>
              <a:gd name="connsiteX159" fmla="*/ 560166 w 5673186"/>
              <a:gd name="connsiteY159" fmla="*/ 1216414 h 1798781"/>
              <a:gd name="connsiteX160" fmla="*/ 517304 w 5673186"/>
              <a:gd name="connsiteY160" fmla="*/ 1267849 h 1798781"/>
              <a:gd name="connsiteX161" fmla="*/ 510636 w 5673186"/>
              <a:gd name="connsiteY161" fmla="*/ 1284042 h 1798781"/>
              <a:gd name="connsiteX162" fmla="*/ 519209 w 5673186"/>
              <a:gd name="connsiteY162" fmla="*/ 1309759 h 1798781"/>
              <a:gd name="connsiteX163" fmla="*/ 477299 w 5673186"/>
              <a:gd name="connsiteY163" fmla="*/ 1384054 h 1798781"/>
              <a:gd name="connsiteX164" fmla="*/ 322994 w 5673186"/>
              <a:gd name="connsiteY164" fmla="*/ 1382149 h 1798781"/>
              <a:gd name="connsiteX165" fmla="*/ 186786 w 5673186"/>
              <a:gd name="connsiteY165" fmla="*/ 1338334 h 1798781"/>
              <a:gd name="connsiteX166" fmla="*/ 127731 w 5673186"/>
              <a:gd name="connsiteY166" fmla="*/ 1189744 h 1798781"/>
              <a:gd name="connsiteX167" fmla="*/ 257271 w 5673186"/>
              <a:gd name="connsiteY167" fmla="*/ 1089732 h 1798781"/>
              <a:gd name="connsiteX168" fmla="*/ 318231 w 5673186"/>
              <a:gd name="connsiteY168" fmla="*/ 1084969 h 1798781"/>
              <a:gd name="connsiteX169" fmla="*/ 208694 w 5673186"/>
              <a:gd name="connsiteY169" fmla="*/ 1059252 h 1798781"/>
              <a:gd name="connsiteX170" fmla="*/ 26766 w 5673186"/>
              <a:gd name="connsiteY170" fmla="*/ 1016389 h 1798781"/>
              <a:gd name="connsiteX171" fmla="*/ 96 w 5673186"/>
              <a:gd name="connsiteY171" fmla="*/ 1004007 h 1798781"/>
              <a:gd name="connsiteX172" fmla="*/ 138209 w 5673186"/>
              <a:gd name="connsiteY172" fmla="*/ 981147 h 1798781"/>
              <a:gd name="connsiteX173" fmla="*/ 361094 w 5673186"/>
              <a:gd name="connsiteY173" fmla="*/ 1014484 h 1798781"/>
              <a:gd name="connsiteX174" fmla="*/ 801149 w 5673186"/>
              <a:gd name="connsiteY174" fmla="*/ 1075444 h 1798781"/>
              <a:gd name="connsiteX175" fmla="*/ 1055466 w 5673186"/>
              <a:gd name="connsiteY175" fmla="*/ 1090684 h 1798781"/>
              <a:gd name="connsiteX176" fmla="*/ 1075469 w 5673186"/>
              <a:gd name="connsiteY176" fmla="*/ 1067824 h 1798781"/>
              <a:gd name="connsiteX177" fmla="*/ 1076421 w 5673186"/>
              <a:gd name="connsiteY177" fmla="*/ 1052584 h 1798781"/>
              <a:gd name="connsiteX178" fmla="*/ 1060229 w 5673186"/>
              <a:gd name="connsiteY178" fmla="*/ 981147 h 1798781"/>
              <a:gd name="connsiteX179" fmla="*/ 917354 w 5673186"/>
              <a:gd name="connsiteY179" fmla="*/ 779217 h 1798781"/>
              <a:gd name="connsiteX180" fmla="*/ 948786 w 5673186"/>
              <a:gd name="connsiteY180" fmla="*/ 672536 h 1798781"/>
              <a:gd name="connsiteX181" fmla="*/ 977361 w 5673186"/>
              <a:gd name="connsiteY181" fmla="*/ 640151 h 1798781"/>
              <a:gd name="connsiteX182" fmla="*/ 1167861 w 5673186"/>
              <a:gd name="connsiteY182" fmla="*/ 472511 h 1798781"/>
              <a:gd name="connsiteX183" fmla="*/ 1367886 w 5673186"/>
              <a:gd name="connsiteY183" fmla="*/ 423934 h 1798781"/>
              <a:gd name="connsiteX184" fmla="*/ 1698404 w 5673186"/>
              <a:gd name="connsiteY184" fmla="*/ 513469 h 1798781"/>
              <a:gd name="connsiteX185" fmla="*/ 1767936 w 5673186"/>
              <a:gd name="connsiteY185" fmla="*/ 542997 h 1798781"/>
              <a:gd name="connsiteX186" fmla="*/ 2060354 w 5673186"/>
              <a:gd name="connsiteY186" fmla="*/ 700159 h 1798781"/>
              <a:gd name="connsiteX187" fmla="*/ 2223231 w 5673186"/>
              <a:gd name="connsiteY187" fmla="*/ 760167 h 1798781"/>
              <a:gd name="connsiteX188" fmla="*/ 2890934 w 5673186"/>
              <a:gd name="connsiteY188" fmla="*/ 920186 h 1798781"/>
              <a:gd name="connsiteX189" fmla="*/ 2939511 w 5673186"/>
              <a:gd name="connsiteY189" fmla="*/ 900184 h 1798781"/>
              <a:gd name="connsiteX190" fmla="*/ 3134774 w 5673186"/>
              <a:gd name="connsiteY190" fmla="*/ 654439 h 1798781"/>
              <a:gd name="connsiteX191" fmla="*/ 3645314 w 5673186"/>
              <a:gd name="connsiteY191" fmla="*/ 61031 h 1798781"/>
              <a:gd name="connsiteX192" fmla="*/ 3661506 w 5673186"/>
              <a:gd name="connsiteY192" fmla="*/ 41029 h 1798781"/>
              <a:gd name="connsiteX193" fmla="*/ 3725131 w 5673186"/>
              <a:gd name="connsiteY193" fmla="*/ 175 h 17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5673186" h="1798781">
                <a:moveTo>
                  <a:pt x="3911419" y="1189863"/>
                </a:moveTo>
                <a:cubicBezTo>
                  <a:pt x="3903918" y="1190459"/>
                  <a:pt x="3895822" y="1191649"/>
                  <a:pt x="3885344" y="1191649"/>
                </a:cubicBezTo>
                <a:cubicBezTo>
                  <a:pt x="3837719" y="1195459"/>
                  <a:pt x="3789141" y="1192602"/>
                  <a:pt x="3742469" y="1195459"/>
                </a:cubicBezTo>
                <a:cubicBezTo>
                  <a:pt x="3705321" y="1197364"/>
                  <a:pt x="3671031" y="1197364"/>
                  <a:pt x="3634836" y="1200222"/>
                </a:cubicBezTo>
                <a:cubicBezTo>
                  <a:pt x="3628169" y="1200222"/>
                  <a:pt x="3615786" y="1224987"/>
                  <a:pt x="3616739" y="1236417"/>
                </a:cubicBezTo>
                <a:cubicBezTo>
                  <a:pt x="3616739" y="1247847"/>
                  <a:pt x="3628169" y="1244037"/>
                  <a:pt x="3634836" y="1244037"/>
                </a:cubicBezTo>
                <a:cubicBezTo>
                  <a:pt x="3650076" y="1244989"/>
                  <a:pt x="3682461" y="1243084"/>
                  <a:pt x="3682461" y="1242131"/>
                </a:cubicBezTo>
                <a:cubicBezTo>
                  <a:pt x="3760566" y="1238322"/>
                  <a:pt x="3834861" y="1240227"/>
                  <a:pt x="3912966" y="1236417"/>
                </a:cubicBezTo>
                <a:cubicBezTo>
                  <a:pt x="3918681" y="1236417"/>
                  <a:pt x="3935826" y="1238322"/>
                  <a:pt x="3941541" y="1237369"/>
                </a:cubicBezTo>
                <a:cubicBezTo>
                  <a:pt x="3945351" y="1237369"/>
                  <a:pt x="3941541" y="1208794"/>
                  <a:pt x="3942494" y="1204032"/>
                </a:cubicBezTo>
                <a:cubicBezTo>
                  <a:pt x="3943446" y="1199269"/>
                  <a:pt x="3936779" y="1192602"/>
                  <a:pt x="3933921" y="1191649"/>
                </a:cubicBezTo>
                <a:cubicBezTo>
                  <a:pt x="3925825" y="1189268"/>
                  <a:pt x="3918920" y="1189268"/>
                  <a:pt x="3911419" y="1189863"/>
                </a:cubicBezTo>
                <a:close/>
                <a:moveTo>
                  <a:pt x="3725131" y="175"/>
                </a:moveTo>
                <a:cubicBezTo>
                  <a:pt x="3733896" y="-345"/>
                  <a:pt x="3743183" y="309"/>
                  <a:pt x="3752946" y="1976"/>
                </a:cubicBezTo>
                <a:cubicBezTo>
                  <a:pt x="3781521" y="6739"/>
                  <a:pt x="3811049" y="10549"/>
                  <a:pt x="3840576" y="17216"/>
                </a:cubicBezTo>
                <a:cubicBezTo>
                  <a:pt x="3853911" y="20074"/>
                  <a:pt x="3856769" y="25789"/>
                  <a:pt x="3852959" y="39124"/>
                </a:cubicBezTo>
                <a:cubicBezTo>
                  <a:pt x="3830099" y="117229"/>
                  <a:pt x="3806286" y="194381"/>
                  <a:pt x="3782474" y="271534"/>
                </a:cubicBezTo>
                <a:cubicBezTo>
                  <a:pt x="3753899" y="361069"/>
                  <a:pt x="3730086" y="395359"/>
                  <a:pt x="3703416" y="484894"/>
                </a:cubicBezTo>
                <a:cubicBezTo>
                  <a:pt x="3645314" y="682061"/>
                  <a:pt x="3585306" y="878276"/>
                  <a:pt x="3527204" y="1075444"/>
                </a:cubicBezTo>
                <a:cubicBezTo>
                  <a:pt x="3518631" y="1104972"/>
                  <a:pt x="3518631" y="1105924"/>
                  <a:pt x="3549111" y="1104972"/>
                </a:cubicBezTo>
                <a:cubicBezTo>
                  <a:pt x="3975831" y="1096399"/>
                  <a:pt x="4401599" y="1080207"/>
                  <a:pt x="4827366" y="1055442"/>
                </a:cubicBezTo>
                <a:cubicBezTo>
                  <a:pt x="5031201" y="1043059"/>
                  <a:pt x="5111211" y="1031629"/>
                  <a:pt x="5314094" y="1014484"/>
                </a:cubicBezTo>
                <a:cubicBezTo>
                  <a:pt x="5364576" y="1009722"/>
                  <a:pt x="5414107" y="1011626"/>
                  <a:pt x="5463636" y="1020199"/>
                </a:cubicBezTo>
                <a:cubicBezTo>
                  <a:pt x="5494116" y="1024961"/>
                  <a:pt x="5523644" y="1031629"/>
                  <a:pt x="5554124" y="1037344"/>
                </a:cubicBezTo>
                <a:cubicBezTo>
                  <a:pt x="5597939" y="1044012"/>
                  <a:pt x="5625561" y="1048774"/>
                  <a:pt x="5673186" y="1062109"/>
                </a:cubicBezTo>
                <a:cubicBezTo>
                  <a:pt x="5616036" y="1064967"/>
                  <a:pt x="5541741" y="1052584"/>
                  <a:pt x="5517929" y="1057347"/>
                </a:cubicBezTo>
                <a:cubicBezTo>
                  <a:pt x="5364576" y="1077349"/>
                  <a:pt x="5334096" y="1097352"/>
                  <a:pt x="5180744" y="1117354"/>
                </a:cubicBezTo>
                <a:lnTo>
                  <a:pt x="4631151" y="1188792"/>
                </a:lnTo>
                <a:cubicBezTo>
                  <a:pt x="4594004" y="1194507"/>
                  <a:pt x="4567334" y="1199269"/>
                  <a:pt x="4523519" y="1204984"/>
                </a:cubicBezTo>
                <a:cubicBezTo>
                  <a:pt x="4529234" y="1214509"/>
                  <a:pt x="4535901" y="1230702"/>
                  <a:pt x="4541616" y="1230702"/>
                </a:cubicBezTo>
                <a:cubicBezTo>
                  <a:pt x="4618769" y="1232606"/>
                  <a:pt x="4657821" y="1228797"/>
                  <a:pt x="4734974" y="1224987"/>
                </a:cubicBezTo>
                <a:cubicBezTo>
                  <a:pt x="4759739" y="1223081"/>
                  <a:pt x="4784504" y="1223081"/>
                  <a:pt x="4813079" y="1231654"/>
                </a:cubicBezTo>
                <a:cubicBezTo>
                  <a:pt x="4800696" y="1240227"/>
                  <a:pt x="4791171" y="1240227"/>
                  <a:pt x="4781646" y="1240227"/>
                </a:cubicBezTo>
                <a:cubicBezTo>
                  <a:pt x="4670204" y="1245942"/>
                  <a:pt x="4596861" y="1264039"/>
                  <a:pt x="4484466" y="1265944"/>
                </a:cubicBezTo>
                <a:cubicBezTo>
                  <a:pt x="4470179" y="1265944"/>
                  <a:pt x="4457796" y="1268802"/>
                  <a:pt x="4449224" y="1282137"/>
                </a:cubicBezTo>
                <a:cubicBezTo>
                  <a:pt x="4446366" y="1285947"/>
                  <a:pt x="4442556" y="1289756"/>
                  <a:pt x="4438746" y="1291662"/>
                </a:cubicBezTo>
                <a:cubicBezTo>
                  <a:pt x="4414934" y="1305949"/>
                  <a:pt x="4403504" y="1359289"/>
                  <a:pt x="4415886" y="1384054"/>
                </a:cubicBezTo>
                <a:cubicBezTo>
                  <a:pt x="4422554" y="1396437"/>
                  <a:pt x="4440651" y="1405009"/>
                  <a:pt x="4437794" y="1417392"/>
                </a:cubicBezTo>
                <a:cubicBezTo>
                  <a:pt x="4433984" y="1430727"/>
                  <a:pt x="4412076" y="1422154"/>
                  <a:pt x="4402551" y="1430727"/>
                </a:cubicBezTo>
                <a:cubicBezTo>
                  <a:pt x="4359689" y="1468827"/>
                  <a:pt x="4312064" y="1451681"/>
                  <a:pt x="4265391" y="1441204"/>
                </a:cubicBezTo>
                <a:cubicBezTo>
                  <a:pt x="4243484" y="1436442"/>
                  <a:pt x="4222529" y="1433584"/>
                  <a:pt x="4201574" y="1445014"/>
                </a:cubicBezTo>
                <a:cubicBezTo>
                  <a:pt x="4193001" y="1449777"/>
                  <a:pt x="4182524" y="1450729"/>
                  <a:pt x="4172999" y="1449777"/>
                </a:cubicBezTo>
                <a:cubicBezTo>
                  <a:pt x="4123469" y="1444062"/>
                  <a:pt x="4072986" y="1439299"/>
                  <a:pt x="4025361" y="1421202"/>
                </a:cubicBezTo>
                <a:cubicBezTo>
                  <a:pt x="3996786" y="1409772"/>
                  <a:pt x="3981546" y="1345954"/>
                  <a:pt x="3965354" y="1319284"/>
                </a:cubicBezTo>
                <a:cubicBezTo>
                  <a:pt x="3959639" y="1310712"/>
                  <a:pt x="3953924" y="1308806"/>
                  <a:pt x="3944399" y="1309759"/>
                </a:cubicBezTo>
                <a:cubicBezTo>
                  <a:pt x="3848196" y="1319284"/>
                  <a:pt x="3712941" y="1328809"/>
                  <a:pt x="3616739" y="1338334"/>
                </a:cubicBezTo>
                <a:cubicBezTo>
                  <a:pt x="3599594" y="1339287"/>
                  <a:pt x="3591021" y="1349764"/>
                  <a:pt x="3585306" y="1364052"/>
                </a:cubicBezTo>
                <a:cubicBezTo>
                  <a:pt x="3578639" y="1379292"/>
                  <a:pt x="3572924" y="1393579"/>
                  <a:pt x="3563399" y="1406914"/>
                </a:cubicBezTo>
                <a:cubicBezTo>
                  <a:pt x="3540539" y="1439299"/>
                  <a:pt x="3510059" y="1434537"/>
                  <a:pt x="3471006" y="1439299"/>
                </a:cubicBezTo>
                <a:cubicBezTo>
                  <a:pt x="3352896" y="1454539"/>
                  <a:pt x="3271934" y="1474542"/>
                  <a:pt x="3153824" y="1492639"/>
                </a:cubicBezTo>
                <a:cubicBezTo>
                  <a:pt x="3007139" y="1515499"/>
                  <a:pt x="2860454" y="1557409"/>
                  <a:pt x="2712816" y="1567887"/>
                </a:cubicBezTo>
                <a:cubicBezTo>
                  <a:pt x="2696624" y="1568839"/>
                  <a:pt x="2689956" y="1572649"/>
                  <a:pt x="2689004" y="1589794"/>
                </a:cubicBezTo>
                <a:cubicBezTo>
                  <a:pt x="2688051" y="1611702"/>
                  <a:pt x="2686146" y="1611702"/>
                  <a:pt x="2661381" y="1645039"/>
                </a:cubicBezTo>
                <a:cubicBezTo>
                  <a:pt x="2664239" y="1648849"/>
                  <a:pt x="2668049" y="1646944"/>
                  <a:pt x="2671859" y="1646944"/>
                </a:cubicBezTo>
                <a:cubicBezTo>
                  <a:pt x="2691861" y="1644087"/>
                  <a:pt x="2710911" y="1663137"/>
                  <a:pt x="2720436" y="1687902"/>
                </a:cubicBezTo>
                <a:cubicBezTo>
                  <a:pt x="2730914" y="1713619"/>
                  <a:pt x="2727104" y="1751719"/>
                  <a:pt x="2709959" y="1765054"/>
                </a:cubicBezTo>
                <a:cubicBezTo>
                  <a:pt x="2695671" y="1775531"/>
                  <a:pt x="2681384" y="1784104"/>
                  <a:pt x="2668049" y="1772674"/>
                </a:cubicBezTo>
                <a:cubicBezTo>
                  <a:pt x="2664239" y="1768864"/>
                  <a:pt x="2661381" y="1764102"/>
                  <a:pt x="2657571" y="1760292"/>
                </a:cubicBezTo>
                <a:cubicBezTo>
                  <a:pt x="2640426" y="1741242"/>
                  <a:pt x="2634711" y="1750767"/>
                  <a:pt x="2622329" y="1772674"/>
                </a:cubicBezTo>
                <a:cubicBezTo>
                  <a:pt x="2614709" y="1786962"/>
                  <a:pt x="2604231" y="1774579"/>
                  <a:pt x="2587086" y="1770769"/>
                </a:cubicBezTo>
                <a:cubicBezTo>
                  <a:pt x="2575656" y="1767912"/>
                  <a:pt x="2565179" y="1769817"/>
                  <a:pt x="2555654" y="1778389"/>
                </a:cubicBezTo>
                <a:cubicBezTo>
                  <a:pt x="2541366" y="1791724"/>
                  <a:pt x="2527079" y="1806964"/>
                  <a:pt x="2513744" y="1793629"/>
                </a:cubicBezTo>
                <a:cubicBezTo>
                  <a:pt x="2508981" y="1788867"/>
                  <a:pt x="2505171" y="1783152"/>
                  <a:pt x="2500409" y="1778389"/>
                </a:cubicBezTo>
                <a:cubicBezTo>
                  <a:pt x="2485169" y="1762197"/>
                  <a:pt x="2479454" y="1763149"/>
                  <a:pt x="2469929" y="1783152"/>
                </a:cubicBezTo>
                <a:cubicBezTo>
                  <a:pt x="2464214" y="1795534"/>
                  <a:pt x="2456594" y="1796487"/>
                  <a:pt x="2441354" y="1796487"/>
                </a:cubicBezTo>
                <a:cubicBezTo>
                  <a:pt x="2426114" y="1796487"/>
                  <a:pt x="2415636" y="1787914"/>
                  <a:pt x="2410874" y="1775531"/>
                </a:cubicBezTo>
                <a:cubicBezTo>
                  <a:pt x="2403254" y="1756481"/>
                  <a:pt x="2392776" y="1760292"/>
                  <a:pt x="2372774" y="1764102"/>
                </a:cubicBezTo>
                <a:cubicBezTo>
                  <a:pt x="2357534" y="1766959"/>
                  <a:pt x="2347056" y="1757434"/>
                  <a:pt x="2341341" y="1743147"/>
                </a:cubicBezTo>
                <a:cubicBezTo>
                  <a:pt x="2330864" y="1718381"/>
                  <a:pt x="2333721" y="1665042"/>
                  <a:pt x="2344199" y="1641229"/>
                </a:cubicBezTo>
                <a:cubicBezTo>
                  <a:pt x="2349914" y="1627894"/>
                  <a:pt x="2362296" y="1623131"/>
                  <a:pt x="2376584" y="1624084"/>
                </a:cubicBezTo>
                <a:cubicBezTo>
                  <a:pt x="2391824" y="1625037"/>
                  <a:pt x="2401349" y="1624084"/>
                  <a:pt x="2407064" y="1638372"/>
                </a:cubicBezTo>
                <a:cubicBezTo>
                  <a:pt x="2409921" y="1645039"/>
                  <a:pt x="2408016" y="1654564"/>
                  <a:pt x="2419446" y="1654564"/>
                </a:cubicBezTo>
                <a:cubicBezTo>
                  <a:pt x="2430876" y="1654564"/>
                  <a:pt x="2433734" y="1645992"/>
                  <a:pt x="2436591" y="1638372"/>
                </a:cubicBezTo>
                <a:cubicBezTo>
                  <a:pt x="2443259" y="1622179"/>
                  <a:pt x="2442306" y="1605034"/>
                  <a:pt x="2442306" y="1586937"/>
                </a:cubicBezTo>
                <a:cubicBezTo>
                  <a:pt x="2442306" y="1554552"/>
                  <a:pt x="2422304" y="1561219"/>
                  <a:pt x="2406111" y="1555504"/>
                </a:cubicBezTo>
                <a:cubicBezTo>
                  <a:pt x="2398491" y="1552647"/>
                  <a:pt x="2390871" y="1548837"/>
                  <a:pt x="2383251" y="1545027"/>
                </a:cubicBezTo>
                <a:cubicBezTo>
                  <a:pt x="2364201" y="1534549"/>
                  <a:pt x="2354676" y="1538359"/>
                  <a:pt x="2348961" y="1558362"/>
                </a:cubicBezTo>
                <a:cubicBezTo>
                  <a:pt x="2342294" y="1579317"/>
                  <a:pt x="2336579" y="1601224"/>
                  <a:pt x="2330864" y="1622179"/>
                </a:cubicBezTo>
                <a:cubicBezTo>
                  <a:pt x="2328006" y="1633609"/>
                  <a:pt x="2322291" y="1638372"/>
                  <a:pt x="2309909" y="1638372"/>
                </a:cubicBezTo>
                <a:cubicBezTo>
                  <a:pt x="2283239" y="1639324"/>
                  <a:pt x="2261331" y="1636467"/>
                  <a:pt x="2239424" y="1615512"/>
                </a:cubicBezTo>
                <a:cubicBezTo>
                  <a:pt x="2227041" y="1603129"/>
                  <a:pt x="2201324" y="1605034"/>
                  <a:pt x="2181321" y="1600272"/>
                </a:cubicBezTo>
                <a:cubicBezTo>
                  <a:pt x="2178464" y="1599319"/>
                  <a:pt x="2172749" y="1602177"/>
                  <a:pt x="2174654" y="1604081"/>
                </a:cubicBezTo>
                <a:cubicBezTo>
                  <a:pt x="2187036" y="1619322"/>
                  <a:pt x="2167986" y="1627894"/>
                  <a:pt x="2166081" y="1640277"/>
                </a:cubicBezTo>
                <a:cubicBezTo>
                  <a:pt x="2163224" y="1651706"/>
                  <a:pt x="2164176" y="1656469"/>
                  <a:pt x="2178464" y="1655517"/>
                </a:cubicBezTo>
                <a:cubicBezTo>
                  <a:pt x="2208944" y="1652659"/>
                  <a:pt x="2217516" y="1659327"/>
                  <a:pt x="2226089" y="1685044"/>
                </a:cubicBezTo>
                <a:cubicBezTo>
                  <a:pt x="2235614" y="1715524"/>
                  <a:pt x="2227994" y="1751719"/>
                  <a:pt x="2208944" y="1763149"/>
                </a:cubicBezTo>
                <a:cubicBezTo>
                  <a:pt x="2194656" y="1771722"/>
                  <a:pt x="2180369" y="1768864"/>
                  <a:pt x="2168939" y="1757434"/>
                </a:cubicBezTo>
                <a:cubicBezTo>
                  <a:pt x="2164176" y="1752672"/>
                  <a:pt x="2160366" y="1746004"/>
                  <a:pt x="2155604" y="1741242"/>
                </a:cubicBezTo>
                <a:cubicBezTo>
                  <a:pt x="2143221" y="1727906"/>
                  <a:pt x="2131791" y="1726954"/>
                  <a:pt x="2123219" y="1744099"/>
                </a:cubicBezTo>
                <a:cubicBezTo>
                  <a:pt x="2115599" y="1758387"/>
                  <a:pt x="2105121" y="1768864"/>
                  <a:pt x="2087024" y="1766959"/>
                </a:cubicBezTo>
                <a:cubicBezTo>
                  <a:pt x="2067974" y="1765054"/>
                  <a:pt x="2061306" y="1751719"/>
                  <a:pt x="2057496" y="1736479"/>
                </a:cubicBezTo>
                <a:cubicBezTo>
                  <a:pt x="2054639" y="1724097"/>
                  <a:pt x="2049876" y="1722192"/>
                  <a:pt x="2038446" y="1725049"/>
                </a:cubicBezTo>
                <a:cubicBezTo>
                  <a:pt x="2011776" y="1729812"/>
                  <a:pt x="2000346" y="1722192"/>
                  <a:pt x="1994631" y="1695522"/>
                </a:cubicBezTo>
                <a:cubicBezTo>
                  <a:pt x="1990821" y="1678377"/>
                  <a:pt x="1990821" y="1661231"/>
                  <a:pt x="1993679" y="1645039"/>
                </a:cubicBezTo>
                <a:cubicBezTo>
                  <a:pt x="1997489" y="1627894"/>
                  <a:pt x="2007966" y="1615512"/>
                  <a:pt x="2026064" y="1614559"/>
                </a:cubicBezTo>
                <a:cubicBezTo>
                  <a:pt x="2043209" y="1613606"/>
                  <a:pt x="2054639" y="1623131"/>
                  <a:pt x="2060354" y="1639324"/>
                </a:cubicBezTo>
                <a:cubicBezTo>
                  <a:pt x="2062259" y="1645992"/>
                  <a:pt x="2061306" y="1656469"/>
                  <a:pt x="2072736" y="1655517"/>
                </a:cubicBezTo>
                <a:cubicBezTo>
                  <a:pt x="2082261" y="1655517"/>
                  <a:pt x="2089881" y="1650754"/>
                  <a:pt x="2093691" y="1641229"/>
                </a:cubicBezTo>
                <a:cubicBezTo>
                  <a:pt x="2095596" y="1635514"/>
                  <a:pt x="2098454" y="1630752"/>
                  <a:pt x="2099406" y="1625989"/>
                </a:cubicBezTo>
                <a:cubicBezTo>
                  <a:pt x="2105121" y="1597414"/>
                  <a:pt x="2089881" y="1568839"/>
                  <a:pt x="2101311" y="1539312"/>
                </a:cubicBezTo>
                <a:cubicBezTo>
                  <a:pt x="2098454" y="1538359"/>
                  <a:pt x="2096549" y="1538359"/>
                  <a:pt x="2093691" y="1538359"/>
                </a:cubicBezTo>
                <a:cubicBezTo>
                  <a:pt x="2087024" y="1557409"/>
                  <a:pt x="2079404" y="1575506"/>
                  <a:pt x="2072736" y="1594556"/>
                </a:cubicBezTo>
                <a:cubicBezTo>
                  <a:pt x="2068926" y="1606939"/>
                  <a:pt x="2062259" y="1609797"/>
                  <a:pt x="2049876" y="1606939"/>
                </a:cubicBezTo>
                <a:cubicBezTo>
                  <a:pt x="2012729" y="1599319"/>
                  <a:pt x="1978439" y="1583127"/>
                  <a:pt x="1942244" y="1573602"/>
                </a:cubicBezTo>
                <a:cubicBezTo>
                  <a:pt x="1935576" y="1571697"/>
                  <a:pt x="1928909" y="1567887"/>
                  <a:pt x="1926051" y="1561219"/>
                </a:cubicBezTo>
                <a:cubicBezTo>
                  <a:pt x="1915574" y="1538359"/>
                  <a:pt x="1895571" y="1529787"/>
                  <a:pt x="1874616" y="1522167"/>
                </a:cubicBezTo>
                <a:cubicBezTo>
                  <a:pt x="1846041" y="1511689"/>
                  <a:pt x="1840326" y="1495497"/>
                  <a:pt x="1852709" y="1466922"/>
                </a:cubicBezTo>
                <a:cubicBezTo>
                  <a:pt x="1871759" y="1424059"/>
                  <a:pt x="1846359" y="1426123"/>
                  <a:pt x="1826039" y="1415487"/>
                </a:cubicBezTo>
                <a:cubicBezTo>
                  <a:pt x="1805719" y="1404851"/>
                  <a:pt x="1752538" y="1397230"/>
                  <a:pt x="1730789" y="1403104"/>
                </a:cubicBezTo>
                <a:cubicBezTo>
                  <a:pt x="1696499" y="1385006"/>
                  <a:pt x="1702214" y="1407867"/>
                  <a:pt x="1695546" y="1450729"/>
                </a:cubicBezTo>
                <a:cubicBezTo>
                  <a:pt x="1695546" y="1454539"/>
                  <a:pt x="1694118" y="1460255"/>
                  <a:pt x="1694594" y="1474542"/>
                </a:cubicBezTo>
                <a:cubicBezTo>
                  <a:pt x="1695070" y="1488829"/>
                  <a:pt x="1696023" y="1516610"/>
                  <a:pt x="1698404" y="1536454"/>
                </a:cubicBezTo>
                <a:cubicBezTo>
                  <a:pt x="1709834" y="1554552"/>
                  <a:pt x="1710786" y="1573602"/>
                  <a:pt x="1708881" y="1593604"/>
                </a:cubicBezTo>
                <a:cubicBezTo>
                  <a:pt x="1707929" y="1590747"/>
                  <a:pt x="1704119" y="1589794"/>
                  <a:pt x="1697451" y="1592652"/>
                </a:cubicBezTo>
                <a:cubicBezTo>
                  <a:pt x="1692689" y="1594556"/>
                  <a:pt x="1688879" y="1596462"/>
                  <a:pt x="1687926" y="1601224"/>
                </a:cubicBezTo>
                <a:cubicBezTo>
                  <a:pt x="1691736" y="1607892"/>
                  <a:pt x="1697451" y="1605987"/>
                  <a:pt x="1702214" y="1605987"/>
                </a:cubicBezTo>
                <a:cubicBezTo>
                  <a:pt x="1733646" y="1607892"/>
                  <a:pt x="1745076" y="1619322"/>
                  <a:pt x="1743171" y="1650754"/>
                </a:cubicBezTo>
                <a:cubicBezTo>
                  <a:pt x="1742219" y="1669804"/>
                  <a:pt x="1740314" y="1688854"/>
                  <a:pt x="1726979" y="1704094"/>
                </a:cubicBezTo>
                <a:cubicBezTo>
                  <a:pt x="1709834" y="1724097"/>
                  <a:pt x="1690784" y="1723144"/>
                  <a:pt x="1676496" y="1701237"/>
                </a:cubicBezTo>
                <a:cubicBezTo>
                  <a:pt x="1672686" y="1695522"/>
                  <a:pt x="1669829" y="1687902"/>
                  <a:pt x="1665066" y="1682187"/>
                </a:cubicBezTo>
                <a:cubicBezTo>
                  <a:pt x="1654589" y="1671709"/>
                  <a:pt x="1644111" y="1663137"/>
                  <a:pt x="1633634" y="1683139"/>
                </a:cubicBezTo>
                <a:cubicBezTo>
                  <a:pt x="1626014" y="1698379"/>
                  <a:pt x="1614584" y="1703142"/>
                  <a:pt x="1597439" y="1699331"/>
                </a:cubicBezTo>
                <a:cubicBezTo>
                  <a:pt x="1580294" y="1695522"/>
                  <a:pt x="1576484" y="1684092"/>
                  <a:pt x="1573626" y="1669804"/>
                </a:cubicBezTo>
                <a:cubicBezTo>
                  <a:pt x="1566006" y="1633609"/>
                  <a:pt x="1559339" y="1654564"/>
                  <a:pt x="1592676" y="1636467"/>
                </a:cubicBezTo>
                <a:cubicBezTo>
                  <a:pt x="1598391" y="1633609"/>
                  <a:pt x="1598391" y="1633609"/>
                  <a:pt x="1599344" y="1620274"/>
                </a:cubicBezTo>
                <a:cubicBezTo>
                  <a:pt x="1563149" y="1631704"/>
                  <a:pt x="1551719" y="1628847"/>
                  <a:pt x="1543146" y="1605034"/>
                </a:cubicBezTo>
                <a:cubicBezTo>
                  <a:pt x="1531716" y="1573602"/>
                  <a:pt x="1545051" y="1526929"/>
                  <a:pt x="1568864" y="1517404"/>
                </a:cubicBezTo>
                <a:cubicBezTo>
                  <a:pt x="1584104" y="1510737"/>
                  <a:pt x="1602201" y="1518356"/>
                  <a:pt x="1609821" y="1535502"/>
                </a:cubicBezTo>
                <a:cubicBezTo>
                  <a:pt x="1612679" y="1542169"/>
                  <a:pt x="1614584" y="1548837"/>
                  <a:pt x="1615536" y="1555504"/>
                </a:cubicBezTo>
                <a:cubicBezTo>
                  <a:pt x="1617441" y="1563124"/>
                  <a:pt x="1623156" y="1565029"/>
                  <a:pt x="1628871" y="1565981"/>
                </a:cubicBezTo>
                <a:cubicBezTo>
                  <a:pt x="1637444" y="1566934"/>
                  <a:pt x="1639349" y="1560267"/>
                  <a:pt x="1640301" y="1554552"/>
                </a:cubicBezTo>
                <a:cubicBezTo>
                  <a:pt x="1642206" y="1541217"/>
                  <a:pt x="1644111" y="1526929"/>
                  <a:pt x="1645064" y="1513594"/>
                </a:cubicBezTo>
                <a:cubicBezTo>
                  <a:pt x="1646969" y="1486924"/>
                  <a:pt x="1627919" y="1464064"/>
                  <a:pt x="1625061" y="1436442"/>
                </a:cubicBezTo>
                <a:cubicBezTo>
                  <a:pt x="1624109" y="1430727"/>
                  <a:pt x="1626014" y="1377387"/>
                  <a:pt x="1619346" y="1374529"/>
                </a:cubicBezTo>
                <a:lnTo>
                  <a:pt x="1560291" y="1371672"/>
                </a:lnTo>
                <a:cubicBezTo>
                  <a:pt x="1527906" y="1365956"/>
                  <a:pt x="1494569" y="1361194"/>
                  <a:pt x="1461231" y="1354527"/>
                </a:cubicBezTo>
                <a:cubicBezTo>
                  <a:pt x="1432656" y="1348812"/>
                  <a:pt x="1424084" y="1360242"/>
                  <a:pt x="1400271" y="1341192"/>
                </a:cubicBezTo>
                <a:cubicBezTo>
                  <a:pt x="1395509" y="1337381"/>
                  <a:pt x="1388841" y="1330714"/>
                  <a:pt x="1382174" y="1335477"/>
                </a:cubicBezTo>
                <a:cubicBezTo>
                  <a:pt x="1375506" y="1340239"/>
                  <a:pt x="1379316" y="1347859"/>
                  <a:pt x="1380269" y="1354527"/>
                </a:cubicBezTo>
                <a:cubicBezTo>
                  <a:pt x="1381221" y="1367862"/>
                  <a:pt x="1381221" y="1380244"/>
                  <a:pt x="1376459" y="1392627"/>
                </a:cubicBezTo>
                <a:cubicBezTo>
                  <a:pt x="1371696" y="1404056"/>
                  <a:pt x="1350741" y="1400247"/>
                  <a:pt x="1331691" y="1401199"/>
                </a:cubicBezTo>
                <a:cubicBezTo>
                  <a:pt x="1312641" y="1403104"/>
                  <a:pt x="1300259" y="1397389"/>
                  <a:pt x="1293591" y="1379292"/>
                </a:cubicBezTo>
                <a:cubicBezTo>
                  <a:pt x="1291686" y="1375481"/>
                  <a:pt x="1288829" y="1372624"/>
                  <a:pt x="1285971" y="1367862"/>
                </a:cubicBezTo>
                <a:cubicBezTo>
                  <a:pt x="1284066" y="1371672"/>
                  <a:pt x="1282161" y="1372624"/>
                  <a:pt x="1281209" y="1374529"/>
                </a:cubicBezTo>
                <a:cubicBezTo>
                  <a:pt x="1272636" y="1393579"/>
                  <a:pt x="1261206" y="1408819"/>
                  <a:pt x="1237394" y="1402152"/>
                </a:cubicBezTo>
                <a:cubicBezTo>
                  <a:pt x="1215486" y="1396437"/>
                  <a:pt x="1184054" y="1377387"/>
                  <a:pt x="1182149" y="1358337"/>
                </a:cubicBezTo>
                <a:cubicBezTo>
                  <a:pt x="1180244" y="1340239"/>
                  <a:pt x="1183101" y="1322142"/>
                  <a:pt x="1190721" y="1304997"/>
                </a:cubicBezTo>
                <a:cubicBezTo>
                  <a:pt x="1195484" y="1294519"/>
                  <a:pt x="1220249" y="1291662"/>
                  <a:pt x="1210724" y="1289756"/>
                </a:cubicBezTo>
                <a:cubicBezTo>
                  <a:pt x="1174529" y="1284042"/>
                  <a:pt x="1128809" y="1267849"/>
                  <a:pt x="1092614" y="1261181"/>
                </a:cubicBezTo>
                <a:cubicBezTo>
                  <a:pt x="1082136" y="1259277"/>
                  <a:pt x="1072611" y="1261181"/>
                  <a:pt x="1064039" y="1266897"/>
                </a:cubicBezTo>
                <a:cubicBezTo>
                  <a:pt x="1042131" y="1281184"/>
                  <a:pt x="1029749" y="1307854"/>
                  <a:pt x="1003079" y="1313569"/>
                </a:cubicBezTo>
                <a:cubicBezTo>
                  <a:pt x="996411" y="1314522"/>
                  <a:pt x="995459" y="1318331"/>
                  <a:pt x="997364" y="1324999"/>
                </a:cubicBezTo>
                <a:cubicBezTo>
                  <a:pt x="1000221" y="1333572"/>
                  <a:pt x="1002126" y="1343097"/>
                  <a:pt x="1003079" y="1351669"/>
                </a:cubicBezTo>
                <a:cubicBezTo>
                  <a:pt x="1007841" y="1387864"/>
                  <a:pt x="984029" y="1416439"/>
                  <a:pt x="947834" y="1421202"/>
                </a:cubicBezTo>
                <a:lnTo>
                  <a:pt x="943071" y="1421202"/>
                </a:lnTo>
                <a:cubicBezTo>
                  <a:pt x="878301" y="1406914"/>
                  <a:pt x="810674" y="1417392"/>
                  <a:pt x="745904" y="1403104"/>
                </a:cubicBezTo>
                <a:cubicBezTo>
                  <a:pt x="717329" y="1396437"/>
                  <a:pt x="662084" y="1404056"/>
                  <a:pt x="636366" y="1389769"/>
                </a:cubicBezTo>
                <a:cubicBezTo>
                  <a:pt x="584931" y="1361194"/>
                  <a:pt x="593504" y="1297377"/>
                  <a:pt x="600171" y="1240227"/>
                </a:cubicBezTo>
                <a:cubicBezTo>
                  <a:pt x="601124" y="1233559"/>
                  <a:pt x="603981" y="1226892"/>
                  <a:pt x="600171" y="1220224"/>
                </a:cubicBezTo>
                <a:cubicBezTo>
                  <a:pt x="588741" y="1219272"/>
                  <a:pt x="565881" y="1209747"/>
                  <a:pt x="560166" y="1216414"/>
                </a:cubicBezTo>
                <a:cubicBezTo>
                  <a:pt x="548736" y="1231654"/>
                  <a:pt x="536354" y="1263087"/>
                  <a:pt x="517304" y="1267849"/>
                </a:cubicBezTo>
                <a:cubicBezTo>
                  <a:pt x="506826" y="1270706"/>
                  <a:pt x="506826" y="1275469"/>
                  <a:pt x="510636" y="1284042"/>
                </a:cubicBezTo>
                <a:cubicBezTo>
                  <a:pt x="514446" y="1291662"/>
                  <a:pt x="518256" y="1301187"/>
                  <a:pt x="519209" y="1309759"/>
                </a:cubicBezTo>
                <a:cubicBezTo>
                  <a:pt x="524924" y="1347859"/>
                  <a:pt x="516351" y="1384054"/>
                  <a:pt x="477299" y="1384054"/>
                </a:cubicBezTo>
                <a:cubicBezTo>
                  <a:pt x="425864" y="1384054"/>
                  <a:pt x="374429" y="1383102"/>
                  <a:pt x="322994" y="1382149"/>
                </a:cubicBezTo>
                <a:cubicBezTo>
                  <a:pt x="275369" y="1381197"/>
                  <a:pt x="227744" y="1365004"/>
                  <a:pt x="186786" y="1338334"/>
                </a:cubicBezTo>
                <a:cubicBezTo>
                  <a:pt x="132494" y="1303092"/>
                  <a:pt x="110586" y="1247847"/>
                  <a:pt x="127731" y="1189744"/>
                </a:cubicBezTo>
                <a:cubicBezTo>
                  <a:pt x="145829" y="1128784"/>
                  <a:pt x="192501" y="1092589"/>
                  <a:pt x="257271" y="1089732"/>
                </a:cubicBezTo>
                <a:cubicBezTo>
                  <a:pt x="275369" y="1088779"/>
                  <a:pt x="294419" y="1094494"/>
                  <a:pt x="318231" y="1084969"/>
                </a:cubicBezTo>
                <a:cubicBezTo>
                  <a:pt x="279179" y="1070682"/>
                  <a:pt x="243936" y="1065919"/>
                  <a:pt x="208694" y="1059252"/>
                </a:cubicBezTo>
                <a:cubicBezTo>
                  <a:pt x="132494" y="1044964"/>
                  <a:pt x="102966" y="1030676"/>
                  <a:pt x="26766" y="1016389"/>
                </a:cubicBezTo>
                <a:cubicBezTo>
                  <a:pt x="17241" y="1015436"/>
                  <a:pt x="3906" y="1017342"/>
                  <a:pt x="96" y="1004007"/>
                </a:cubicBezTo>
                <a:cubicBezTo>
                  <a:pt x="-3714" y="990672"/>
                  <a:pt x="107729" y="975432"/>
                  <a:pt x="138209" y="981147"/>
                </a:cubicBezTo>
                <a:cubicBezTo>
                  <a:pt x="241079" y="1000197"/>
                  <a:pt x="257271" y="995434"/>
                  <a:pt x="361094" y="1014484"/>
                </a:cubicBezTo>
                <a:cubicBezTo>
                  <a:pt x="506826" y="1042107"/>
                  <a:pt x="653511" y="1063062"/>
                  <a:pt x="801149" y="1075444"/>
                </a:cubicBezTo>
                <a:cubicBezTo>
                  <a:pt x="879254" y="1082112"/>
                  <a:pt x="976409" y="1095447"/>
                  <a:pt x="1055466" y="1090684"/>
                </a:cubicBezTo>
                <a:cubicBezTo>
                  <a:pt x="1069754" y="1090684"/>
                  <a:pt x="1086899" y="1091637"/>
                  <a:pt x="1075469" y="1067824"/>
                </a:cubicBezTo>
                <a:cubicBezTo>
                  <a:pt x="1073564" y="1064014"/>
                  <a:pt x="1074516" y="1057347"/>
                  <a:pt x="1076421" y="1052584"/>
                </a:cubicBezTo>
                <a:cubicBezTo>
                  <a:pt x="1089756" y="1024009"/>
                  <a:pt x="1078326" y="1004007"/>
                  <a:pt x="1060229" y="981147"/>
                </a:cubicBezTo>
                <a:cubicBezTo>
                  <a:pt x="1014509" y="924949"/>
                  <a:pt x="926879" y="851607"/>
                  <a:pt x="917354" y="779217"/>
                </a:cubicBezTo>
                <a:cubicBezTo>
                  <a:pt x="911639" y="738259"/>
                  <a:pt x="923069" y="703017"/>
                  <a:pt x="948786" y="672536"/>
                </a:cubicBezTo>
                <a:cubicBezTo>
                  <a:pt x="957359" y="661107"/>
                  <a:pt x="967836" y="650629"/>
                  <a:pt x="977361" y="640151"/>
                </a:cubicBezTo>
                <a:cubicBezTo>
                  <a:pt x="1028796" y="584907"/>
                  <a:pt x="1118331" y="530614"/>
                  <a:pt x="1167861" y="472511"/>
                </a:cubicBezTo>
                <a:cubicBezTo>
                  <a:pt x="1218344" y="414409"/>
                  <a:pt x="1294544" y="414409"/>
                  <a:pt x="1367886" y="423934"/>
                </a:cubicBezTo>
                <a:cubicBezTo>
                  <a:pt x="1482186" y="439174"/>
                  <a:pt x="1590771" y="474416"/>
                  <a:pt x="1698404" y="513469"/>
                </a:cubicBezTo>
                <a:cubicBezTo>
                  <a:pt x="1713644" y="518232"/>
                  <a:pt x="1751744" y="536329"/>
                  <a:pt x="1767936" y="542997"/>
                </a:cubicBezTo>
                <a:cubicBezTo>
                  <a:pt x="1868901" y="585859"/>
                  <a:pt x="1966056" y="643961"/>
                  <a:pt x="2060354" y="700159"/>
                </a:cubicBezTo>
                <a:cubicBezTo>
                  <a:pt x="2109884" y="729686"/>
                  <a:pt x="2167986" y="745879"/>
                  <a:pt x="2223231" y="760167"/>
                </a:cubicBezTo>
                <a:cubicBezTo>
                  <a:pt x="2446116" y="817317"/>
                  <a:pt x="2669001" y="857322"/>
                  <a:pt x="2890934" y="920186"/>
                </a:cubicBezTo>
                <a:cubicBezTo>
                  <a:pt x="2914746" y="926854"/>
                  <a:pt x="2927129" y="915424"/>
                  <a:pt x="2939511" y="900184"/>
                </a:cubicBezTo>
                <a:cubicBezTo>
                  <a:pt x="3005234" y="818269"/>
                  <a:pt x="3070004" y="737307"/>
                  <a:pt x="3134774" y="654439"/>
                </a:cubicBezTo>
                <a:cubicBezTo>
                  <a:pt x="3304319" y="437269"/>
                  <a:pt x="3471959" y="275344"/>
                  <a:pt x="3645314" y="61031"/>
                </a:cubicBezTo>
                <a:cubicBezTo>
                  <a:pt x="3651029" y="54364"/>
                  <a:pt x="3657696" y="48649"/>
                  <a:pt x="3661506" y="41029"/>
                </a:cubicBezTo>
                <a:cubicBezTo>
                  <a:pt x="3677223" y="13883"/>
                  <a:pt x="3698833" y="1738"/>
                  <a:pt x="3725131" y="1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>
              <a:solidFill>
                <a:schemeClr val="accent3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5591AF-B553-00B4-95E5-08E7C27FDA8E}"/>
              </a:ext>
            </a:extLst>
          </p:cNvPr>
          <p:cNvGrpSpPr/>
          <p:nvPr/>
        </p:nvGrpSpPr>
        <p:grpSpPr>
          <a:xfrm>
            <a:off x="7186020" y="4217288"/>
            <a:ext cx="4040413" cy="1315942"/>
            <a:chOff x="342804" y="1541415"/>
            <a:chExt cx="9509699" cy="309726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E280B1-7953-F1A8-3E7C-7B14EA97B158}"/>
                </a:ext>
              </a:extLst>
            </p:cNvPr>
            <p:cNvSpPr/>
            <p:nvPr/>
          </p:nvSpPr>
          <p:spPr>
            <a:xfrm>
              <a:off x="6567993" y="1819126"/>
              <a:ext cx="134121" cy="640802"/>
            </a:xfrm>
            <a:custGeom>
              <a:avLst/>
              <a:gdLst>
                <a:gd name="connsiteX0" fmla="*/ 173355 w 171450"/>
                <a:gd name="connsiteY0" fmla="*/ 763928 h 819150"/>
                <a:gd name="connsiteX1" fmla="*/ 136207 w 171450"/>
                <a:gd name="connsiteY1" fmla="*/ 821078 h 819150"/>
                <a:gd name="connsiteX2" fmla="*/ 113348 w 171450"/>
                <a:gd name="connsiteY2" fmla="*/ 763928 h 819150"/>
                <a:gd name="connsiteX3" fmla="*/ 115252 w 171450"/>
                <a:gd name="connsiteY3" fmla="*/ 374356 h 819150"/>
                <a:gd name="connsiteX4" fmla="*/ 81915 w 171450"/>
                <a:gd name="connsiteY4" fmla="*/ 343876 h 819150"/>
                <a:gd name="connsiteX5" fmla="*/ 15240 w 171450"/>
                <a:gd name="connsiteY5" fmla="*/ 343876 h 819150"/>
                <a:gd name="connsiteX6" fmla="*/ 0 w 171450"/>
                <a:gd name="connsiteY6" fmla="*/ 329588 h 819150"/>
                <a:gd name="connsiteX7" fmla="*/ 16193 w 171450"/>
                <a:gd name="connsiteY7" fmla="*/ 318158 h 819150"/>
                <a:gd name="connsiteX8" fmla="*/ 59055 w 171450"/>
                <a:gd name="connsiteY8" fmla="*/ 318158 h 819150"/>
                <a:gd name="connsiteX9" fmla="*/ 116205 w 171450"/>
                <a:gd name="connsiteY9" fmla="*/ 261961 h 819150"/>
                <a:gd name="connsiteX10" fmla="*/ 58102 w 171450"/>
                <a:gd name="connsiteY10" fmla="*/ 206716 h 819150"/>
                <a:gd name="connsiteX11" fmla="*/ 20002 w 171450"/>
                <a:gd name="connsiteY11" fmla="*/ 206716 h 819150"/>
                <a:gd name="connsiteX12" fmla="*/ 952 w 171450"/>
                <a:gd name="connsiteY12" fmla="*/ 192428 h 819150"/>
                <a:gd name="connsiteX13" fmla="*/ 20002 w 171450"/>
                <a:gd name="connsiteY13" fmla="*/ 182903 h 819150"/>
                <a:gd name="connsiteX14" fmla="*/ 29527 w 171450"/>
                <a:gd name="connsiteY14" fmla="*/ 182903 h 819150"/>
                <a:gd name="connsiteX15" fmla="*/ 114300 w 171450"/>
                <a:gd name="connsiteY15" fmla="*/ 95273 h 819150"/>
                <a:gd name="connsiteX16" fmla="*/ 114300 w 171450"/>
                <a:gd name="connsiteY16" fmla="*/ 47648 h 819150"/>
                <a:gd name="connsiteX17" fmla="*/ 143827 w 171450"/>
                <a:gd name="connsiteY17" fmla="*/ 23 h 819150"/>
                <a:gd name="connsiteX18" fmla="*/ 170498 w 171450"/>
                <a:gd name="connsiteY18" fmla="*/ 50506 h 819150"/>
                <a:gd name="connsiteX19" fmla="*/ 173355 w 171450"/>
                <a:gd name="connsiteY19" fmla="*/ 763928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1450" h="819150">
                  <a:moveTo>
                    <a:pt x="173355" y="763928"/>
                  </a:moveTo>
                  <a:cubicBezTo>
                    <a:pt x="167640" y="786788"/>
                    <a:pt x="187643" y="828698"/>
                    <a:pt x="136207" y="821078"/>
                  </a:cubicBezTo>
                  <a:cubicBezTo>
                    <a:pt x="98107" y="815363"/>
                    <a:pt x="122873" y="782026"/>
                    <a:pt x="113348" y="763928"/>
                  </a:cubicBezTo>
                  <a:cubicBezTo>
                    <a:pt x="113348" y="634388"/>
                    <a:pt x="113348" y="503896"/>
                    <a:pt x="115252" y="374356"/>
                  </a:cubicBezTo>
                  <a:cubicBezTo>
                    <a:pt x="115252" y="346733"/>
                    <a:pt x="104775" y="342923"/>
                    <a:pt x="81915" y="343876"/>
                  </a:cubicBezTo>
                  <a:cubicBezTo>
                    <a:pt x="60007" y="344828"/>
                    <a:pt x="37148" y="343876"/>
                    <a:pt x="15240" y="343876"/>
                  </a:cubicBezTo>
                  <a:cubicBezTo>
                    <a:pt x="5715" y="343876"/>
                    <a:pt x="0" y="339113"/>
                    <a:pt x="0" y="329588"/>
                  </a:cubicBezTo>
                  <a:cubicBezTo>
                    <a:pt x="0" y="318158"/>
                    <a:pt x="8573" y="318158"/>
                    <a:pt x="16193" y="318158"/>
                  </a:cubicBezTo>
                  <a:cubicBezTo>
                    <a:pt x="30480" y="318158"/>
                    <a:pt x="44768" y="316253"/>
                    <a:pt x="59055" y="318158"/>
                  </a:cubicBezTo>
                  <a:cubicBezTo>
                    <a:pt x="105727" y="326731"/>
                    <a:pt x="115252" y="307681"/>
                    <a:pt x="116205" y="261961"/>
                  </a:cubicBezTo>
                  <a:cubicBezTo>
                    <a:pt x="117157" y="214336"/>
                    <a:pt x="102870" y="199096"/>
                    <a:pt x="58102" y="206716"/>
                  </a:cubicBezTo>
                  <a:cubicBezTo>
                    <a:pt x="45720" y="208621"/>
                    <a:pt x="32385" y="206716"/>
                    <a:pt x="20002" y="206716"/>
                  </a:cubicBezTo>
                  <a:cubicBezTo>
                    <a:pt x="10477" y="206716"/>
                    <a:pt x="0" y="205763"/>
                    <a:pt x="952" y="192428"/>
                  </a:cubicBezTo>
                  <a:cubicBezTo>
                    <a:pt x="1905" y="181951"/>
                    <a:pt x="12382" y="183856"/>
                    <a:pt x="20002" y="182903"/>
                  </a:cubicBezTo>
                  <a:cubicBezTo>
                    <a:pt x="22860" y="182903"/>
                    <a:pt x="26670" y="182903"/>
                    <a:pt x="29527" y="182903"/>
                  </a:cubicBezTo>
                  <a:cubicBezTo>
                    <a:pt x="114300" y="179093"/>
                    <a:pt x="114300" y="179093"/>
                    <a:pt x="114300" y="95273"/>
                  </a:cubicBezTo>
                  <a:cubicBezTo>
                    <a:pt x="114300" y="79081"/>
                    <a:pt x="113348" y="63841"/>
                    <a:pt x="114300" y="47648"/>
                  </a:cubicBezTo>
                  <a:cubicBezTo>
                    <a:pt x="116205" y="27646"/>
                    <a:pt x="100013" y="-929"/>
                    <a:pt x="143827" y="23"/>
                  </a:cubicBezTo>
                  <a:cubicBezTo>
                    <a:pt x="188595" y="976"/>
                    <a:pt x="170498" y="32408"/>
                    <a:pt x="170498" y="50506"/>
                  </a:cubicBezTo>
                  <a:cubicBezTo>
                    <a:pt x="172402" y="288631"/>
                    <a:pt x="172402" y="525803"/>
                    <a:pt x="173355" y="76392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3B27878-CBB9-F1C9-63A7-FC4FD2D1CEFD}"/>
                </a:ext>
              </a:extLst>
            </p:cNvPr>
            <p:cNvSpPr/>
            <p:nvPr/>
          </p:nvSpPr>
          <p:spPr>
            <a:xfrm>
              <a:off x="8661003" y="1992732"/>
              <a:ext cx="44706" cy="715315"/>
            </a:xfrm>
            <a:custGeom>
              <a:avLst/>
              <a:gdLst>
                <a:gd name="connsiteX0" fmla="*/ 60997 w 57150"/>
                <a:gd name="connsiteY0" fmla="*/ 827752 h 914400"/>
                <a:gd name="connsiteX1" fmla="*/ 60043 w 57150"/>
                <a:gd name="connsiteY1" fmla="*/ 888713 h 914400"/>
                <a:gd name="connsiteX2" fmla="*/ 30516 w 57150"/>
                <a:gd name="connsiteY2" fmla="*/ 915383 h 914400"/>
                <a:gd name="connsiteX3" fmla="*/ 1941 w 57150"/>
                <a:gd name="connsiteY3" fmla="*/ 888713 h 914400"/>
                <a:gd name="connsiteX4" fmla="*/ 37 w 57150"/>
                <a:gd name="connsiteY4" fmla="*/ 827752 h 914400"/>
                <a:gd name="connsiteX5" fmla="*/ 989 w 57150"/>
                <a:gd name="connsiteY5" fmla="*/ 38130 h 914400"/>
                <a:gd name="connsiteX6" fmla="*/ 25754 w 57150"/>
                <a:gd name="connsiteY6" fmla="*/ 30 h 914400"/>
                <a:gd name="connsiteX7" fmla="*/ 60043 w 57150"/>
                <a:gd name="connsiteY7" fmla="*/ 34320 h 914400"/>
                <a:gd name="connsiteX8" fmla="*/ 59091 w 57150"/>
                <a:gd name="connsiteY8" fmla="*/ 458183 h 914400"/>
                <a:gd name="connsiteX9" fmla="*/ 60997 w 57150"/>
                <a:gd name="connsiteY9" fmla="*/ 827752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50" h="914400">
                  <a:moveTo>
                    <a:pt x="60997" y="827752"/>
                  </a:moveTo>
                  <a:cubicBezTo>
                    <a:pt x="60043" y="847755"/>
                    <a:pt x="59091" y="868710"/>
                    <a:pt x="60043" y="888713"/>
                  </a:cubicBezTo>
                  <a:cubicBezTo>
                    <a:pt x="60997" y="909668"/>
                    <a:pt x="49566" y="915383"/>
                    <a:pt x="30516" y="915383"/>
                  </a:cubicBezTo>
                  <a:cubicBezTo>
                    <a:pt x="11466" y="915383"/>
                    <a:pt x="989" y="909668"/>
                    <a:pt x="1941" y="888713"/>
                  </a:cubicBezTo>
                  <a:cubicBezTo>
                    <a:pt x="1941" y="868710"/>
                    <a:pt x="989" y="848708"/>
                    <a:pt x="37" y="827752"/>
                  </a:cubicBezTo>
                  <a:cubicBezTo>
                    <a:pt x="37" y="564863"/>
                    <a:pt x="989" y="301020"/>
                    <a:pt x="989" y="38130"/>
                  </a:cubicBezTo>
                  <a:cubicBezTo>
                    <a:pt x="989" y="20985"/>
                    <a:pt x="-7584" y="-922"/>
                    <a:pt x="25754" y="30"/>
                  </a:cubicBezTo>
                  <a:cubicBezTo>
                    <a:pt x="52424" y="30"/>
                    <a:pt x="60043" y="6698"/>
                    <a:pt x="60043" y="34320"/>
                  </a:cubicBezTo>
                  <a:cubicBezTo>
                    <a:pt x="59091" y="175290"/>
                    <a:pt x="59091" y="316260"/>
                    <a:pt x="59091" y="458183"/>
                  </a:cubicBezTo>
                  <a:cubicBezTo>
                    <a:pt x="60043" y="580103"/>
                    <a:pt x="60043" y="703927"/>
                    <a:pt x="60997" y="827752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ABEFCA0-DF41-1AA1-694F-F95405272205}"/>
                </a:ext>
              </a:extLst>
            </p:cNvPr>
            <p:cNvSpPr/>
            <p:nvPr/>
          </p:nvSpPr>
          <p:spPr>
            <a:xfrm>
              <a:off x="8176703" y="2640219"/>
              <a:ext cx="931399" cy="1221996"/>
            </a:xfrm>
            <a:custGeom>
              <a:avLst/>
              <a:gdLst>
                <a:gd name="connsiteX0" fmla="*/ 142875 w 1190625"/>
                <a:gd name="connsiteY0" fmla="*/ 1424047 h 1562100"/>
                <a:gd name="connsiteX1" fmla="*/ 0 w 1190625"/>
                <a:gd name="connsiteY1" fmla="*/ 1392614 h 1562100"/>
                <a:gd name="connsiteX2" fmla="*/ 88582 w 1190625"/>
                <a:gd name="connsiteY2" fmla="*/ 913507 h 1562100"/>
                <a:gd name="connsiteX3" fmla="*/ 257175 w 1190625"/>
                <a:gd name="connsiteY3" fmla="*/ 34349 h 1562100"/>
                <a:gd name="connsiteX4" fmla="*/ 300038 w 1190625"/>
                <a:gd name="connsiteY4" fmla="*/ 59 h 1562100"/>
                <a:gd name="connsiteX5" fmla="*/ 941069 w 1190625"/>
                <a:gd name="connsiteY5" fmla="*/ 59 h 1562100"/>
                <a:gd name="connsiteX6" fmla="*/ 982980 w 1190625"/>
                <a:gd name="connsiteY6" fmla="*/ 36254 h 1562100"/>
                <a:gd name="connsiteX7" fmla="*/ 1162050 w 1190625"/>
                <a:gd name="connsiteY7" fmla="*/ 1344037 h 1562100"/>
                <a:gd name="connsiteX8" fmla="*/ 1192530 w 1190625"/>
                <a:gd name="connsiteY8" fmla="*/ 1564064 h 1562100"/>
                <a:gd name="connsiteX9" fmla="*/ 1038225 w 1190625"/>
                <a:gd name="connsiteY9" fmla="*/ 1533584 h 1562100"/>
                <a:gd name="connsiteX10" fmla="*/ 1020127 w 1190625"/>
                <a:gd name="connsiteY10" fmla="*/ 1405949 h 1562100"/>
                <a:gd name="connsiteX11" fmla="*/ 909638 w 1190625"/>
                <a:gd name="connsiteY11" fmla="*/ 603944 h 1562100"/>
                <a:gd name="connsiteX12" fmla="*/ 855344 w 1190625"/>
                <a:gd name="connsiteY12" fmla="*/ 207704 h 1562100"/>
                <a:gd name="connsiteX13" fmla="*/ 786765 w 1190625"/>
                <a:gd name="connsiteY13" fmla="*/ 147697 h 1562100"/>
                <a:gd name="connsiteX14" fmla="*/ 453390 w 1190625"/>
                <a:gd name="connsiteY14" fmla="*/ 147697 h 1562100"/>
                <a:gd name="connsiteX15" fmla="*/ 376238 w 1190625"/>
                <a:gd name="connsiteY15" fmla="*/ 212467 h 1562100"/>
                <a:gd name="connsiteX16" fmla="*/ 160019 w 1190625"/>
                <a:gd name="connsiteY16" fmla="*/ 1339274 h 1562100"/>
                <a:gd name="connsiteX17" fmla="*/ 142875 w 1190625"/>
                <a:gd name="connsiteY17" fmla="*/ 1424047 h 156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0625" h="1562100">
                  <a:moveTo>
                    <a:pt x="142875" y="1424047"/>
                  </a:moveTo>
                  <a:cubicBezTo>
                    <a:pt x="97155" y="1424999"/>
                    <a:pt x="43815" y="1404997"/>
                    <a:pt x="0" y="1392614"/>
                  </a:cubicBezTo>
                  <a:cubicBezTo>
                    <a:pt x="29527" y="1232594"/>
                    <a:pt x="58102" y="1072574"/>
                    <a:pt x="88582" y="913507"/>
                  </a:cubicBezTo>
                  <a:cubicBezTo>
                    <a:pt x="144780" y="620137"/>
                    <a:pt x="201930" y="327719"/>
                    <a:pt x="257175" y="34349"/>
                  </a:cubicBezTo>
                  <a:cubicBezTo>
                    <a:pt x="262890" y="4822"/>
                    <a:pt x="274319" y="59"/>
                    <a:pt x="300038" y="59"/>
                  </a:cubicBezTo>
                  <a:cubicBezTo>
                    <a:pt x="405765" y="1012"/>
                    <a:pt x="853440" y="1964"/>
                    <a:pt x="941069" y="59"/>
                  </a:cubicBezTo>
                  <a:cubicBezTo>
                    <a:pt x="969644" y="-893"/>
                    <a:pt x="979169" y="9584"/>
                    <a:pt x="982980" y="36254"/>
                  </a:cubicBezTo>
                  <a:cubicBezTo>
                    <a:pt x="1042035" y="472499"/>
                    <a:pt x="1102042" y="908744"/>
                    <a:pt x="1162050" y="1344037"/>
                  </a:cubicBezTo>
                  <a:cubicBezTo>
                    <a:pt x="1174432" y="1436429"/>
                    <a:pt x="1180148" y="1471672"/>
                    <a:pt x="1192530" y="1564064"/>
                  </a:cubicBezTo>
                  <a:cubicBezTo>
                    <a:pt x="1194435" y="1579304"/>
                    <a:pt x="1043940" y="1547872"/>
                    <a:pt x="1038225" y="1533584"/>
                  </a:cubicBezTo>
                  <a:cubicBezTo>
                    <a:pt x="1023938" y="1451669"/>
                    <a:pt x="1031557" y="1487864"/>
                    <a:pt x="1020127" y="1405949"/>
                  </a:cubicBezTo>
                  <a:cubicBezTo>
                    <a:pt x="982980" y="1139249"/>
                    <a:pt x="945832" y="871597"/>
                    <a:pt x="909638" y="603944"/>
                  </a:cubicBezTo>
                  <a:cubicBezTo>
                    <a:pt x="891540" y="471547"/>
                    <a:pt x="872490" y="340102"/>
                    <a:pt x="855344" y="207704"/>
                  </a:cubicBezTo>
                  <a:cubicBezTo>
                    <a:pt x="847725" y="150554"/>
                    <a:pt x="843915" y="147697"/>
                    <a:pt x="786765" y="147697"/>
                  </a:cubicBezTo>
                  <a:cubicBezTo>
                    <a:pt x="675323" y="147697"/>
                    <a:pt x="564832" y="147697"/>
                    <a:pt x="453390" y="147697"/>
                  </a:cubicBezTo>
                  <a:cubicBezTo>
                    <a:pt x="391477" y="147697"/>
                    <a:pt x="387667" y="150554"/>
                    <a:pt x="376238" y="212467"/>
                  </a:cubicBezTo>
                  <a:cubicBezTo>
                    <a:pt x="304800" y="587752"/>
                    <a:pt x="233363" y="963989"/>
                    <a:pt x="160019" y="1339274"/>
                  </a:cubicBezTo>
                  <a:cubicBezTo>
                    <a:pt x="154305" y="1364039"/>
                    <a:pt x="156210" y="1396424"/>
                    <a:pt x="142875" y="142404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E73925E-A3FD-6DE1-6728-AF442CA76007}"/>
                </a:ext>
              </a:extLst>
            </p:cNvPr>
            <p:cNvSpPr/>
            <p:nvPr/>
          </p:nvSpPr>
          <p:spPr>
            <a:xfrm>
              <a:off x="6178295" y="2415936"/>
              <a:ext cx="923947" cy="1192191"/>
            </a:xfrm>
            <a:custGeom>
              <a:avLst/>
              <a:gdLst>
                <a:gd name="connsiteX0" fmla="*/ 984885 w 1181100"/>
                <a:gd name="connsiteY0" fmla="*/ 36254 h 1524000"/>
                <a:gd name="connsiteX1" fmla="*/ 942975 w 1181100"/>
                <a:gd name="connsiteY1" fmla="*/ 59 h 1524000"/>
                <a:gd name="connsiteX2" fmla="*/ 307657 w 1181100"/>
                <a:gd name="connsiteY2" fmla="*/ 59 h 1524000"/>
                <a:gd name="connsiteX3" fmla="*/ 258127 w 1181100"/>
                <a:gd name="connsiteY3" fmla="*/ 38159 h 1524000"/>
                <a:gd name="connsiteX4" fmla="*/ 51435 w 1181100"/>
                <a:gd name="connsiteY4" fmla="*/ 1122104 h 1524000"/>
                <a:gd name="connsiteX5" fmla="*/ 0 w 1181100"/>
                <a:gd name="connsiteY5" fmla="*/ 1398329 h 1524000"/>
                <a:gd name="connsiteX6" fmla="*/ 148590 w 1181100"/>
                <a:gd name="connsiteY6" fmla="*/ 1398329 h 1524000"/>
                <a:gd name="connsiteX7" fmla="*/ 378143 w 1181100"/>
                <a:gd name="connsiteY7" fmla="*/ 208657 h 1524000"/>
                <a:gd name="connsiteX8" fmla="*/ 449580 w 1181100"/>
                <a:gd name="connsiteY8" fmla="*/ 148649 h 1524000"/>
                <a:gd name="connsiteX9" fmla="*/ 782955 w 1181100"/>
                <a:gd name="connsiteY9" fmla="*/ 148649 h 1524000"/>
                <a:gd name="connsiteX10" fmla="*/ 857250 w 1181100"/>
                <a:gd name="connsiteY10" fmla="*/ 213419 h 1524000"/>
                <a:gd name="connsiteX11" fmla="*/ 1019175 w 1181100"/>
                <a:gd name="connsiteY11" fmla="*/ 1391662 h 1524000"/>
                <a:gd name="connsiteX12" fmla="*/ 1049655 w 1181100"/>
                <a:gd name="connsiteY12" fmla="*/ 1529774 h 1524000"/>
                <a:gd name="connsiteX13" fmla="*/ 1185863 w 1181100"/>
                <a:gd name="connsiteY13" fmla="*/ 1512629 h 1524000"/>
                <a:gd name="connsiteX14" fmla="*/ 984885 w 1181100"/>
                <a:gd name="connsiteY14" fmla="*/ 36254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100" h="1524000">
                  <a:moveTo>
                    <a:pt x="984885" y="36254"/>
                  </a:moveTo>
                  <a:cubicBezTo>
                    <a:pt x="981075" y="9584"/>
                    <a:pt x="971550" y="-893"/>
                    <a:pt x="942975" y="59"/>
                  </a:cubicBezTo>
                  <a:cubicBezTo>
                    <a:pt x="852488" y="1964"/>
                    <a:pt x="409575" y="1012"/>
                    <a:pt x="307657" y="59"/>
                  </a:cubicBezTo>
                  <a:cubicBezTo>
                    <a:pt x="279082" y="59"/>
                    <a:pt x="264795" y="3869"/>
                    <a:pt x="258127" y="38159"/>
                  </a:cubicBezTo>
                  <a:cubicBezTo>
                    <a:pt x="190500" y="400109"/>
                    <a:pt x="120015" y="761107"/>
                    <a:pt x="51435" y="1122104"/>
                  </a:cubicBezTo>
                  <a:cubicBezTo>
                    <a:pt x="34290" y="1214497"/>
                    <a:pt x="17145" y="1305937"/>
                    <a:pt x="0" y="1398329"/>
                  </a:cubicBezTo>
                  <a:lnTo>
                    <a:pt x="148590" y="1398329"/>
                  </a:lnTo>
                  <a:cubicBezTo>
                    <a:pt x="153352" y="1382137"/>
                    <a:pt x="303847" y="588704"/>
                    <a:pt x="378143" y="208657"/>
                  </a:cubicBezTo>
                  <a:cubicBezTo>
                    <a:pt x="389572" y="151507"/>
                    <a:pt x="393382" y="148649"/>
                    <a:pt x="449580" y="148649"/>
                  </a:cubicBezTo>
                  <a:cubicBezTo>
                    <a:pt x="561022" y="148649"/>
                    <a:pt x="671513" y="148649"/>
                    <a:pt x="782955" y="148649"/>
                  </a:cubicBezTo>
                  <a:cubicBezTo>
                    <a:pt x="846772" y="148649"/>
                    <a:pt x="848677" y="150554"/>
                    <a:pt x="857250" y="213419"/>
                  </a:cubicBezTo>
                  <a:cubicBezTo>
                    <a:pt x="911543" y="605849"/>
                    <a:pt x="963930" y="999232"/>
                    <a:pt x="1019175" y="1391662"/>
                  </a:cubicBezTo>
                  <a:cubicBezTo>
                    <a:pt x="1025843" y="1438334"/>
                    <a:pt x="1023938" y="1486912"/>
                    <a:pt x="1049655" y="1529774"/>
                  </a:cubicBezTo>
                  <a:cubicBezTo>
                    <a:pt x="1087755" y="1528822"/>
                    <a:pt x="1177290" y="1511677"/>
                    <a:pt x="1185863" y="1512629"/>
                  </a:cubicBezTo>
                  <a:cubicBezTo>
                    <a:pt x="1173480" y="1424999"/>
                    <a:pt x="1039177" y="440114"/>
                    <a:pt x="984885" y="3625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DE10C82-D0C3-3A77-5BA9-7DAB1203E203}"/>
                </a:ext>
              </a:extLst>
            </p:cNvPr>
            <p:cNvSpPr/>
            <p:nvPr/>
          </p:nvSpPr>
          <p:spPr>
            <a:xfrm>
              <a:off x="8279530" y="2728903"/>
              <a:ext cx="707863" cy="1072972"/>
            </a:xfrm>
            <a:custGeom>
              <a:avLst/>
              <a:gdLst>
                <a:gd name="connsiteX0" fmla="*/ 0 w 904875"/>
                <a:gd name="connsiteY0" fmla="*/ 1277342 h 1371600"/>
                <a:gd name="connsiteX1" fmla="*/ 230506 w 904875"/>
                <a:gd name="connsiteY1" fmla="*/ 60047 h 1371600"/>
                <a:gd name="connsiteX2" fmla="*/ 300991 w 904875"/>
                <a:gd name="connsiteY2" fmla="*/ 39 h 1371600"/>
                <a:gd name="connsiteX3" fmla="*/ 691516 w 904875"/>
                <a:gd name="connsiteY3" fmla="*/ 992 h 1371600"/>
                <a:gd name="connsiteX4" fmla="*/ 729616 w 904875"/>
                <a:gd name="connsiteY4" fmla="*/ 33377 h 1371600"/>
                <a:gd name="connsiteX5" fmla="*/ 911543 w 904875"/>
                <a:gd name="connsiteY5" fmla="*/ 1356400 h 1371600"/>
                <a:gd name="connsiteX6" fmla="*/ 560070 w 904875"/>
                <a:gd name="connsiteY6" fmla="*/ 1334492 h 1371600"/>
                <a:gd name="connsiteX7" fmla="*/ 0 w 904875"/>
                <a:gd name="connsiteY7" fmla="*/ 127734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5" h="1371600">
                  <a:moveTo>
                    <a:pt x="0" y="1277342"/>
                  </a:moveTo>
                  <a:cubicBezTo>
                    <a:pt x="37148" y="1081127"/>
                    <a:pt x="192406" y="270549"/>
                    <a:pt x="230506" y="60047"/>
                  </a:cubicBezTo>
                  <a:cubicBezTo>
                    <a:pt x="238125" y="15279"/>
                    <a:pt x="253366" y="-913"/>
                    <a:pt x="300991" y="39"/>
                  </a:cubicBezTo>
                  <a:cubicBezTo>
                    <a:pt x="431483" y="3849"/>
                    <a:pt x="561023" y="1944"/>
                    <a:pt x="691516" y="992"/>
                  </a:cubicBezTo>
                  <a:cubicBezTo>
                    <a:pt x="717233" y="992"/>
                    <a:pt x="726758" y="6707"/>
                    <a:pt x="729616" y="33377"/>
                  </a:cubicBezTo>
                  <a:cubicBezTo>
                    <a:pt x="752475" y="207684"/>
                    <a:pt x="876300" y="1088747"/>
                    <a:pt x="911543" y="1356400"/>
                  </a:cubicBezTo>
                  <a:cubicBezTo>
                    <a:pt x="918210" y="1409739"/>
                    <a:pt x="600075" y="1338302"/>
                    <a:pt x="560070" y="1334492"/>
                  </a:cubicBezTo>
                  <a:cubicBezTo>
                    <a:pt x="373381" y="1317347"/>
                    <a:pt x="186691" y="1296392"/>
                    <a:pt x="0" y="127734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4598A3F-0BE0-914F-34E0-D6430E5EED9D}"/>
                </a:ext>
              </a:extLst>
            </p:cNvPr>
            <p:cNvSpPr/>
            <p:nvPr/>
          </p:nvSpPr>
          <p:spPr>
            <a:xfrm>
              <a:off x="6277395" y="2505281"/>
              <a:ext cx="715315" cy="1072972"/>
            </a:xfrm>
            <a:custGeom>
              <a:avLst/>
              <a:gdLst>
                <a:gd name="connsiteX0" fmla="*/ 0 w 914400"/>
                <a:gd name="connsiteY0" fmla="*/ 1304122 h 1371600"/>
                <a:gd name="connsiteX1" fmla="*/ 238125 w 914400"/>
                <a:gd name="connsiteY1" fmla="*/ 52537 h 1371600"/>
                <a:gd name="connsiteX2" fmla="*/ 300038 w 914400"/>
                <a:gd name="connsiteY2" fmla="*/ 150 h 1371600"/>
                <a:gd name="connsiteX3" fmla="*/ 675323 w 914400"/>
                <a:gd name="connsiteY3" fmla="*/ 150 h 1371600"/>
                <a:gd name="connsiteX4" fmla="*/ 741045 w 914400"/>
                <a:gd name="connsiteY4" fmla="*/ 58252 h 1371600"/>
                <a:gd name="connsiteX5" fmla="*/ 921068 w 914400"/>
                <a:gd name="connsiteY5" fmla="*/ 1374607 h 1371600"/>
                <a:gd name="connsiteX6" fmla="*/ 0 w 914400"/>
                <a:gd name="connsiteY6" fmla="*/ 130412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1371600">
                  <a:moveTo>
                    <a:pt x="0" y="1304122"/>
                  </a:moveTo>
                  <a:cubicBezTo>
                    <a:pt x="39052" y="1099335"/>
                    <a:pt x="199073" y="264945"/>
                    <a:pt x="238125" y="52537"/>
                  </a:cubicBezTo>
                  <a:cubicBezTo>
                    <a:pt x="244793" y="14437"/>
                    <a:pt x="257175" y="-1755"/>
                    <a:pt x="300038" y="150"/>
                  </a:cubicBezTo>
                  <a:cubicBezTo>
                    <a:pt x="424815" y="3960"/>
                    <a:pt x="550545" y="4912"/>
                    <a:pt x="675323" y="150"/>
                  </a:cubicBezTo>
                  <a:cubicBezTo>
                    <a:pt x="722948" y="-1755"/>
                    <a:pt x="736282" y="15390"/>
                    <a:pt x="741045" y="58252"/>
                  </a:cubicBezTo>
                  <a:cubicBezTo>
                    <a:pt x="764857" y="244942"/>
                    <a:pt x="886777" y="1122195"/>
                    <a:pt x="921068" y="1374607"/>
                  </a:cubicBezTo>
                  <a:cubicBezTo>
                    <a:pt x="922973" y="1381275"/>
                    <a:pt x="5715" y="1302217"/>
                    <a:pt x="0" y="130412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5A22510-C7D5-4CD8-66FE-725396EB10EB}"/>
                </a:ext>
              </a:extLst>
            </p:cNvPr>
            <p:cNvSpPr/>
            <p:nvPr/>
          </p:nvSpPr>
          <p:spPr>
            <a:xfrm>
              <a:off x="342804" y="2386179"/>
              <a:ext cx="9464439" cy="2252496"/>
            </a:xfrm>
            <a:custGeom>
              <a:avLst/>
              <a:gdLst>
                <a:gd name="connsiteX0" fmla="*/ 4574879 w 4752721"/>
                <a:gd name="connsiteY0" fmla="*/ 766307 h 1131127"/>
                <a:gd name="connsiteX1" fmla="*/ 4555422 w 4752721"/>
                <a:gd name="connsiteY1" fmla="*/ 785764 h 1131127"/>
                <a:gd name="connsiteX2" fmla="*/ 4555422 w 4752721"/>
                <a:gd name="connsiteY2" fmla="*/ 807092 h 1131127"/>
                <a:gd name="connsiteX3" fmla="*/ 4574879 w 4752721"/>
                <a:gd name="connsiteY3" fmla="*/ 826549 h 1131127"/>
                <a:gd name="connsiteX4" fmla="*/ 4639986 w 4752721"/>
                <a:gd name="connsiteY4" fmla="*/ 826549 h 1131127"/>
                <a:gd name="connsiteX5" fmla="*/ 4659443 w 4752721"/>
                <a:gd name="connsiteY5" fmla="*/ 807092 h 1131127"/>
                <a:gd name="connsiteX6" fmla="*/ 4659443 w 4752721"/>
                <a:gd name="connsiteY6" fmla="*/ 785764 h 1131127"/>
                <a:gd name="connsiteX7" fmla="*/ 4639986 w 4752721"/>
                <a:gd name="connsiteY7" fmla="*/ 766307 h 1131127"/>
                <a:gd name="connsiteX8" fmla="*/ 2344805 w 4752721"/>
                <a:gd name="connsiteY8" fmla="*/ 0 h 1131127"/>
                <a:gd name="connsiteX9" fmla="*/ 2409538 w 4752721"/>
                <a:gd name="connsiteY9" fmla="*/ 1871 h 1131127"/>
                <a:gd name="connsiteX10" fmla="*/ 2549478 w 4752721"/>
                <a:gd name="connsiteY10" fmla="*/ 81944 h 1131127"/>
                <a:gd name="connsiteX11" fmla="*/ 2593257 w 4752721"/>
                <a:gd name="connsiteY11" fmla="*/ 199809 h 1131127"/>
                <a:gd name="connsiteX12" fmla="*/ 2602611 w 4752721"/>
                <a:gd name="connsiteY12" fmla="*/ 225253 h 1131127"/>
                <a:gd name="connsiteX13" fmla="*/ 2649383 w 4752721"/>
                <a:gd name="connsiteY13" fmla="*/ 297468 h 1131127"/>
                <a:gd name="connsiteX14" fmla="*/ 2671833 w 4752721"/>
                <a:gd name="connsiteY14" fmla="*/ 314680 h 1131127"/>
                <a:gd name="connsiteX15" fmla="*/ 2879499 w 4752721"/>
                <a:gd name="connsiteY15" fmla="*/ 336756 h 1131127"/>
                <a:gd name="connsiteX16" fmla="*/ 2893718 w 4752721"/>
                <a:gd name="connsiteY16" fmla="*/ 353594 h 1131127"/>
                <a:gd name="connsiteX17" fmla="*/ 2886983 w 4752721"/>
                <a:gd name="connsiteY17" fmla="*/ 543674 h 1131127"/>
                <a:gd name="connsiteX18" fmla="*/ 4216421 w 4752721"/>
                <a:gd name="connsiteY18" fmla="*/ 698208 h 1131127"/>
                <a:gd name="connsiteX19" fmla="*/ 4508651 w 4752721"/>
                <a:gd name="connsiteY19" fmla="*/ 731509 h 1131127"/>
                <a:gd name="connsiteX20" fmla="*/ 4518753 w 4752721"/>
                <a:gd name="connsiteY20" fmla="*/ 739741 h 1131127"/>
                <a:gd name="connsiteX21" fmla="*/ 4531476 w 4752721"/>
                <a:gd name="connsiteY21" fmla="*/ 776784 h 1131127"/>
                <a:gd name="connsiteX22" fmla="*/ 4548313 w 4752721"/>
                <a:gd name="connsiteY22" fmla="*/ 738619 h 1131127"/>
                <a:gd name="connsiteX23" fmla="*/ 4669171 w 4752721"/>
                <a:gd name="connsiteY23" fmla="*/ 738619 h 1131127"/>
                <a:gd name="connsiteX24" fmla="*/ 4681893 w 4752721"/>
                <a:gd name="connsiteY24" fmla="*/ 744231 h 1131127"/>
                <a:gd name="connsiteX25" fmla="*/ 4686757 w 4752721"/>
                <a:gd name="connsiteY25" fmla="*/ 756205 h 1131127"/>
                <a:gd name="connsiteX26" fmla="*/ 4686009 w 4752721"/>
                <a:gd name="connsiteY26" fmla="*/ 836652 h 1131127"/>
                <a:gd name="connsiteX27" fmla="*/ 4726794 w 4752721"/>
                <a:gd name="connsiteY27" fmla="*/ 842265 h 1131127"/>
                <a:gd name="connsiteX28" fmla="*/ 4751864 w 4752721"/>
                <a:gd name="connsiteY28" fmla="*/ 864341 h 1131127"/>
                <a:gd name="connsiteX29" fmla="*/ 4689002 w 4752721"/>
                <a:gd name="connsiteY29" fmla="*/ 1131127 h 1131127"/>
                <a:gd name="connsiteX30" fmla="*/ 506116 w 4752721"/>
                <a:gd name="connsiteY30" fmla="*/ 1117282 h 1131127"/>
                <a:gd name="connsiteX31" fmla="*/ 478428 w 4752721"/>
                <a:gd name="connsiteY31" fmla="*/ 966116 h 1131127"/>
                <a:gd name="connsiteX32" fmla="*/ 290966 w 4752721"/>
                <a:gd name="connsiteY32" fmla="*/ 526088 h 1131127"/>
                <a:gd name="connsiteX33" fmla="*/ 56734 w 4752721"/>
                <a:gd name="connsiteY33" fmla="*/ 243961 h 1131127"/>
                <a:gd name="connsiteX34" fmla="*/ 2104 w 4752721"/>
                <a:gd name="connsiteY34" fmla="*/ 182971 h 1131127"/>
                <a:gd name="connsiteX35" fmla="*/ 12956 w 4752721"/>
                <a:gd name="connsiteY35" fmla="*/ 159772 h 1131127"/>
                <a:gd name="connsiteX36" fmla="*/ 1746502 w 4752721"/>
                <a:gd name="connsiteY36" fmla="*/ 393631 h 1131127"/>
                <a:gd name="connsiteX37" fmla="*/ 1850522 w 4752721"/>
                <a:gd name="connsiteY37" fmla="*/ 464724 h 1131127"/>
                <a:gd name="connsiteX38" fmla="*/ 1885694 w 4752721"/>
                <a:gd name="connsiteY38" fmla="*/ 462479 h 1131127"/>
                <a:gd name="connsiteX39" fmla="*/ 1979986 w 4752721"/>
                <a:gd name="connsiteY39" fmla="*/ 353594 h 1131127"/>
                <a:gd name="connsiteX40" fmla="*/ 2021519 w 4752721"/>
                <a:gd name="connsiteY40" fmla="*/ 291855 h 1131127"/>
                <a:gd name="connsiteX41" fmla="*/ 2098225 w 4752721"/>
                <a:gd name="connsiteY41" fmla="*/ 105891 h 1131127"/>
                <a:gd name="connsiteX42" fmla="*/ 2131901 w 4752721"/>
                <a:gd name="connsiteY42" fmla="*/ 72590 h 1131127"/>
                <a:gd name="connsiteX43" fmla="*/ 2313375 w 4752721"/>
                <a:gd name="connsiteY43" fmla="*/ 69596 h 1131127"/>
                <a:gd name="connsiteX44" fmla="*/ 2323103 w 4752721"/>
                <a:gd name="connsiteY44" fmla="*/ 60616 h 1131127"/>
                <a:gd name="connsiteX45" fmla="*/ 2322729 w 4752721"/>
                <a:gd name="connsiteY45" fmla="*/ 25069 h 1131127"/>
                <a:gd name="connsiteX46" fmla="*/ 2344805 w 4752721"/>
                <a:gd name="connsiteY46" fmla="*/ 0 h 113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52721" h="1131127">
                  <a:moveTo>
                    <a:pt x="4574879" y="766307"/>
                  </a:moveTo>
                  <a:cubicBezTo>
                    <a:pt x="4564028" y="766307"/>
                    <a:pt x="4555422" y="774913"/>
                    <a:pt x="4555422" y="785764"/>
                  </a:cubicBezTo>
                  <a:lnTo>
                    <a:pt x="4555422" y="807092"/>
                  </a:lnTo>
                  <a:cubicBezTo>
                    <a:pt x="4555422" y="817943"/>
                    <a:pt x="4564028" y="826549"/>
                    <a:pt x="4574879" y="826549"/>
                  </a:cubicBezTo>
                  <a:lnTo>
                    <a:pt x="4639986" y="826549"/>
                  </a:lnTo>
                  <a:cubicBezTo>
                    <a:pt x="4650462" y="826549"/>
                    <a:pt x="4659443" y="817943"/>
                    <a:pt x="4659443" y="807092"/>
                  </a:cubicBezTo>
                  <a:lnTo>
                    <a:pt x="4659443" y="785764"/>
                  </a:lnTo>
                  <a:cubicBezTo>
                    <a:pt x="4659443" y="774913"/>
                    <a:pt x="4650837" y="766307"/>
                    <a:pt x="4639986" y="766307"/>
                  </a:cubicBezTo>
                  <a:close/>
                  <a:moveTo>
                    <a:pt x="2344805" y="0"/>
                  </a:moveTo>
                  <a:cubicBezTo>
                    <a:pt x="2351166" y="0"/>
                    <a:pt x="2393073" y="0"/>
                    <a:pt x="2409538" y="1871"/>
                  </a:cubicBezTo>
                  <a:cubicBezTo>
                    <a:pt x="2464541" y="13844"/>
                    <a:pt x="2512809" y="40785"/>
                    <a:pt x="2549478" y="81944"/>
                  </a:cubicBezTo>
                  <a:cubicBezTo>
                    <a:pt x="2577916" y="113749"/>
                    <a:pt x="2592508" y="155656"/>
                    <a:pt x="2593257" y="199809"/>
                  </a:cubicBezTo>
                  <a:cubicBezTo>
                    <a:pt x="2593631" y="209537"/>
                    <a:pt x="2594753" y="216646"/>
                    <a:pt x="2602611" y="225253"/>
                  </a:cubicBezTo>
                  <a:cubicBezTo>
                    <a:pt x="2622068" y="246580"/>
                    <a:pt x="2637035" y="271276"/>
                    <a:pt x="2649383" y="297468"/>
                  </a:cubicBezTo>
                  <a:cubicBezTo>
                    <a:pt x="2654995" y="309067"/>
                    <a:pt x="2660982" y="313557"/>
                    <a:pt x="2671833" y="314680"/>
                  </a:cubicBezTo>
                  <a:cubicBezTo>
                    <a:pt x="2748538" y="322163"/>
                    <a:pt x="2802794" y="330021"/>
                    <a:pt x="2879499" y="336756"/>
                  </a:cubicBezTo>
                  <a:cubicBezTo>
                    <a:pt x="2892595" y="337879"/>
                    <a:pt x="2894092" y="342369"/>
                    <a:pt x="2893718" y="353594"/>
                  </a:cubicBezTo>
                  <a:cubicBezTo>
                    <a:pt x="2892221" y="413462"/>
                    <a:pt x="2887731" y="483807"/>
                    <a:pt x="2886983" y="543674"/>
                  </a:cubicBezTo>
                  <a:cubicBezTo>
                    <a:pt x="2886983" y="548539"/>
                    <a:pt x="4204074" y="697086"/>
                    <a:pt x="4216421" y="698208"/>
                  </a:cubicBezTo>
                  <a:cubicBezTo>
                    <a:pt x="4232511" y="701201"/>
                    <a:pt x="4463002" y="726645"/>
                    <a:pt x="4508651" y="731509"/>
                  </a:cubicBezTo>
                  <a:cubicBezTo>
                    <a:pt x="4513515" y="731884"/>
                    <a:pt x="4517257" y="735251"/>
                    <a:pt x="4518753" y="739741"/>
                  </a:cubicBezTo>
                  <a:cubicBezTo>
                    <a:pt x="4524366" y="756579"/>
                    <a:pt x="4531476" y="776784"/>
                    <a:pt x="4531476" y="776784"/>
                  </a:cubicBezTo>
                  <a:cubicBezTo>
                    <a:pt x="4532224" y="743483"/>
                    <a:pt x="4538585" y="738619"/>
                    <a:pt x="4548313" y="738619"/>
                  </a:cubicBezTo>
                  <a:lnTo>
                    <a:pt x="4669171" y="738619"/>
                  </a:lnTo>
                  <a:cubicBezTo>
                    <a:pt x="4674036" y="738619"/>
                    <a:pt x="4678526" y="740864"/>
                    <a:pt x="4681893" y="744231"/>
                  </a:cubicBezTo>
                  <a:cubicBezTo>
                    <a:pt x="4681893" y="744231"/>
                    <a:pt x="4686757" y="749096"/>
                    <a:pt x="4686757" y="756205"/>
                  </a:cubicBezTo>
                  <a:lnTo>
                    <a:pt x="4686009" y="836652"/>
                  </a:lnTo>
                  <a:cubicBezTo>
                    <a:pt x="4686383" y="837400"/>
                    <a:pt x="4716691" y="842265"/>
                    <a:pt x="4726794" y="842265"/>
                  </a:cubicBezTo>
                  <a:cubicBezTo>
                    <a:pt x="4742509" y="840768"/>
                    <a:pt x="4756354" y="841517"/>
                    <a:pt x="4751864" y="864341"/>
                  </a:cubicBezTo>
                  <a:cubicBezTo>
                    <a:pt x="4751116" y="869205"/>
                    <a:pt x="4727169" y="1131127"/>
                    <a:pt x="4689002" y="1131127"/>
                  </a:cubicBezTo>
                  <a:cubicBezTo>
                    <a:pt x="4296120" y="1131127"/>
                    <a:pt x="1472607" y="1117282"/>
                    <a:pt x="506116" y="1117282"/>
                  </a:cubicBezTo>
                  <a:cubicBezTo>
                    <a:pt x="496762" y="1070885"/>
                    <a:pt x="488156" y="1012139"/>
                    <a:pt x="478428" y="966116"/>
                  </a:cubicBezTo>
                  <a:cubicBezTo>
                    <a:pt x="444752" y="807093"/>
                    <a:pt x="391245" y="656674"/>
                    <a:pt x="290966" y="526088"/>
                  </a:cubicBezTo>
                  <a:cubicBezTo>
                    <a:pt x="285354" y="518605"/>
                    <a:pt x="128949" y="330769"/>
                    <a:pt x="56734" y="243961"/>
                  </a:cubicBezTo>
                  <a:cubicBezTo>
                    <a:pt x="39148" y="223007"/>
                    <a:pt x="22310" y="201679"/>
                    <a:pt x="2104" y="182971"/>
                  </a:cubicBezTo>
                  <a:cubicBezTo>
                    <a:pt x="-4256" y="175487"/>
                    <a:pt x="5098" y="158650"/>
                    <a:pt x="12956" y="159772"/>
                  </a:cubicBezTo>
                  <a:cubicBezTo>
                    <a:pt x="106499" y="172494"/>
                    <a:pt x="1659319" y="382031"/>
                    <a:pt x="1746502" y="393631"/>
                  </a:cubicBezTo>
                  <a:cubicBezTo>
                    <a:pt x="1762966" y="395876"/>
                    <a:pt x="1834059" y="453498"/>
                    <a:pt x="1850522" y="464724"/>
                  </a:cubicBezTo>
                  <a:cubicBezTo>
                    <a:pt x="1862870" y="473330"/>
                    <a:pt x="1874843" y="468091"/>
                    <a:pt x="1885694" y="462479"/>
                  </a:cubicBezTo>
                  <a:cubicBezTo>
                    <a:pt x="1931344" y="438906"/>
                    <a:pt x="1961652" y="400740"/>
                    <a:pt x="1979986" y="353594"/>
                  </a:cubicBezTo>
                  <a:cubicBezTo>
                    <a:pt x="1989715" y="329273"/>
                    <a:pt x="2000940" y="310190"/>
                    <a:pt x="2021519" y="291855"/>
                  </a:cubicBezTo>
                  <a:cubicBezTo>
                    <a:pt x="2075775" y="243213"/>
                    <a:pt x="2096354" y="177733"/>
                    <a:pt x="2098225" y="105891"/>
                  </a:cubicBezTo>
                  <a:cubicBezTo>
                    <a:pt x="2098973" y="73338"/>
                    <a:pt x="2098599" y="73338"/>
                    <a:pt x="2131901" y="72590"/>
                  </a:cubicBezTo>
                  <a:cubicBezTo>
                    <a:pt x="2192517" y="71467"/>
                    <a:pt x="2252759" y="70345"/>
                    <a:pt x="2313375" y="69596"/>
                  </a:cubicBezTo>
                  <a:cubicBezTo>
                    <a:pt x="2320484" y="69596"/>
                    <a:pt x="2323478" y="68100"/>
                    <a:pt x="2323103" y="60616"/>
                  </a:cubicBezTo>
                  <a:cubicBezTo>
                    <a:pt x="2322729" y="48643"/>
                    <a:pt x="2324226" y="36669"/>
                    <a:pt x="2322729" y="25069"/>
                  </a:cubicBezTo>
                  <a:cubicBezTo>
                    <a:pt x="2320484" y="7484"/>
                    <a:pt x="2327593" y="0"/>
                    <a:pt x="2344805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D6DF34-FA01-3FD2-8F6E-5A302E42325E}"/>
                </a:ext>
              </a:extLst>
            </p:cNvPr>
            <p:cNvSpPr/>
            <p:nvPr/>
          </p:nvSpPr>
          <p:spPr>
            <a:xfrm>
              <a:off x="434174" y="2766189"/>
              <a:ext cx="3956581" cy="789826"/>
            </a:xfrm>
            <a:custGeom>
              <a:avLst/>
              <a:gdLst>
                <a:gd name="connsiteX0" fmla="*/ 4358640 w 5057775"/>
                <a:gd name="connsiteY0" fmla="*/ 589597 h 1009650"/>
                <a:gd name="connsiteX1" fmla="*/ 0 w 5057775"/>
                <a:gd name="connsiteY1" fmla="*/ 0 h 1009650"/>
                <a:gd name="connsiteX2" fmla="*/ 481965 w 5057775"/>
                <a:gd name="connsiteY2" fmla="*/ 557213 h 1009650"/>
                <a:gd name="connsiteX3" fmla="*/ 5060633 w 5057775"/>
                <a:gd name="connsiteY3" fmla="*/ 1012508 h 1009650"/>
                <a:gd name="connsiteX4" fmla="*/ 4358640 w 5057775"/>
                <a:gd name="connsiteY4" fmla="*/ 589597 h 1009650"/>
                <a:gd name="connsiteX5" fmla="*/ 204787 w 5057775"/>
                <a:gd name="connsiteY5" fmla="*/ 231458 h 1009650"/>
                <a:gd name="connsiteX6" fmla="*/ 208598 w 5057775"/>
                <a:gd name="connsiteY6" fmla="*/ 228600 h 1009650"/>
                <a:gd name="connsiteX7" fmla="*/ 204787 w 5057775"/>
                <a:gd name="connsiteY7" fmla="*/ 231458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57775" h="1009650">
                  <a:moveTo>
                    <a:pt x="4358640" y="589597"/>
                  </a:moveTo>
                  <a:cubicBezTo>
                    <a:pt x="4037648" y="546735"/>
                    <a:pt x="586740" y="85725"/>
                    <a:pt x="0" y="0"/>
                  </a:cubicBezTo>
                  <a:cubicBezTo>
                    <a:pt x="63818" y="71438"/>
                    <a:pt x="317182" y="379095"/>
                    <a:pt x="481965" y="557213"/>
                  </a:cubicBezTo>
                  <a:cubicBezTo>
                    <a:pt x="1908810" y="706755"/>
                    <a:pt x="3591878" y="891540"/>
                    <a:pt x="5060633" y="1012508"/>
                  </a:cubicBezTo>
                  <a:cubicBezTo>
                    <a:pt x="4962525" y="964883"/>
                    <a:pt x="4516755" y="703897"/>
                    <a:pt x="4358640" y="589597"/>
                  </a:cubicBezTo>
                  <a:close/>
                  <a:moveTo>
                    <a:pt x="204787" y="231458"/>
                  </a:moveTo>
                  <a:cubicBezTo>
                    <a:pt x="206693" y="230505"/>
                    <a:pt x="207645" y="229552"/>
                    <a:pt x="208598" y="228600"/>
                  </a:cubicBezTo>
                  <a:cubicBezTo>
                    <a:pt x="207645" y="229552"/>
                    <a:pt x="206693" y="230505"/>
                    <a:pt x="204787" y="23145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3626DDF-70E0-26D9-477E-F0A9AA986352}"/>
                </a:ext>
              </a:extLst>
            </p:cNvPr>
            <p:cNvSpPr/>
            <p:nvPr/>
          </p:nvSpPr>
          <p:spPr>
            <a:xfrm>
              <a:off x="894735" y="3285688"/>
              <a:ext cx="8859464" cy="1296507"/>
            </a:xfrm>
            <a:custGeom>
              <a:avLst/>
              <a:gdLst>
                <a:gd name="connsiteX0" fmla="*/ 5639654 w 11325225"/>
                <a:gd name="connsiteY0" fmla="*/ 1631440 h 1657350"/>
                <a:gd name="connsiteX1" fmla="*/ 673318 w 11325225"/>
                <a:gd name="connsiteY1" fmla="*/ 1596198 h 1657350"/>
                <a:gd name="connsiteX2" fmla="*/ 627598 w 11325225"/>
                <a:gd name="connsiteY2" fmla="*/ 1543810 h 1657350"/>
                <a:gd name="connsiteX3" fmla="*/ 539968 w 11325225"/>
                <a:gd name="connsiteY3" fmla="*/ 1132330 h 1657350"/>
                <a:gd name="connsiteX4" fmla="*/ 278983 w 11325225"/>
                <a:gd name="connsiteY4" fmla="*/ 437005 h 1657350"/>
                <a:gd name="connsiteX5" fmla="*/ 38953 w 11325225"/>
                <a:gd name="connsiteY5" fmla="*/ 88390 h 1657350"/>
                <a:gd name="connsiteX6" fmla="*/ 2758 w 11325225"/>
                <a:gd name="connsiteY6" fmla="*/ 16000 h 1657350"/>
                <a:gd name="connsiteX7" fmla="*/ 81816 w 11325225"/>
                <a:gd name="connsiteY7" fmla="*/ 5523 h 1657350"/>
                <a:gd name="connsiteX8" fmla="*/ 5390099 w 11325225"/>
                <a:gd name="connsiteY8" fmla="*/ 518920 h 1657350"/>
                <a:gd name="connsiteX9" fmla="*/ 10836494 w 11325225"/>
                <a:gd name="connsiteY9" fmla="*/ 1014220 h 1657350"/>
                <a:gd name="connsiteX10" fmla="*/ 11326078 w 11325225"/>
                <a:gd name="connsiteY10" fmla="*/ 1055178 h 1657350"/>
                <a:gd name="connsiteX11" fmla="*/ 11153676 w 11325225"/>
                <a:gd name="connsiteY11" fmla="*/ 1661920 h 1657350"/>
                <a:gd name="connsiteX12" fmla="*/ 5639654 w 11325225"/>
                <a:gd name="connsiteY12" fmla="*/ 163144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25225" h="1657350">
                  <a:moveTo>
                    <a:pt x="5639654" y="1631440"/>
                  </a:moveTo>
                  <a:cubicBezTo>
                    <a:pt x="5152926" y="1618105"/>
                    <a:pt x="830481" y="1597150"/>
                    <a:pt x="673318" y="1596198"/>
                  </a:cubicBezTo>
                  <a:cubicBezTo>
                    <a:pt x="631408" y="1596198"/>
                    <a:pt x="631408" y="1567623"/>
                    <a:pt x="627598" y="1543810"/>
                  </a:cubicBezTo>
                  <a:cubicBezTo>
                    <a:pt x="605691" y="1404745"/>
                    <a:pt x="574258" y="1268538"/>
                    <a:pt x="539968" y="1132330"/>
                  </a:cubicBezTo>
                  <a:cubicBezTo>
                    <a:pt x="479961" y="890395"/>
                    <a:pt x="399951" y="655128"/>
                    <a:pt x="278983" y="437005"/>
                  </a:cubicBezTo>
                  <a:cubicBezTo>
                    <a:pt x="217071" y="324610"/>
                    <a:pt x="116106" y="190308"/>
                    <a:pt x="38953" y="88390"/>
                  </a:cubicBezTo>
                  <a:cubicBezTo>
                    <a:pt x="22761" y="66483"/>
                    <a:pt x="-9624" y="41718"/>
                    <a:pt x="2758" y="16000"/>
                  </a:cubicBezTo>
                  <a:cubicBezTo>
                    <a:pt x="16093" y="-10670"/>
                    <a:pt x="55146" y="3618"/>
                    <a:pt x="81816" y="5523"/>
                  </a:cubicBezTo>
                  <a:cubicBezTo>
                    <a:pt x="200878" y="15048"/>
                    <a:pt x="5310088" y="511300"/>
                    <a:pt x="5390099" y="518920"/>
                  </a:cubicBezTo>
                  <a:cubicBezTo>
                    <a:pt x="5520591" y="531303"/>
                    <a:pt x="10736481" y="1004695"/>
                    <a:pt x="10836494" y="1014220"/>
                  </a:cubicBezTo>
                  <a:cubicBezTo>
                    <a:pt x="11004134" y="1036128"/>
                    <a:pt x="11326078" y="1055178"/>
                    <a:pt x="11326078" y="1055178"/>
                  </a:cubicBezTo>
                  <a:cubicBezTo>
                    <a:pt x="11326078" y="1055178"/>
                    <a:pt x="11284169" y="1661920"/>
                    <a:pt x="11153676" y="1661920"/>
                  </a:cubicBezTo>
                  <a:cubicBezTo>
                    <a:pt x="11013659" y="1661920"/>
                    <a:pt x="6147336" y="1645728"/>
                    <a:pt x="5639654" y="163144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A949FC7-EF55-2B2D-D4A2-B3D326503466}"/>
                </a:ext>
              </a:extLst>
            </p:cNvPr>
            <p:cNvSpPr/>
            <p:nvPr/>
          </p:nvSpPr>
          <p:spPr>
            <a:xfrm>
              <a:off x="4139649" y="2576610"/>
              <a:ext cx="5206892" cy="1448085"/>
            </a:xfrm>
            <a:custGeom>
              <a:avLst/>
              <a:gdLst>
                <a:gd name="connsiteX0" fmla="*/ 873322 w 2614725"/>
                <a:gd name="connsiteY0" fmla="*/ 386306 h 727179"/>
                <a:gd name="connsiteX1" fmla="*/ 837027 w 2614725"/>
                <a:gd name="connsiteY1" fmla="*/ 422601 h 727179"/>
                <a:gd name="connsiteX2" fmla="*/ 873322 w 2614725"/>
                <a:gd name="connsiteY2" fmla="*/ 458896 h 727179"/>
                <a:gd name="connsiteX3" fmla="*/ 909617 w 2614725"/>
                <a:gd name="connsiteY3" fmla="*/ 422601 h 727179"/>
                <a:gd name="connsiteX4" fmla="*/ 873322 w 2614725"/>
                <a:gd name="connsiteY4" fmla="*/ 386306 h 727179"/>
                <a:gd name="connsiteX5" fmla="*/ 767056 w 2614725"/>
                <a:gd name="connsiteY5" fmla="*/ 376578 h 727179"/>
                <a:gd name="connsiteX6" fmla="*/ 730761 w 2614725"/>
                <a:gd name="connsiteY6" fmla="*/ 412873 h 727179"/>
                <a:gd name="connsiteX7" fmla="*/ 767056 w 2614725"/>
                <a:gd name="connsiteY7" fmla="*/ 449168 h 727179"/>
                <a:gd name="connsiteX8" fmla="*/ 803351 w 2614725"/>
                <a:gd name="connsiteY8" fmla="*/ 412873 h 727179"/>
                <a:gd name="connsiteX9" fmla="*/ 767056 w 2614725"/>
                <a:gd name="connsiteY9" fmla="*/ 376578 h 727179"/>
                <a:gd name="connsiteX10" fmla="*/ 660417 w 2614725"/>
                <a:gd name="connsiteY10" fmla="*/ 366849 h 727179"/>
                <a:gd name="connsiteX11" fmla="*/ 624122 w 2614725"/>
                <a:gd name="connsiteY11" fmla="*/ 403144 h 727179"/>
                <a:gd name="connsiteX12" fmla="*/ 660417 w 2614725"/>
                <a:gd name="connsiteY12" fmla="*/ 439439 h 727179"/>
                <a:gd name="connsiteX13" fmla="*/ 696712 w 2614725"/>
                <a:gd name="connsiteY13" fmla="*/ 403144 h 727179"/>
                <a:gd name="connsiteX14" fmla="*/ 660417 w 2614725"/>
                <a:gd name="connsiteY14" fmla="*/ 366849 h 727179"/>
                <a:gd name="connsiteX15" fmla="*/ 554151 w 2614725"/>
                <a:gd name="connsiteY15" fmla="*/ 357121 h 727179"/>
                <a:gd name="connsiteX16" fmla="*/ 517856 w 2614725"/>
                <a:gd name="connsiteY16" fmla="*/ 393416 h 727179"/>
                <a:gd name="connsiteX17" fmla="*/ 554151 w 2614725"/>
                <a:gd name="connsiteY17" fmla="*/ 429711 h 727179"/>
                <a:gd name="connsiteX18" fmla="*/ 590446 w 2614725"/>
                <a:gd name="connsiteY18" fmla="*/ 393416 h 727179"/>
                <a:gd name="connsiteX19" fmla="*/ 554151 w 2614725"/>
                <a:gd name="connsiteY19" fmla="*/ 357121 h 727179"/>
                <a:gd name="connsiteX20" fmla="*/ 447886 w 2614725"/>
                <a:gd name="connsiteY20" fmla="*/ 347392 h 727179"/>
                <a:gd name="connsiteX21" fmla="*/ 411591 w 2614725"/>
                <a:gd name="connsiteY21" fmla="*/ 383687 h 727179"/>
                <a:gd name="connsiteX22" fmla="*/ 447886 w 2614725"/>
                <a:gd name="connsiteY22" fmla="*/ 419982 h 727179"/>
                <a:gd name="connsiteX23" fmla="*/ 484181 w 2614725"/>
                <a:gd name="connsiteY23" fmla="*/ 383687 h 727179"/>
                <a:gd name="connsiteX24" fmla="*/ 447886 w 2614725"/>
                <a:gd name="connsiteY24" fmla="*/ 347392 h 727179"/>
                <a:gd name="connsiteX25" fmla="*/ 341621 w 2614725"/>
                <a:gd name="connsiteY25" fmla="*/ 337664 h 727179"/>
                <a:gd name="connsiteX26" fmla="*/ 305326 w 2614725"/>
                <a:gd name="connsiteY26" fmla="*/ 373959 h 727179"/>
                <a:gd name="connsiteX27" fmla="*/ 341621 w 2614725"/>
                <a:gd name="connsiteY27" fmla="*/ 410254 h 727179"/>
                <a:gd name="connsiteX28" fmla="*/ 377916 w 2614725"/>
                <a:gd name="connsiteY28" fmla="*/ 373959 h 727179"/>
                <a:gd name="connsiteX29" fmla="*/ 341621 w 2614725"/>
                <a:gd name="connsiteY29" fmla="*/ 337664 h 727179"/>
                <a:gd name="connsiteX30" fmla="*/ 385399 w 2614725"/>
                <a:gd name="connsiteY30" fmla="*/ 165544 h 727179"/>
                <a:gd name="connsiteX31" fmla="*/ 349104 w 2614725"/>
                <a:gd name="connsiteY31" fmla="*/ 201839 h 727179"/>
                <a:gd name="connsiteX32" fmla="*/ 385399 w 2614725"/>
                <a:gd name="connsiteY32" fmla="*/ 238134 h 727179"/>
                <a:gd name="connsiteX33" fmla="*/ 421694 w 2614725"/>
                <a:gd name="connsiteY33" fmla="*/ 201839 h 727179"/>
                <a:gd name="connsiteX34" fmla="*/ 385399 w 2614725"/>
                <a:gd name="connsiteY34" fmla="*/ 165544 h 727179"/>
                <a:gd name="connsiteX35" fmla="*/ 280631 w 2614725"/>
                <a:gd name="connsiteY35" fmla="*/ 165544 h 727179"/>
                <a:gd name="connsiteX36" fmla="*/ 244336 w 2614725"/>
                <a:gd name="connsiteY36" fmla="*/ 201839 h 727179"/>
                <a:gd name="connsiteX37" fmla="*/ 280631 w 2614725"/>
                <a:gd name="connsiteY37" fmla="*/ 238134 h 727179"/>
                <a:gd name="connsiteX38" fmla="*/ 316926 w 2614725"/>
                <a:gd name="connsiteY38" fmla="*/ 201839 h 727179"/>
                <a:gd name="connsiteX39" fmla="*/ 280631 w 2614725"/>
                <a:gd name="connsiteY39" fmla="*/ 165544 h 727179"/>
                <a:gd name="connsiteX40" fmla="*/ 453873 w 2614725"/>
                <a:gd name="connsiteY40" fmla="*/ 120269 h 727179"/>
                <a:gd name="connsiteX41" fmla="*/ 453873 w 2614725"/>
                <a:gd name="connsiteY41" fmla="*/ 192485 h 727179"/>
                <a:gd name="connsiteX42" fmla="*/ 512618 w 2614725"/>
                <a:gd name="connsiteY42" fmla="*/ 192485 h 727179"/>
                <a:gd name="connsiteX43" fmla="*/ 512618 w 2614725"/>
                <a:gd name="connsiteY43" fmla="*/ 120269 h 727179"/>
                <a:gd name="connsiteX44" fmla="*/ 453873 w 2614725"/>
                <a:gd name="connsiteY44" fmla="*/ 31590 h 727179"/>
                <a:gd name="connsiteX45" fmla="*/ 453873 w 2614725"/>
                <a:gd name="connsiteY45" fmla="*/ 103806 h 727179"/>
                <a:gd name="connsiteX46" fmla="*/ 512618 w 2614725"/>
                <a:gd name="connsiteY46" fmla="*/ 103806 h 727179"/>
                <a:gd name="connsiteX47" fmla="*/ 512618 w 2614725"/>
                <a:gd name="connsiteY47" fmla="*/ 31590 h 727179"/>
                <a:gd name="connsiteX48" fmla="*/ 383902 w 2614725"/>
                <a:gd name="connsiteY48" fmla="*/ 31590 h 727179"/>
                <a:gd name="connsiteX49" fmla="*/ 383902 w 2614725"/>
                <a:gd name="connsiteY49" fmla="*/ 103806 h 727179"/>
                <a:gd name="connsiteX50" fmla="*/ 442647 w 2614725"/>
                <a:gd name="connsiteY50" fmla="*/ 103806 h 727179"/>
                <a:gd name="connsiteX51" fmla="*/ 442647 w 2614725"/>
                <a:gd name="connsiteY51" fmla="*/ 31590 h 727179"/>
                <a:gd name="connsiteX52" fmla="*/ 311313 w 2614725"/>
                <a:gd name="connsiteY52" fmla="*/ 31590 h 727179"/>
                <a:gd name="connsiteX53" fmla="*/ 311313 w 2614725"/>
                <a:gd name="connsiteY53" fmla="*/ 103806 h 727179"/>
                <a:gd name="connsiteX54" fmla="*/ 370058 w 2614725"/>
                <a:gd name="connsiteY54" fmla="*/ 103806 h 727179"/>
                <a:gd name="connsiteX55" fmla="*/ 370058 w 2614725"/>
                <a:gd name="connsiteY55" fmla="*/ 31590 h 727179"/>
                <a:gd name="connsiteX56" fmla="*/ 236478 w 2614725"/>
                <a:gd name="connsiteY56" fmla="*/ 31590 h 727179"/>
                <a:gd name="connsiteX57" fmla="*/ 236478 w 2614725"/>
                <a:gd name="connsiteY57" fmla="*/ 103806 h 727179"/>
                <a:gd name="connsiteX58" fmla="*/ 295223 w 2614725"/>
                <a:gd name="connsiteY58" fmla="*/ 103806 h 727179"/>
                <a:gd name="connsiteX59" fmla="*/ 295223 w 2614725"/>
                <a:gd name="connsiteY59" fmla="*/ 31590 h 727179"/>
                <a:gd name="connsiteX60" fmla="*/ 296843 w 2614725"/>
                <a:gd name="connsiteY60" fmla="*/ 937 h 727179"/>
                <a:gd name="connsiteX61" fmla="*/ 607658 w 2614725"/>
                <a:gd name="connsiteY61" fmla="*/ 56660 h 727179"/>
                <a:gd name="connsiteX62" fmla="*/ 735999 w 2614725"/>
                <a:gd name="connsiteY62" fmla="*/ 244495 h 727179"/>
                <a:gd name="connsiteX63" fmla="*/ 959007 w 2614725"/>
                <a:gd name="connsiteY63" fmla="*/ 268442 h 727179"/>
                <a:gd name="connsiteX64" fmla="*/ 955265 w 2614725"/>
                <a:gd name="connsiteY64" fmla="*/ 468626 h 727179"/>
                <a:gd name="connsiteX65" fmla="*/ 2592274 w 2614725"/>
                <a:gd name="connsiteY65" fmla="*/ 656835 h 727179"/>
                <a:gd name="connsiteX66" fmla="*/ 2614725 w 2614725"/>
                <a:gd name="connsiteY66" fmla="*/ 727179 h 727179"/>
                <a:gd name="connsiteX67" fmla="*/ 199060 w 2614725"/>
                <a:gd name="connsiteY67" fmla="*/ 498933 h 727179"/>
                <a:gd name="connsiteX68" fmla="*/ 0 w 2614725"/>
                <a:gd name="connsiteY68" fmla="*/ 386307 h 727179"/>
                <a:gd name="connsiteX69" fmla="*/ 117865 w 2614725"/>
                <a:gd name="connsiteY69" fmla="*/ 236638 h 727179"/>
                <a:gd name="connsiteX70" fmla="*/ 221137 w 2614725"/>
                <a:gd name="connsiteY70" fmla="*/ 5772 h 727179"/>
                <a:gd name="connsiteX71" fmla="*/ 296843 w 2614725"/>
                <a:gd name="connsiteY71" fmla="*/ 937 h 7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14725" h="727179">
                  <a:moveTo>
                    <a:pt x="873322" y="386306"/>
                  </a:moveTo>
                  <a:cubicBezTo>
                    <a:pt x="853277" y="386306"/>
                    <a:pt x="837027" y="402556"/>
                    <a:pt x="837027" y="422601"/>
                  </a:cubicBezTo>
                  <a:cubicBezTo>
                    <a:pt x="837027" y="442646"/>
                    <a:pt x="853277" y="458896"/>
                    <a:pt x="873322" y="458896"/>
                  </a:cubicBezTo>
                  <a:cubicBezTo>
                    <a:pt x="893367" y="458896"/>
                    <a:pt x="909617" y="442646"/>
                    <a:pt x="909617" y="422601"/>
                  </a:cubicBezTo>
                  <a:cubicBezTo>
                    <a:pt x="909617" y="402556"/>
                    <a:pt x="893367" y="386306"/>
                    <a:pt x="873322" y="386306"/>
                  </a:cubicBezTo>
                  <a:close/>
                  <a:moveTo>
                    <a:pt x="767056" y="376578"/>
                  </a:moveTo>
                  <a:cubicBezTo>
                    <a:pt x="747010" y="376578"/>
                    <a:pt x="730761" y="392828"/>
                    <a:pt x="730761" y="412873"/>
                  </a:cubicBezTo>
                  <a:cubicBezTo>
                    <a:pt x="730761" y="432918"/>
                    <a:pt x="747010" y="449168"/>
                    <a:pt x="767056" y="449168"/>
                  </a:cubicBezTo>
                  <a:cubicBezTo>
                    <a:pt x="787101" y="449168"/>
                    <a:pt x="803351" y="432918"/>
                    <a:pt x="803351" y="412873"/>
                  </a:cubicBezTo>
                  <a:cubicBezTo>
                    <a:pt x="803351" y="392828"/>
                    <a:pt x="787101" y="376578"/>
                    <a:pt x="767056" y="376578"/>
                  </a:cubicBezTo>
                  <a:close/>
                  <a:moveTo>
                    <a:pt x="660417" y="366849"/>
                  </a:moveTo>
                  <a:cubicBezTo>
                    <a:pt x="640371" y="366849"/>
                    <a:pt x="624122" y="383099"/>
                    <a:pt x="624122" y="403144"/>
                  </a:cubicBezTo>
                  <a:cubicBezTo>
                    <a:pt x="624122" y="423189"/>
                    <a:pt x="640371" y="439439"/>
                    <a:pt x="660417" y="439439"/>
                  </a:cubicBezTo>
                  <a:cubicBezTo>
                    <a:pt x="680462" y="439439"/>
                    <a:pt x="696712" y="423189"/>
                    <a:pt x="696712" y="403144"/>
                  </a:cubicBezTo>
                  <a:cubicBezTo>
                    <a:pt x="696712" y="383099"/>
                    <a:pt x="680462" y="366849"/>
                    <a:pt x="660417" y="366849"/>
                  </a:cubicBezTo>
                  <a:close/>
                  <a:moveTo>
                    <a:pt x="554151" y="357121"/>
                  </a:moveTo>
                  <a:cubicBezTo>
                    <a:pt x="534106" y="357121"/>
                    <a:pt x="517856" y="373371"/>
                    <a:pt x="517856" y="393416"/>
                  </a:cubicBezTo>
                  <a:cubicBezTo>
                    <a:pt x="517856" y="413461"/>
                    <a:pt x="534106" y="429711"/>
                    <a:pt x="554151" y="429711"/>
                  </a:cubicBezTo>
                  <a:cubicBezTo>
                    <a:pt x="574196" y="429711"/>
                    <a:pt x="590446" y="413461"/>
                    <a:pt x="590446" y="393416"/>
                  </a:cubicBezTo>
                  <a:cubicBezTo>
                    <a:pt x="590446" y="373371"/>
                    <a:pt x="574196" y="357121"/>
                    <a:pt x="554151" y="357121"/>
                  </a:cubicBezTo>
                  <a:close/>
                  <a:moveTo>
                    <a:pt x="447886" y="347392"/>
                  </a:moveTo>
                  <a:cubicBezTo>
                    <a:pt x="427840" y="347392"/>
                    <a:pt x="411591" y="363641"/>
                    <a:pt x="411591" y="383687"/>
                  </a:cubicBezTo>
                  <a:cubicBezTo>
                    <a:pt x="411591" y="403732"/>
                    <a:pt x="427840" y="419982"/>
                    <a:pt x="447886" y="419982"/>
                  </a:cubicBezTo>
                  <a:cubicBezTo>
                    <a:pt x="467931" y="419982"/>
                    <a:pt x="484181" y="403732"/>
                    <a:pt x="484181" y="383687"/>
                  </a:cubicBezTo>
                  <a:cubicBezTo>
                    <a:pt x="484181" y="363641"/>
                    <a:pt x="467931" y="347392"/>
                    <a:pt x="447886" y="347392"/>
                  </a:cubicBezTo>
                  <a:close/>
                  <a:moveTo>
                    <a:pt x="341621" y="337664"/>
                  </a:moveTo>
                  <a:cubicBezTo>
                    <a:pt x="321575" y="337664"/>
                    <a:pt x="305326" y="353914"/>
                    <a:pt x="305326" y="373959"/>
                  </a:cubicBezTo>
                  <a:cubicBezTo>
                    <a:pt x="305326" y="394004"/>
                    <a:pt x="321575" y="410254"/>
                    <a:pt x="341621" y="410254"/>
                  </a:cubicBezTo>
                  <a:cubicBezTo>
                    <a:pt x="361666" y="410254"/>
                    <a:pt x="377916" y="394004"/>
                    <a:pt x="377916" y="373959"/>
                  </a:cubicBezTo>
                  <a:cubicBezTo>
                    <a:pt x="377916" y="353914"/>
                    <a:pt x="361666" y="337664"/>
                    <a:pt x="341621" y="337664"/>
                  </a:cubicBezTo>
                  <a:close/>
                  <a:moveTo>
                    <a:pt x="385399" y="165544"/>
                  </a:moveTo>
                  <a:cubicBezTo>
                    <a:pt x="365353" y="165544"/>
                    <a:pt x="349104" y="181794"/>
                    <a:pt x="349104" y="201839"/>
                  </a:cubicBezTo>
                  <a:cubicBezTo>
                    <a:pt x="349104" y="221884"/>
                    <a:pt x="365353" y="238134"/>
                    <a:pt x="385399" y="238134"/>
                  </a:cubicBezTo>
                  <a:cubicBezTo>
                    <a:pt x="405444" y="238134"/>
                    <a:pt x="421694" y="221884"/>
                    <a:pt x="421694" y="201839"/>
                  </a:cubicBezTo>
                  <a:cubicBezTo>
                    <a:pt x="421694" y="181794"/>
                    <a:pt x="405444" y="165544"/>
                    <a:pt x="385399" y="165544"/>
                  </a:cubicBezTo>
                  <a:close/>
                  <a:moveTo>
                    <a:pt x="280631" y="165544"/>
                  </a:moveTo>
                  <a:cubicBezTo>
                    <a:pt x="260585" y="165544"/>
                    <a:pt x="244336" y="181794"/>
                    <a:pt x="244336" y="201839"/>
                  </a:cubicBezTo>
                  <a:cubicBezTo>
                    <a:pt x="244336" y="221884"/>
                    <a:pt x="260585" y="238134"/>
                    <a:pt x="280631" y="238134"/>
                  </a:cubicBezTo>
                  <a:cubicBezTo>
                    <a:pt x="300676" y="238134"/>
                    <a:pt x="316926" y="221884"/>
                    <a:pt x="316926" y="201839"/>
                  </a:cubicBezTo>
                  <a:cubicBezTo>
                    <a:pt x="316926" y="181794"/>
                    <a:pt x="300676" y="165544"/>
                    <a:pt x="280631" y="165544"/>
                  </a:cubicBezTo>
                  <a:close/>
                  <a:moveTo>
                    <a:pt x="453873" y="120269"/>
                  </a:moveTo>
                  <a:lnTo>
                    <a:pt x="453873" y="192485"/>
                  </a:lnTo>
                  <a:lnTo>
                    <a:pt x="512618" y="192485"/>
                  </a:lnTo>
                  <a:lnTo>
                    <a:pt x="512618" y="120269"/>
                  </a:lnTo>
                  <a:close/>
                  <a:moveTo>
                    <a:pt x="453873" y="31590"/>
                  </a:moveTo>
                  <a:lnTo>
                    <a:pt x="453873" y="103806"/>
                  </a:lnTo>
                  <a:lnTo>
                    <a:pt x="512618" y="103806"/>
                  </a:lnTo>
                  <a:lnTo>
                    <a:pt x="512618" y="31590"/>
                  </a:lnTo>
                  <a:close/>
                  <a:moveTo>
                    <a:pt x="383902" y="31590"/>
                  </a:moveTo>
                  <a:lnTo>
                    <a:pt x="383902" y="103806"/>
                  </a:lnTo>
                  <a:lnTo>
                    <a:pt x="442647" y="103806"/>
                  </a:lnTo>
                  <a:lnTo>
                    <a:pt x="442647" y="31590"/>
                  </a:lnTo>
                  <a:close/>
                  <a:moveTo>
                    <a:pt x="311313" y="31590"/>
                  </a:moveTo>
                  <a:lnTo>
                    <a:pt x="311313" y="103806"/>
                  </a:lnTo>
                  <a:lnTo>
                    <a:pt x="370058" y="103806"/>
                  </a:lnTo>
                  <a:lnTo>
                    <a:pt x="370058" y="31590"/>
                  </a:lnTo>
                  <a:close/>
                  <a:moveTo>
                    <a:pt x="236478" y="31590"/>
                  </a:moveTo>
                  <a:lnTo>
                    <a:pt x="236478" y="103806"/>
                  </a:lnTo>
                  <a:lnTo>
                    <a:pt x="295223" y="103806"/>
                  </a:lnTo>
                  <a:lnTo>
                    <a:pt x="295223" y="31590"/>
                  </a:lnTo>
                  <a:close/>
                  <a:moveTo>
                    <a:pt x="296843" y="937"/>
                  </a:moveTo>
                  <a:cubicBezTo>
                    <a:pt x="397185" y="-2693"/>
                    <a:pt x="553777" y="1937"/>
                    <a:pt x="607658" y="56660"/>
                  </a:cubicBezTo>
                  <a:cubicBezTo>
                    <a:pt x="658172" y="116902"/>
                    <a:pt x="697460" y="188744"/>
                    <a:pt x="735999" y="244495"/>
                  </a:cubicBezTo>
                  <a:cubicBezTo>
                    <a:pt x="773043" y="250482"/>
                    <a:pt x="917848" y="268068"/>
                    <a:pt x="959007" y="268442"/>
                  </a:cubicBezTo>
                  <a:cubicBezTo>
                    <a:pt x="958259" y="314840"/>
                    <a:pt x="948156" y="460768"/>
                    <a:pt x="955265" y="468626"/>
                  </a:cubicBezTo>
                  <a:cubicBezTo>
                    <a:pt x="975470" y="490702"/>
                    <a:pt x="2540264" y="650100"/>
                    <a:pt x="2592274" y="656835"/>
                  </a:cubicBezTo>
                  <a:cubicBezTo>
                    <a:pt x="2600880" y="679285"/>
                    <a:pt x="2610983" y="715580"/>
                    <a:pt x="2614725" y="727179"/>
                  </a:cubicBezTo>
                  <a:cubicBezTo>
                    <a:pt x="2336339" y="704729"/>
                    <a:pt x="341246" y="510533"/>
                    <a:pt x="199060" y="498933"/>
                  </a:cubicBezTo>
                  <a:cubicBezTo>
                    <a:pt x="139193" y="462639"/>
                    <a:pt x="105517" y="447297"/>
                    <a:pt x="0" y="386307"/>
                  </a:cubicBezTo>
                  <a:cubicBezTo>
                    <a:pt x="70719" y="346645"/>
                    <a:pt x="70719" y="300247"/>
                    <a:pt x="117865" y="236638"/>
                  </a:cubicBezTo>
                  <a:cubicBezTo>
                    <a:pt x="148173" y="194730"/>
                    <a:pt x="225253" y="120644"/>
                    <a:pt x="221137" y="5772"/>
                  </a:cubicBezTo>
                  <a:cubicBezTo>
                    <a:pt x="236197" y="4276"/>
                    <a:pt x="263395" y="2148"/>
                    <a:pt x="296843" y="93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D220B91-F654-711B-0149-1FA72FE3B185}"/>
                </a:ext>
              </a:extLst>
            </p:cNvPr>
            <p:cNvSpPr/>
            <p:nvPr/>
          </p:nvSpPr>
          <p:spPr>
            <a:xfrm>
              <a:off x="9610661" y="3672252"/>
              <a:ext cx="241842" cy="391191"/>
            </a:xfrm>
            <a:custGeom>
              <a:avLst/>
              <a:gdLst>
                <a:gd name="connsiteX0" fmla="*/ 167303 w 241842"/>
                <a:gd name="connsiteY0" fmla="*/ 0 h 391191"/>
                <a:gd name="connsiteX1" fmla="*/ 189656 w 241842"/>
                <a:gd name="connsiteY1" fmla="*/ 0 h 391191"/>
                <a:gd name="connsiteX2" fmla="*/ 189656 w 241842"/>
                <a:gd name="connsiteY2" fmla="*/ 104973 h 391191"/>
                <a:gd name="connsiteX3" fmla="*/ 241842 w 241842"/>
                <a:gd name="connsiteY3" fmla="*/ 119048 h 391191"/>
                <a:gd name="connsiteX4" fmla="*/ 234275 w 241842"/>
                <a:gd name="connsiteY4" fmla="*/ 147105 h 391191"/>
                <a:gd name="connsiteX5" fmla="*/ 114401 w 241842"/>
                <a:gd name="connsiteY5" fmla="*/ 114774 h 391191"/>
                <a:gd name="connsiteX6" fmla="*/ 114401 w 241842"/>
                <a:gd name="connsiteY6" fmla="*/ 245179 h 391191"/>
                <a:gd name="connsiteX7" fmla="*/ 226988 w 241842"/>
                <a:gd name="connsiteY7" fmla="*/ 275545 h 391191"/>
                <a:gd name="connsiteX8" fmla="*/ 219421 w 241842"/>
                <a:gd name="connsiteY8" fmla="*/ 303601 h 391191"/>
                <a:gd name="connsiteX9" fmla="*/ 114401 w 241842"/>
                <a:gd name="connsiteY9" fmla="*/ 275276 h 391191"/>
                <a:gd name="connsiteX10" fmla="*/ 114401 w 241842"/>
                <a:gd name="connsiteY10" fmla="*/ 391191 h 391191"/>
                <a:gd name="connsiteX11" fmla="*/ 75654 w 241842"/>
                <a:gd name="connsiteY11" fmla="*/ 391191 h 391191"/>
                <a:gd name="connsiteX12" fmla="*/ 75654 w 241842"/>
                <a:gd name="connsiteY12" fmla="*/ 264826 h 391191"/>
                <a:gd name="connsiteX13" fmla="*/ 0 w 241842"/>
                <a:gd name="connsiteY13" fmla="*/ 244421 h 391191"/>
                <a:gd name="connsiteX14" fmla="*/ 7567 w 241842"/>
                <a:gd name="connsiteY14" fmla="*/ 216365 h 391191"/>
                <a:gd name="connsiteX15" fmla="*/ 75654 w 241842"/>
                <a:gd name="connsiteY15" fmla="*/ 234729 h 391191"/>
                <a:gd name="connsiteX16" fmla="*/ 75654 w 241842"/>
                <a:gd name="connsiteY16" fmla="*/ 104324 h 391191"/>
                <a:gd name="connsiteX17" fmla="*/ 14854 w 241842"/>
                <a:gd name="connsiteY17" fmla="*/ 87925 h 391191"/>
                <a:gd name="connsiteX18" fmla="*/ 22423 w 241842"/>
                <a:gd name="connsiteY18" fmla="*/ 59869 h 391191"/>
                <a:gd name="connsiteX19" fmla="*/ 75654 w 241842"/>
                <a:gd name="connsiteY19" fmla="*/ 74226 h 391191"/>
                <a:gd name="connsiteX20" fmla="*/ 75654 w 241842"/>
                <a:gd name="connsiteY20" fmla="*/ 8198 h 391191"/>
                <a:gd name="connsiteX21" fmla="*/ 114401 w 241842"/>
                <a:gd name="connsiteY21" fmla="*/ 8198 h 391191"/>
                <a:gd name="connsiteX22" fmla="*/ 114401 w 241842"/>
                <a:gd name="connsiteY22" fmla="*/ 84676 h 391191"/>
                <a:gd name="connsiteX23" fmla="*/ 167303 w 241842"/>
                <a:gd name="connsiteY23" fmla="*/ 98944 h 3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1842" h="391191">
                  <a:moveTo>
                    <a:pt x="167303" y="0"/>
                  </a:moveTo>
                  <a:lnTo>
                    <a:pt x="189656" y="0"/>
                  </a:lnTo>
                  <a:lnTo>
                    <a:pt x="189656" y="104973"/>
                  </a:lnTo>
                  <a:lnTo>
                    <a:pt x="241842" y="119048"/>
                  </a:lnTo>
                  <a:lnTo>
                    <a:pt x="234275" y="147105"/>
                  </a:lnTo>
                  <a:lnTo>
                    <a:pt x="114401" y="114774"/>
                  </a:lnTo>
                  <a:lnTo>
                    <a:pt x="114401" y="245179"/>
                  </a:lnTo>
                  <a:lnTo>
                    <a:pt x="226988" y="275545"/>
                  </a:lnTo>
                  <a:lnTo>
                    <a:pt x="219421" y="303601"/>
                  </a:lnTo>
                  <a:lnTo>
                    <a:pt x="114401" y="275276"/>
                  </a:lnTo>
                  <a:lnTo>
                    <a:pt x="114401" y="391191"/>
                  </a:lnTo>
                  <a:lnTo>
                    <a:pt x="75654" y="391191"/>
                  </a:lnTo>
                  <a:lnTo>
                    <a:pt x="75654" y="264826"/>
                  </a:lnTo>
                  <a:lnTo>
                    <a:pt x="0" y="244421"/>
                  </a:lnTo>
                  <a:lnTo>
                    <a:pt x="7567" y="216365"/>
                  </a:lnTo>
                  <a:lnTo>
                    <a:pt x="75654" y="234729"/>
                  </a:lnTo>
                  <a:lnTo>
                    <a:pt x="75654" y="104324"/>
                  </a:lnTo>
                  <a:lnTo>
                    <a:pt x="14854" y="87925"/>
                  </a:lnTo>
                  <a:lnTo>
                    <a:pt x="22423" y="59869"/>
                  </a:lnTo>
                  <a:lnTo>
                    <a:pt x="75654" y="74226"/>
                  </a:lnTo>
                  <a:lnTo>
                    <a:pt x="75654" y="8198"/>
                  </a:lnTo>
                  <a:lnTo>
                    <a:pt x="114401" y="8198"/>
                  </a:lnTo>
                  <a:lnTo>
                    <a:pt x="114401" y="84676"/>
                  </a:lnTo>
                  <a:lnTo>
                    <a:pt x="167303" y="98944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7D592C4-904C-6D94-7CB4-ED5853E5CA11}"/>
                </a:ext>
              </a:extLst>
            </p:cNvPr>
            <p:cNvSpPr/>
            <p:nvPr/>
          </p:nvSpPr>
          <p:spPr>
            <a:xfrm>
              <a:off x="4921990" y="1541415"/>
              <a:ext cx="230987" cy="1043167"/>
            </a:xfrm>
            <a:custGeom>
              <a:avLst/>
              <a:gdLst>
                <a:gd name="connsiteX0" fmla="*/ 287700 w 295275"/>
                <a:gd name="connsiteY0" fmla="*/ 1141789 h 1333500"/>
                <a:gd name="connsiteX1" fmla="*/ 286748 w 295275"/>
                <a:gd name="connsiteY1" fmla="*/ 1303714 h 1333500"/>
                <a:gd name="connsiteX2" fmla="*/ 252458 w 295275"/>
                <a:gd name="connsiteY2" fmla="*/ 1338956 h 1333500"/>
                <a:gd name="connsiteX3" fmla="*/ 172448 w 295275"/>
                <a:gd name="connsiteY3" fmla="*/ 1259899 h 1333500"/>
                <a:gd name="connsiteX4" fmla="*/ 170543 w 295275"/>
                <a:gd name="connsiteY4" fmla="*/ 1131311 h 1333500"/>
                <a:gd name="connsiteX5" fmla="*/ 172448 w 295275"/>
                <a:gd name="connsiteY5" fmla="*/ 736024 h 1333500"/>
                <a:gd name="connsiteX6" fmla="*/ 144825 w 295275"/>
                <a:gd name="connsiteY6" fmla="*/ 709354 h 1333500"/>
                <a:gd name="connsiteX7" fmla="*/ 25763 w 295275"/>
                <a:gd name="connsiteY7" fmla="*/ 705544 h 1333500"/>
                <a:gd name="connsiteX8" fmla="*/ 45 w 295275"/>
                <a:gd name="connsiteY8" fmla="*/ 687446 h 1333500"/>
                <a:gd name="connsiteX9" fmla="*/ 27668 w 295275"/>
                <a:gd name="connsiteY9" fmla="*/ 673159 h 1333500"/>
                <a:gd name="connsiteX10" fmla="*/ 72436 w 295275"/>
                <a:gd name="connsiteY10" fmla="*/ 661729 h 1333500"/>
                <a:gd name="connsiteX11" fmla="*/ 70530 w 295275"/>
                <a:gd name="connsiteY11" fmla="*/ 581719 h 1333500"/>
                <a:gd name="connsiteX12" fmla="*/ 31478 w 295275"/>
                <a:gd name="connsiteY12" fmla="*/ 575051 h 1333500"/>
                <a:gd name="connsiteX13" fmla="*/ 10523 w 295275"/>
                <a:gd name="connsiteY13" fmla="*/ 561716 h 1333500"/>
                <a:gd name="connsiteX14" fmla="*/ 30525 w 295275"/>
                <a:gd name="connsiteY14" fmla="*/ 549334 h 1333500"/>
                <a:gd name="connsiteX15" fmla="*/ 140063 w 295275"/>
                <a:gd name="connsiteY15" fmla="*/ 549334 h 1333500"/>
                <a:gd name="connsiteX16" fmla="*/ 160066 w 295275"/>
                <a:gd name="connsiteY16" fmla="*/ 561716 h 1333500"/>
                <a:gd name="connsiteX17" fmla="*/ 139111 w 295275"/>
                <a:gd name="connsiteY17" fmla="*/ 575051 h 1333500"/>
                <a:gd name="connsiteX18" fmla="*/ 97200 w 295275"/>
                <a:gd name="connsiteY18" fmla="*/ 584576 h 1333500"/>
                <a:gd name="connsiteX19" fmla="*/ 101011 w 295275"/>
                <a:gd name="connsiteY19" fmla="*/ 668396 h 1333500"/>
                <a:gd name="connsiteX20" fmla="*/ 158161 w 295275"/>
                <a:gd name="connsiteY20" fmla="*/ 676016 h 1333500"/>
                <a:gd name="connsiteX21" fmla="*/ 170543 w 295275"/>
                <a:gd name="connsiteY21" fmla="*/ 641726 h 1333500"/>
                <a:gd name="connsiteX22" fmla="*/ 175305 w 295275"/>
                <a:gd name="connsiteY22" fmla="*/ 229294 h 1333500"/>
                <a:gd name="connsiteX23" fmla="*/ 188641 w 295275"/>
                <a:gd name="connsiteY23" fmla="*/ 201671 h 1333500"/>
                <a:gd name="connsiteX24" fmla="*/ 174353 w 295275"/>
                <a:gd name="connsiteY24" fmla="*/ 184526 h 1333500"/>
                <a:gd name="connsiteX25" fmla="*/ 191498 w 295275"/>
                <a:gd name="connsiteY25" fmla="*/ 119756 h 1333500"/>
                <a:gd name="connsiteX26" fmla="*/ 220073 w 295275"/>
                <a:gd name="connsiteY26" fmla="*/ 5456 h 1333500"/>
                <a:gd name="connsiteX27" fmla="*/ 244838 w 295275"/>
                <a:gd name="connsiteY27" fmla="*/ 10219 h 1333500"/>
                <a:gd name="connsiteX28" fmla="*/ 279128 w 295275"/>
                <a:gd name="connsiteY28" fmla="*/ 119756 h 1333500"/>
                <a:gd name="connsiteX29" fmla="*/ 288653 w 295275"/>
                <a:gd name="connsiteY29" fmla="*/ 189289 h 1333500"/>
                <a:gd name="connsiteX30" fmla="*/ 284843 w 295275"/>
                <a:gd name="connsiteY30" fmla="*/ 213101 h 1333500"/>
                <a:gd name="connsiteX31" fmla="*/ 287700 w 295275"/>
                <a:gd name="connsiteY31" fmla="*/ 1141789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95275" h="1333500">
                  <a:moveTo>
                    <a:pt x="287700" y="1141789"/>
                  </a:moveTo>
                  <a:cubicBezTo>
                    <a:pt x="286748" y="1196081"/>
                    <a:pt x="285795" y="1249421"/>
                    <a:pt x="286748" y="1303714"/>
                  </a:cubicBezTo>
                  <a:cubicBezTo>
                    <a:pt x="287700" y="1330384"/>
                    <a:pt x="279128" y="1338956"/>
                    <a:pt x="252458" y="1338956"/>
                  </a:cubicBezTo>
                  <a:cubicBezTo>
                    <a:pt x="172448" y="1339909"/>
                    <a:pt x="172448" y="1340861"/>
                    <a:pt x="172448" y="1259899"/>
                  </a:cubicBezTo>
                  <a:cubicBezTo>
                    <a:pt x="172448" y="1217036"/>
                    <a:pt x="171495" y="1174174"/>
                    <a:pt x="170543" y="1131311"/>
                  </a:cubicBezTo>
                  <a:cubicBezTo>
                    <a:pt x="171495" y="999866"/>
                    <a:pt x="171495" y="868421"/>
                    <a:pt x="172448" y="736024"/>
                  </a:cubicBezTo>
                  <a:cubicBezTo>
                    <a:pt x="172448" y="715069"/>
                    <a:pt x="165780" y="709354"/>
                    <a:pt x="144825" y="709354"/>
                  </a:cubicBezTo>
                  <a:cubicBezTo>
                    <a:pt x="104820" y="709354"/>
                    <a:pt x="65768" y="707449"/>
                    <a:pt x="25763" y="705544"/>
                  </a:cubicBezTo>
                  <a:cubicBezTo>
                    <a:pt x="13380" y="704591"/>
                    <a:pt x="-907" y="707449"/>
                    <a:pt x="45" y="687446"/>
                  </a:cubicBezTo>
                  <a:cubicBezTo>
                    <a:pt x="998" y="665539"/>
                    <a:pt x="17191" y="675064"/>
                    <a:pt x="27668" y="673159"/>
                  </a:cubicBezTo>
                  <a:cubicBezTo>
                    <a:pt x="42908" y="669349"/>
                    <a:pt x="67673" y="684589"/>
                    <a:pt x="72436" y="661729"/>
                  </a:cubicBezTo>
                  <a:cubicBezTo>
                    <a:pt x="77198" y="636011"/>
                    <a:pt x="76245" y="607436"/>
                    <a:pt x="70530" y="581719"/>
                  </a:cubicBezTo>
                  <a:cubicBezTo>
                    <a:pt x="66720" y="567431"/>
                    <a:pt x="44813" y="576956"/>
                    <a:pt x="31478" y="575051"/>
                  </a:cubicBezTo>
                  <a:cubicBezTo>
                    <a:pt x="21953" y="574099"/>
                    <a:pt x="11475" y="574099"/>
                    <a:pt x="10523" y="561716"/>
                  </a:cubicBezTo>
                  <a:cubicBezTo>
                    <a:pt x="9570" y="547429"/>
                    <a:pt x="21953" y="549334"/>
                    <a:pt x="30525" y="549334"/>
                  </a:cubicBezTo>
                  <a:cubicBezTo>
                    <a:pt x="66720" y="549334"/>
                    <a:pt x="103868" y="549334"/>
                    <a:pt x="140063" y="549334"/>
                  </a:cubicBezTo>
                  <a:cubicBezTo>
                    <a:pt x="148636" y="549334"/>
                    <a:pt x="161018" y="548381"/>
                    <a:pt x="160066" y="561716"/>
                  </a:cubicBezTo>
                  <a:cubicBezTo>
                    <a:pt x="159113" y="574099"/>
                    <a:pt x="148636" y="573146"/>
                    <a:pt x="139111" y="575051"/>
                  </a:cubicBezTo>
                  <a:cubicBezTo>
                    <a:pt x="124823" y="576956"/>
                    <a:pt x="101011" y="565526"/>
                    <a:pt x="97200" y="584576"/>
                  </a:cubicBezTo>
                  <a:cubicBezTo>
                    <a:pt x="92438" y="612199"/>
                    <a:pt x="90533" y="643631"/>
                    <a:pt x="101011" y="668396"/>
                  </a:cubicBezTo>
                  <a:cubicBezTo>
                    <a:pt x="106725" y="683636"/>
                    <a:pt x="139111" y="676969"/>
                    <a:pt x="158161" y="676016"/>
                  </a:cubicBezTo>
                  <a:cubicBezTo>
                    <a:pt x="180068" y="675064"/>
                    <a:pt x="169591" y="654109"/>
                    <a:pt x="170543" y="641726"/>
                  </a:cubicBezTo>
                  <a:cubicBezTo>
                    <a:pt x="171495" y="519806"/>
                    <a:pt x="172448" y="351214"/>
                    <a:pt x="175305" y="229294"/>
                  </a:cubicBezTo>
                  <a:cubicBezTo>
                    <a:pt x="176258" y="206434"/>
                    <a:pt x="176258" y="206434"/>
                    <a:pt x="188641" y="201671"/>
                  </a:cubicBezTo>
                  <a:cubicBezTo>
                    <a:pt x="197213" y="198814"/>
                    <a:pt x="180068" y="189289"/>
                    <a:pt x="174353" y="184526"/>
                  </a:cubicBezTo>
                  <a:cubicBezTo>
                    <a:pt x="152445" y="165476"/>
                    <a:pt x="166733" y="137854"/>
                    <a:pt x="191498" y="119756"/>
                  </a:cubicBezTo>
                  <a:cubicBezTo>
                    <a:pt x="230550" y="89276"/>
                    <a:pt x="209595" y="48319"/>
                    <a:pt x="220073" y="5456"/>
                  </a:cubicBezTo>
                  <a:cubicBezTo>
                    <a:pt x="221978" y="-4069"/>
                    <a:pt x="244838" y="-259"/>
                    <a:pt x="244838" y="10219"/>
                  </a:cubicBezTo>
                  <a:cubicBezTo>
                    <a:pt x="241028" y="69274"/>
                    <a:pt x="252458" y="99754"/>
                    <a:pt x="279128" y="119756"/>
                  </a:cubicBezTo>
                  <a:cubicBezTo>
                    <a:pt x="315323" y="146426"/>
                    <a:pt x="307703" y="177859"/>
                    <a:pt x="288653" y="189289"/>
                  </a:cubicBezTo>
                  <a:cubicBezTo>
                    <a:pt x="265793" y="202624"/>
                    <a:pt x="280080" y="202624"/>
                    <a:pt x="284843" y="213101"/>
                  </a:cubicBezTo>
                  <a:cubicBezTo>
                    <a:pt x="289605" y="225484"/>
                    <a:pt x="286748" y="844609"/>
                    <a:pt x="287700" y="1141789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960B2FA-1682-567C-6E3C-82E6D100875B}"/>
                </a:ext>
              </a:extLst>
            </p:cNvPr>
            <p:cNvGrpSpPr/>
            <p:nvPr/>
          </p:nvGrpSpPr>
          <p:grpSpPr>
            <a:xfrm>
              <a:off x="6288139" y="3256228"/>
              <a:ext cx="2633320" cy="537229"/>
              <a:chOff x="6288139" y="3256228"/>
              <a:chExt cx="2633320" cy="537229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45640FA-6ADA-F65E-ACC4-9B7589500159}"/>
                  </a:ext>
                </a:extLst>
              </p:cNvPr>
              <p:cNvSpPr/>
              <p:nvPr/>
            </p:nvSpPr>
            <p:spPr>
              <a:xfrm>
                <a:off x="6288139" y="3256228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BB7E323-0E1E-A571-2099-2C79236FB809}"/>
                  </a:ext>
                </a:extLst>
              </p:cNvPr>
              <p:cNvSpPr/>
              <p:nvPr/>
            </p:nvSpPr>
            <p:spPr>
              <a:xfrm>
                <a:off x="7340325" y="3375450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2AA626A-6A69-F69D-8CB2-8D724E9072F8}"/>
                  </a:ext>
                </a:extLst>
              </p:cNvPr>
              <p:cNvSpPr/>
              <p:nvPr/>
            </p:nvSpPr>
            <p:spPr>
              <a:xfrm>
                <a:off x="7866332" y="343579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5 w 676275"/>
                  <a:gd name="connsiteY2" fmla="*/ 387784 h 381000"/>
                  <a:gd name="connsiteX3" fmla="*/ 1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5" y="387784"/>
                    </a:lnTo>
                    <a:lnTo>
                      <a:pt x="1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A71A741-D23A-D401-A134-3BFCE513AE7C}"/>
                  </a:ext>
                </a:extLst>
              </p:cNvPr>
              <p:cNvSpPr/>
              <p:nvPr/>
            </p:nvSpPr>
            <p:spPr>
              <a:xfrm>
                <a:off x="8392425" y="3495410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6E83FE9-FEC6-1B31-D178-FA070738561C}"/>
                  </a:ext>
                </a:extLst>
              </p:cNvPr>
              <p:cNvSpPr/>
              <p:nvPr/>
            </p:nvSpPr>
            <p:spPr>
              <a:xfrm>
                <a:off x="6814232" y="331583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0" name="Freeform 32">
            <a:extLst>
              <a:ext uri="{FF2B5EF4-FFF2-40B4-BE49-F238E27FC236}">
                <a16:creationId xmlns:a16="http://schemas.microsoft.com/office/drawing/2014/main" id="{4EA3894C-2303-82A4-2317-037344114460}"/>
              </a:ext>
            </a:extLst>
          </p:cNvPr>
          <p:cNvSpPr/>
          <p:nvPr/>
        </p:nvSpPr>
        <p:spPr>
          <a:xfrm rot="941402">
            <a:off x="7135241" y="5002078"/>
            <a:ext cx="4762102" cy="1045334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531644"/>
              <a:gd name="connsiteY0" fmla="*/ 731919 h 1710812"/>
              <a:gd name="connsiteX1" fmla="*/ 3146056 w 3531644"/>
              <a:gd name="connsiteY1" fmla="*/ 158237 h 1710812"/>
              <a:gd name="connsiteX2" fmla="*/ 3079381 w 3531644"/>
              <a:gd name="connsiteY2" fmla="*/ 1710812 h 1710812"/>
              <a:gd name="connsiteX0" fmla="*/ 0 w 3531644"/>
              <a:gd name="connsiteY0" fmla="*/ 746907 h 1725800"/>
              <a:gd name="connsiteX1" fmla="*/ 3146056 w 3531644"/>
              <a:gd name="connsiteY1" fmla="*/ 173225 h 1725800"/>
              <a:gd name="connsiteX2" fmla="*/ 3079381 w 3531644"/>
              <a:gd name="connsiteY2" fmla="*/ 1725800 h 1725800"/>
              <a:gd name="connsiteX0" fmla="*/ 0 w 3464062"/>
              <a:gd name="connsiteY0" fmla="*/ 746907 h 1666780"/>
              <a:gd name="connsiteX1" fmla="*/ 3146056 w 3464062"/>
              <a:gd name="connsiteY1" fmla="*/ 173225 h 1666780"/>
              <a:gd name="connsiteX2" fmla="*/ 2872810 w 3464062"/>
              <a:gd name="connsiteY2" fmla="*/ 1666780 h 1666780"/>
              <a:gd name="connsiteX0" fmla="*/ 0 w 3395216"/>
              <a:gd name="connsiteY0" fmla="*/ 844990 h 1764863"/>
              <a:gd name="connsiteX1" fmla="*/ 3047689 w 3395216"/>
              <a:gd name="connsiteY1" fmla="*/ 163104 h 1764863"/>
              <a:gd name="connsiteX2" fmla="*/ 2872810 w 3395216"/>
              <a:gd name="connsiteY2" fmla="*/ 1764863 h 1764863"/>
              <a:gd name="connsiteX0" fmla="*/ 0 w 3423550"/>
              <a:gd name="connsiteY0" fmla="*/ 802135 h 1722008"/>
              <a:gd name="connsiteX1" fmla="*/ 3088947 w 3423550"/>
              <a:gd name="connsiteY1" fmla="*/ 167363 h 1722008"/>
              <a:gd name="connsiteX2" fmla="*/ 2872810 w 3423550"/>
              <a:gd name="connsiteY2" fmla="*/ 1722008 h 1722008"/>
              <a:gd name="connsiteX0" fmla="*/ 0 w 3365966"/>
              <a:gd name="connsiteY0" fmla="*/ 802135 h 1722008"/>
              <a:gd name="connsiteX1" fmla="*/ 3088947 w 3365966"/>
              <a:gd name="connsiteY1" fmla="*/ 167363 h 1722008"/>
              <a:gd name="connsiteX2" fmla="*/ 2872810 w 3365966"/>
              <a:gd name="connsiteY2" fmla="*/ 1722008 h 1722008"/>
              <a:gd name="connsiteX0" fmla="*/ 0 w 3365966"/>
              <a:gd name="connsiteY0" fmla="*/ 825751 h 1745624"/>
              <a:gd name="connsiteX1" fmla="*/ 3088947 w 3365966"/>
              <a:gd name="connsiteY1" fmla="*/ 190979 h 1745624"/>
              <a:gd name="connsiteX2" fmla="*/ 2872810 w 3365966"/>
              <a:gd name="connsiteY2" fmla="*/ 1745624 h 1745624"/>
              <a:gd name="connsiteX0" fmla="*/ 0 w 3365966"/>
              <a:gd name="connsiteY0" fmla="*/ 833266 h 1753139"/>
              <a:gd name="connsiteX1" fmla="*/ 3088947 w 3365966"/>
              <a:gd name="connsiteY1" fmla="*/ 198494 h 1753139"/>
              <a:gd name="connsiteX2" fmla="*/ 2872810 w 3365966"/>
              <a:gd name="connsiteY2" fmla="*/ 1753139 h 1753139"/>
              <a:gd name="connsiteX0" fmla="*/ 0 w 3598093"/>
              <a:gd name="connsiteY0" fmla="*/ 937797 h 1857670"/>
              <a:gd name="connsiteX1" fmla="*/ 3394847 w 3598093"/>
              <a:gd name="connsiteY1" fmla="*/ 186729 h 1857670"/>
              <a:gd name="connsiteX2" fmla="*/ 2872810 w 3598093"/>
              <a:gd name="connsiteY2" fmla="*/ 1857670 h 1857670"/>
              <a:gd name="connsiteX0" fmla="*/ 0 w 3722897"/>
              <a:gd name="connsiteY0" fmla="*/ 946594 h 1856750"/>
              <a:gd name="connsiteX1" fmla="*/ 3519651 w 3722897"/>
              <a:gd name="connsiteY1" fmla="*/ 185809 h 1856750"/>
              <a:gd name="connsiteX2" fmla="*/ 2997614 w 3722897"/>
              <a:gd name="connsiteY2" fmla="*/ 1856750 h 1856750"/>
              <a:gd name="connsiteX0" fmla="*/ 0 w 3740809"/>
              <a:gd name="connsiteY0" fmla="*/ 936807 h 1857774"/>
              <a:gd name="connsiteX1" fmla="*/ 3537563 w 3740809"/>
              <a:gd name="connsiteY1" fmla="*/ 186833 h 1857774"/>
              <a:gd name="connsiteX2" fmla="*/ 3015526 w 3740809"/>
              <a:gd name="connsiteY2" fmla="*/ 1857774 h 1857774"/>
              <a:gd name="connsiteX0" fmla="*/ 0 w 4619080"/>
              <a:gd name="connsiteY0" fmla="*/ 1750182 h 1750846"/>
              <a:gd name="connsiteX1" fmla="*/ 3537563 w 4619080"/>
              <a:gd name="connsiteY1" fmla="*/ 1000208 h 1750846"/>
              <a:gd name="connsiteX2" fmla="*/ 4504327 w 4619080"/>
              <a:gd name="connsiteY2" fmla="*/ 24000 h 1750846"/>
              <a:gd name="connsiteX0" fmla="*/ 0 w 4530055"/>
              <a:gd name="connsiteY0" fmla="*/ 1726182 h 1726846"/>
              <a:gd name="connsiteX1" fmla="*/ 3537563 w 4530055"/>
              <a:gd name="connsiteY1" fmla="*/ 976208 h 1726846"/>
              <a:gd name="connsiteX2" fmla="*/ 4504327 w 4530055"/>
              <a:gd name="connsiteY2" fmla="*/ 0 h 1726846"/>
              <a:gd name="connsiteX0" fmla="*/ 0 w 4522888"/>
              <a:gd name="connsiteY0" fmla="*/ 1726182 h 1726845"/>
              <a:gd name="connsiteX1" fmla="*/ 3252133 w 4522888"/>
              <a:gd name="connsiteY1" fmla="*/ 974020 h 1726845"/>
              <a:gd name="connsiteX2" fmla="*/ 4504327 w 4522888"/>
              <a:gd name="connsiteY2" fmla="*/ 0 h 1726845"/>
              <a:gd name="connsiteX0" fmla="*/ 0 w 4522888"/>
              <a:gd name="connsiteY0" fmla="*/ 1726182 h 1726918"/>
              <a:gd name="connsiteX1" fmla="*/ 3252133 w 4522888"/>
              <a:gd name="connsiteY1" fmla="*/ 974020 h 1726918"/>
              <a:gd name="connsiteX2" fmla="*/ 4504327 w 4522888"/>
              <a:gd name="connsiteY2" fmla="*/ 0 h 1726918"/>
              <a:gd name="connsiteX0" fmla="*/ 0 w 4523150"/>
              <a:gd name="connsiteY0" fmla="*/ 1726182 h 1726902"/>
              <a:gd name="connsiteX1" fmla="*/ 3266334 w 4523150"/>
              <a:gd name="connsiteY1" fmla="*/ 943339 h 1726902"/>
              <a:gd name="connsiteX2" fmla="*/ 4504327 w 4523150"/>
              <a:gd name="connsiteY2" fmla="*/ 0 h 1726902"/>
              <a:gd name="connsiteX0" fmla="*/ 0 w 4523150"/>
              <a:gd name="connsiteY0" fmla="*/ 1726182 h 1727012"/>
              <a:gd name="connsiteX1" fmla="*/ 3266334 w 4523150"/>
              <a:gd name="connsiteY1" fmla="*/ 943339 h 1727012"/>
              <a:gd name="connsiteX2" fmla="*/ 4504327 w 4523150"/>
              <a:gd name="connsiteY2" fmla="*/ 0 h 1727012"/>
              <a:gd name="connsiteX0" fmla="*/ 0 w 4523390"/>
              <a:gd name="connsiteY0" fmla="*/ 1726182 h 1726969"/>
              <a:gd name="connsiteX1" fmla="*/ 3278936 w 4523390"/>
              <a:gd name="connsiteY1" fmla="*/ 878982 h 1726969"/>
              <a:gd name="connsiteX2" fmla="*/ 4504327 w 4523390"/>
              <a:gd name="connsiteY2" fmla="*/ 0 h 1726969"/>
              <a:gd name="connsiteX0" fmla="*/ 0 w 4523390"/>
              <a:gd name="connsiteY0" fmla="*/ 1726182 h 1726182"/>
              <a:gd name="connsiteX1" fmla="*/ 3278936 w 4523390"/>
              <a:gd name="connsiteY1" fmla="*/ 878982 h 1726182"/>
              <a:gd name="connsiteX2" fmla="*/ 4504327 w 4523390"/>
              <a:gd name="connsiteY2" fmla="*/ 0 h 1726182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4510"/>
              <a:gd name="connsiteY0" fmla="*/ 1708575 h 1708575"/>
              <a:gd name="connsiteX1" fmla="*/ 3119397 w 4304510"/>
              <a:gd name="connsiteY1" fmla="*/ 909005 h 1708575"/>
              <a:gd name="connsiteX2" fmla="*/ 4284209 w 4304510"/>
              <a:gd name="connsiteY2" fmla="*/ 0 h 1708575"/>
              <a:gd name="connsiteX0" fmla="*/ 0 w 3727878"/>
              <a:gd name="connsiteY0" fmla="*/ 1056829 h 1056829"/>
              <a:gd name="connsiteX1" fmla="*/ 3119397 w 3727878"/>
              <a:gd name="connsiteY1" fmla="*/ 257259 h 1056829"/>
              <a:gd name="connsiteX2" fmla="*/ 3673179 w 3727878"/>
              <a:gd name="connsiteY2" fmla="*/ 0 h 1056829"/>
              <a:gd name="connsiteX0" fmla="*/ 0 w 3700652"/>
              <a:gd name="connsiteY0" fmla="*/ 1056829 h 1056829"/>
              <a:gd name="connsiteX1" fmla="*/ 3119397 w 3700652"/>
              <a:gd name="connsiteY1" fmla="*/ 257259 h 1056829"/>
              <a:gd name="connsiteX2" fmla="*/ 3673179 w 3700652"/>
              <a:gd name="connsiteY2" fmla="*/ 0 h 1056829"/>
              <a:gd name="connsiteX0" fmla="*/ 0 w 3673179"/>
              <a:gd name="connsiteY0" fmla="*/ 1056829 h 1056829"/>
              <a:gd name="connsiteX1" fmla="*/ 3119397 w 3673179"/>
              <a:gd name="connsiteY1" fmla="*/ 25725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84813"/>
              <a:gd name="connsiteX1" fmla="*/ 1601342 w 3673179"/>
              <a:gd name="connsiteY1" fmla="*/ 603599 h 1084813"/>
              <a:gd name="connsiteX2" fmla="*/ 3673179 w 3673179"/>
              <a:gd name="connsiteY2" fmla="*/ 0 h 1084813"/>
              <a:gd name="connsiteX0" fmla="*/ 0 w 3673179"/>
              <a:gd name="connsiteY0" fmla="*/ 1056829 h 1078385"/>
              <a:gd name="connsiteX1" fmla="*/ 1678168 w 3673179"/>
              <a:gd name="connsiteY1" fmla="*/ 499504 h 1078385"/>
              <a:gd name="connsiteX2" fmla="*/ 3673179 w 3673179"/>
              <a:gd name="connsiteY2" fmla="*/ 0 h 1078385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396321"/>
              <a:gd name="connsiteY0" fmla="*/ 805247 h 832579"/>
              <a:gd name="connsiteX1" fmla="*/ 1674011 w 3396321"/>
              <a:gd name="connsiteY1" fmla="*/ 343543 h 832579"/>
              <a:gd name="connsiteX2" fmla="*/ 3396321 w 3396321"/>
              <a:gd name="connsiteY2" fmla="*/ 0 h 832579"/>
              <a:gd name="connsiteX0" fmla="*/ 0 w 3396321"/>
              <a:gd name="connsiteY0" fmla="*/ 837000 h 864332"/>
              <a:gd name="connsiteX1" fmla="*/ 1674011 w 3396321"/>
              <a:gd name="connsiteY1" fmla="*/ 375296 h 864332"/>
              <a:gd name="connsiteX2" fmla="*/ 3396321 w 3396321"/>
              <a:gd name="connsiteY2" fmla="*/ 31753 h 864332"/>
              <a:gd name="connsiteX0" fmla="*/ 0 w 3581128"/>
              <a:gd name="connsiteY0" fmla="*/ 881267 h 908599"/>
              <a:gd name="connsiteX1" fmla="*/ 1674011 w 3581128"/>
              <a:gd name="connsiteY1" fmla="*/ 419563 h 908599"/>
              <a:gd name="connsiteX2" fmla="*/ 3581128 w 3581128"/>
              <a:gd name="connsiteY2" fmla="*/ 10931 h 908599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1128" h="897668">
                <a:moveTo>
                  <a:pt x="0" y="870336"/>
                </a:moveTo>
                <a:cubicBezTo>
                  <a:pt x="368068" y="981156"/>
                  <a:pt x="1241369" y="740574"/>
                  <a:pt x="1674011" y="408632"/>
                </a:cubicBezTo>
                <a:cubicBezTo>
                  <a:pt x="2500187" y="-130359"/>
                  <a:pt x="2546023" y="254955"/>
                  <a:pt x="3581128" y="0"/>
                </a:cubicBezTo>
              </a:path>
            </a:pathLst>
          </a:custGeom>
          <a:ln w="88900">
            <a:solidFill>
              <a:schemeClr val="accent1">
                <a:lumMod val="60000"/>
                <a:lumOff val="40000"/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3E1610A7-E274-9B95-1CE9-6EF15C16D680}"/>
              </a:ext>
            </a:extLst>
          </p:cNvPr>
          <p:cNvSpPr/>
          <p:nvPr/>
        </p:nvSpPr>
        <p:spPr>
          <a:xfrm rot="455327">
            <a:off x="7037857" y="5156222"/>
            <a:ext cx="4762102" cy="1045334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531644"/>
              <a:gd name="connsiteY0" fmla="*/ 731919 h 1710812"/>
              <a:gd name="connsiteX1" fmla="*/ 3146056 w 3531644"/>
              <a:gd name="connsiteY1" fmla="*/ 158237 h 1710812"/>
              <a:gd name="connsiteX2" fmla="*/ 3079381 w 3531644"/>
              <a:gd name="connsiteY2" fmla="*/ 1710812 h 1710812"/>
              <a:gd name="connsiteX0" fmla="*/ 0 w 3531644"/>
              <a:gd name="connsiteY0" fmla="*/ 746907 h 1725800"/>
              <a:gd name="connsiteX1" fmla="*/ 3146056 w 3531644"/>
              <a:gd name="connsiteY1" fmla="*/ 173225 h 1725800"/>
              <a:gd name="connsiteX2" fmla="*/ 3079381 w 3531644"/>
              <a:gd name="connsiteY2" fmla="*/ 1725800 h 1725800"/>
              <a:gd name="connsiteX0" fmla="*/ 0 w 3464062"/>
              <a:gd name="connsiteY0" fmla="*/ 746907 h 1666780"/>
              <a:gd name="connsiteX1" fmla="*/ 3146056 w 3464062"/>
              <a:gd name="connsiteY1" fmla="*/ 173225 h 1666780"/>
              <a:gd name="connsiteX2" fmla="*/ 2872810 w 3464062"/>
              <a:gd name="connsiteY2" fmla="*/ 1666780 h 1666780"/>
              <a:gd name="connsiteX0" fmla="*/ 0 w 3395216"/>
              <a:gd name="connsiteY0" fmla="*/ 844990 h 1764863"/>
              <a:gd name="connsiteX1" fmla="*/ 3047689 w 3395216"/>
              <a:gd name="connsiteY1" fmla="*/ 163104 h 1764863"/>
              <a:gd name="connsiteX2" fmla="*/ 2872810 w 3395216"/>
              <a:gd name="connsiteY2" fmla="*/ 1764863 h 1764863"/>
              <a:gd name="connsiteX0" fmla="*/ 0 w 3423550"/>
              <a:gd name="connsiteY0" fmla="*/ 802135 h 1722008"/>
              <a:gd name="connsiteX1" fmla="*/ 3088947 w 3423550"/>
              <a:gd name="connsiteY1" fmla="*/ 167363 h 1722008"/>
              <a:gd name="connsiteX2" fmla="*/ 2872810 w 3423550"/>
              <a:gd name="connsiteY2" fmla="*/ 1722008 h 1722008"/>
              <a:gd name="connsiteX0" fmla="*/ 0 w 3365966"/>
              <a:gd name="connsiteY0" fmla="*/ 802135 h 1722008"/>
              <a:gd name="connsiteX1" fmla="*/ 3088947 w 3365966"/>
              <a:gd name="connsiteY1" fmla="*/ 167363 h 1722008"/>
              <a:gd name="connsiteX2" fmla="*/ 2872810 w 3365966"/>
              <a:gd name="connsiteY2" fmla="*/ 1722008 h 1722008"/>
              <a:gd name="connsiteX0" fmla="*/ 0 w 3365966"/>
              <a:gd name="connsiteY0" fmla="*/ 825751 h 1745624"/>
              <a:gd name="connsiteX1" fmla="*/ 3088947 w 3365966"/>
              <a:gd name="connsiteY1" fmla="*/ 190979 h 1745624"/>
              <a:gd name="connsiteX2" fmla="*/ 2872810 w 3365966"/>
              <a:gd name="connsiteY2" fmla="*/ 1745624 h 1745624"/>
              <a:gd name="connsiteX0" fmla="*/ 0 w 3365966"/>
              <a:gd name="connsiteY0" fmla="*/ 833266 h 1753139"/>
              <a:gd name="connsiteX1" fmla="*/ 3088947 w 3365966"/>
              <a:gd name="connsiteY1" fmla="*/ 198494 h 1753139"/>
              <a:gd name="connsiteX2" fmla="*/ 2872810 w 3365966"/>
              <a:gd name="connsiteY2" fmla="*/ 1753139 h 1753139"/>
              <a:gd name="connsiteX0" fmla="*/ 0 w 3598093"/>
              <a:gd name="connsiteY0" fmla="*/ 937797 h 1857670"/>
              <a:gd name="connsiteX1" fmla="*/ 3394847 w 3598093"/>
              <a:gd name="connsiteY1" fmla="*/ 186729 h 1857670"/>
              <a:gd name="connsiteX2" fmla="*/ 2872810 w 3598093"/>
              <a:gd name="connsiteY2" fmla="*/ 1857670 h 1857670"/>
              <a:gd name="connsiteX0" fmla="*/ 0 w 3722897"/>
              <a:gd name="connsiteY0" fmla="*/ 946594 h 1856750"/>
              <a:gd name="connsiteX1" fmla="*/ 3519651 w 3722897"/>
              <a:gd name="connsiteY1" fmla="*/ 185809 h 1856750"/>
              <a:gd name="connsiteX2" fmla="*/ 2997614 w 3722897"/>
              <a:gd name="connsiteY2" fmla="*/ 1856750 h 1856750"/>
              <a:gd name="connsiteX0" fmla="*/ 0 w 3740809"/>
              <a:gd name="connsiteY0" fmla="*/ 936807 h 1857774"/>
              <a:gd name="connsiteX1" fmla="*/ 3537563 w 3740809"/>
              <a:gd name="connsiteY1" fmla="*/ 186833 h 1857774"/>
              <a:gd name="connsiteX2" fmla="*/ 3015526 w 3740809"/>
              <a:gd name="connsiteY2" fmla="*/ 1857774 h 1857774"/>
              <a:gd name="connsiteX0" fmla="*/ 0 w 4619080"/>
              <a:gd name="connsiteY0" fmla="*/ 1750182 h 1750846"/>
              <a:gd name="connsiteX1" fmla="*/ 3537563 w 4619080"/>
              <a:gd name="connsiteY1" fmla="*/ 1000208 h 1750846"/>
              <a:gd name="connsiteX2" fmla="*/ 4504327 w 4619080"/>
              <a:gd name="connsiteY2" fmla="*/ 24000 h 1750846"/>
              <a:gd name="connsiteX0" fmla="*/ 0 w 4530055"/>
              <a:gd name="connsiteY0" fmla="*/ 1726182 h 1726846"/>
              <a:gd name="connsiteX1" fmla="*/ 3537563 w 4530055"/>
              <a:gd name="connsiteY1" fmla="*/ 976208 h 1726846"/>
              <a:gd name="connsiteX2" fmla="*/ 4504327 w 4530055"/>
              <a:gd name="connsiteY2" fmla="*/ 0 h 1726846"/>
              <a:gd name="connsiteX0" fmla="*/ 0 w 4522888"/>
              <a:gd name="connsiteY0" fmla="*/ 1726182 h 1726845"/>
              <a:gd name="connsiteX1" fmla="*/ 3252133 w 4522888"/>
              <a:gd name="connsiteY1" fmla="*/ 974020 h 1726845"/>
              <a:gd name="connsiteX2" fmla="*/ 4504327 w 4522888"/>
              <a:gd name="connsiteY2" fmla="*/ 0 h 1726845"/>
              <a:gd name="connsiteX0" fmla="*/ 0 w 4522888"/>
              <a:gd name="connsiteY0" fmla="*/ 1726182 h 1726918"/>
              <a:gd name="connsiteX1" fmla="*/ 3252133 w 4522888"/>
              <a:gd name="connsiteY1" fmla="*/ 974020 h 1726918"/>
              <a:gd name="connsiteX2" fmla="*/ 4504327 w 4522888"/>
              <a:gd name="connsiteY2" fmla="*/ 0 h 1726918"/>
              <a:gd name="connsiteX0" fmla="*/ 0 w 4523150"/>
              <a:gd name="connsiteY0" fmla="*/ 1726182 h 1726902"/>
              <a:gd name="connsiteX1" fmla="*/ 3266334 w 4523150"/>
              <a:gd name="connsiteY1" fmla="*/ 943339 h 1726902"/>
              <a:gd name="connsiteX2" fmla="*/ 4504327 w 4523150"/>
              <a:gd name="connsiteY2" fmla="*/ 0 h 1726902"/>
              <a:gd name="connsiteX0" fmla="*/ 0 w 4523150"/>
              <a:gd name="connsiteY0" fmla="*/ 1726182 h 1727012"/>
              <a:gd name="connsiteX1" fmla="*/ 3266334 w 4523150"/>
              <a:gd name="connsiteY1" fmla="*/ 943339 h 1727012"/>
              <a:gd name="connsiteX2" fmla="*/ 4504327 w 4523150"/>
              <a:gd name="connsiteY2" fmla="*/ 0 h 1727012"/>
              <a:gd name="connsiteX0" fmla="*/ 0 w 4523390"/>
              <a:gd name="connsiteY0" fmla="*/ 1726182 h 1726969"/>
              <a:gd name="connsiteX1" fmla="*/ 3278936 w 4523390"/>
              <a:gd name="connsiteY1" fmla="*/ 878982 h 1726969"/>
              <a:gd name="connsiteX2" fmla="*/ 4504327 w 4523390"/>
              <a:gd name="connsiteY2" fmla="*/ 0 h 1726969"/>
              <a:gd name="connsiteX0" fmla="*/ 0 w 4523390"/>
              <a:gd name="connsiteY0" fmla="*/ 1726182 h 1726182"/>
              <a:gd name="connsiteX1" fmla="*/ 3278936 w 4523390"/>
              <a:gd name="connsiteY1" fmla="*/ 878982 h 1726182"/>
              <a:gd name="connsiteX2" fmla="*/ 4504327 w 4523390"/>
              <a:gd name="connsiteY2" fmla="*/ 0 h 1726182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4510"/>
              <a:gd name="connsiteY0" fmla="*/ 1708575 h 1708575"/>
              <a:gd name="connsiteX1" fmla="*/ 3119397 w 4304510"/>
              <a:gd name="connsiteY1" fmla="*/ 909005 h 1708575"/>
              <a:gd name="connsiteX2" fmla="*/ 4284209 w 4304510"/>
              <a:gd name="connsiteY2" fmla="*/ 0 h 1708575"/>
              <a:gd name="connsiteX0" fmla="*/ 0 w 3727878"/>
              <a:gd name="connsiteY0" fmla="*/ 1056829 h 1056829"/>
              <a:gd name="connsiteX1" fmla="*/ 3119397 w 3727878"/>
              <a:gd name="connsiteY1" fmla="*/ 257259 h 1056829"/>
              <a:gd name="connsiteX2" fmla="*/ 3673179 w 3727878"/>
              <a:gd name="connsiteY2" fmla="*/ 0 h 1056829"/>
              <a:gd name="connsiteX0" fmla="*/ 0 w 3700652"/>
              <a:gd name="connsiteY0" fmla="*/ 1056829 h 1056829"/>
              <a:gd name="connsiteX1" fmla="*/ 3119397 w 3700652"/>
              <a:gd name="connsiteY1" fmla="*/ 257259 h 1056829"/>
              <a:gd name="connsiteX2" fmla="*/ 3673179 w 3700652"/>
              <a:gd name="connsiteY2" fmla="*/ 0 h 1056829"/>
              <a:gd name="connsiteX0" fmla="*/ 0 w 3673179"/>
              <a:gd name="connsiteY0" fmla="*/ 1056829 h 1056829"/>
              <a:gd name="connsiteX1" fmla="*/ 3119397 w 3673179"/>
              <a:gd name="connsiteY1" fmla="*/ 25725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84813"/>
              <a:gd name="connsiteX1" fmla="*/ 1601342 w 3673179"/>
              <a:gd name="connsiteY1" fmla="*/ 603599 h 1084813"/>
              <a:gd name="connsiteX2" fmla="*/ 3673179 w 3673179"/>
              <a:gd name="connsiteY2" fmla="*/ 0 h 1084813"/>
              <a:gd name="connsiteX0" fmla="*/ 0 w 3673179"/>
              <a:gd name="connsiteY0" fmla="*/ 1056829 h 1078385"/>
              <a:gd name="connsiteX1" fmla="*/ 1678168 w 3673179"/>
              <a:gd name="connsiteY1" fmla="*/ 499504 h 1078385"/>
              <a:gd name="connsiteX2" fmla="*/ 3673179 w 3673179"/>
              <a:gd name="connsiteY2" fmla="*/ 0 h 1078385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396321"/>
              <a:gd name="connsiteY0" fmla="*/ 805247 h 832579"/>
              <a:gd name="connsiteX1" fmla="*/ 1674011 w 3396321"/>
              <a:gd name="connsiteY1" fmla="*/ 343543 h 832579"/>
              <a:gd name="connsiteX2" fmla="*/ 3396321 w 3396321"/>
              <a:gd name="connsiteY2" fmla="*/ 0 h 832579"/>
              <a:gd name="connsiteX0" fmla="*/ 0 w 3396321"/>
              <a:gd name="connsiteY0" fmla="*/ 837000 h 864332"/>
              <a:gd name="connsiteX1" fmla="*/ 1674011 w 3396321"/>
              <a:gd name="connsiteY1" fmla="*/ 375296 h 864332"/>
              <a:gd name="connsiteX2" fmla="*/ 3396321 w 3396321"/>
              <a:gd name="connsiteY2" fmla="*/ 31753 h 864332"/>
              <a:gd name="connsiteX0" fmla="*/ 0 w 3581128"/>
              <a:gd name="connsiteY0" fmla="*/ 881267 h 908599"/>
              <a:gd name="connsiteX1" fmla="*/ 1674011 w 3581128"/>
              <a:gd name="connsiteY1" fmla="*/ 419563 h 908599"/>
              <a:gd name="connsiteX2" fmla="*/ 3581128 w 3581128"/>
              <a:gd name="connsiteY2" fmla="*/ 10931 h 908599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1128" h="897668">
                <a:moveTo>
                  <a:pt x="0" y="870336"/>
                </a:moveTo>
                <a:cubicBezTo>
                  <a:pt x="368068" y="981156"/>
                  <a:pt x="1241369" y="740574"/>
                  <a:pt x="1674011" y="408632"/>
                </a:cubicBezTo>
                <a:cubicBezTo>
                  <a:pt x="2500187" y="-130359"/>
                  <a:pt x="2546023" y="254955"/>
                  <a:pt x="3581128" y="0"/>
                </a:cubicBezTo>
              </a:path>
            </a:pathLst>
          </a:custGeom>
          <a:ln w="88900">
            <a:solidFill>
              <a:schemeClr val="accent2"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3" name="Freeform 32">
            <a:extLst>
              <a:ext uri="{FF2B5EF4-FFF2-40B4-BE49-F238E27FC236}">
                <a16:creationId xmlns:a16="http://schemas.microsoft.com/office/drawing/2014/main" id="{2DDA4B8D-BF77-F730-8C50-8623C28C078B}"/>
              </a:ext>
            </a:extLst>
          </p:cNvPr>
          <p:cNvSpPr/>
          <p:nvPr/>
        </p:nvSpPr>
        <p:spPr>
          <a:xfrm rot="941402">
            <a:off x="7326415" y="5301485"/>
            <a:ext cx="4762102" cy="1045334"/>
          </a:xfrm>
          <a:custGeom>
            <a:avLst/>
            <a:gdLst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295275 h 1343025"/>
              <a:gd name="connsiteX1" fmla="*/ 2886075 w 3648075"/>
              <a:gd name="connsiteY1" fmla="*/ 0 h 1343025"/>
              <a:gd name="connsiteX2" fmla="*/ 3648075 w 3648075"/>
              <a:gd name="connsiteY2" fmla="*/ 657225 h 1343025"/>
              <a:gd name="connsiteX3" fmla="*/ 2990850 w 3648075"/>
              <a:gd name="connsiteY3" fmla="*/ 1343025 h 1343025"/>
              <a:gd name="connsiteX4" fmla="*/ 3019425 w 3648075"/>
              <a:gd name="connsiteY4" fmla="*/ 1333500 h 1343025"/>
              <a:gd name="connsiteX0" fmla="*/ 0 w 3648075"/>
              <a:gd name="connsiteY0" fmla="*/ 422478 h 1470228"/>
              <a:gd name="connsiteX1" fmla="*/ 2886075 w 3648075"/>
              <a:gd name="connsiteY1" fmla="*/ 127203 h 1470228"/>
              <a:gd name="connsiteX2" fmla="*/ 3648075 w 3648075"/>
              <a:gd name="connsiteY2" fmla="*/ 784428 h 1470228"/>
              <a:gd name="connsiteX3" fmla="*/ 2990850 w 3648075"/>
              <a:gd name="connsiteY3" fmla="*/ 1470228 h 1470228"/>
              <a:gd name="connsiteX4" fmla="*/ 3019425 w 3648075"/>
              <a:gd name="connsiteY4" fmla="*/ 1460703 h 1470228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648075"/>
              <a:gd name="connsiteY0" fmla="*/ 384312 h 1432062"/>
              <a:gd name="connsiteX1" fmla="*/ 2886075 w 3648075"/>
              <a:gd name="connsiteY1" fmla="*/ 89037 h 1432062"/>
              <a:gd name="connsiteX2" fmla="*/ 3648075 w 3648075"/>
              <a:gd name="connsiteY2" fmla="*/ 746262 h 1432062"/>
              <a:gd name="connsiteX3" fmla="*/ 2990850 w 3648075"/>
              <a:gd name="connsiteY3" fmla="*/ 1432062 h 1432062"/>
              <a:gd name="connsiteX4" fmla="*/ 3019425 w 3648075"/>
              <a:gd name="connsiteY4" fmla="*/ 1422537 h 1432062"/>
              <a:gd name="connsiteX0" fmla="*/ 0 w 3514725"/>
              <a:gd name="connsiteY0" fmla="*/ 384312 h 1432062"/>
              <a:gd name="connsiteX1" fmla="*/ 2886075 w 3514725"/>
              <a:gd name="connsiteY1" fmla="*/ 89037 h 1432062"/>
              <a:gd name="connsiteX2" fmla="*/ 3514725 w 3514725"/>
              <a:gd name="connsiteY2" fmla="*/ 793887 h 1432062"/>
              <a:gd name="connsiteX3" fmla="*/ 2990850 w 3514725"/>
              <a:gd name="connsiteY3" fmla="*/ 1432062 h 1432062"/>
              <a:gd name="connsiteX4" fmla="*/ 3019425 w 3514725"/>
              <a:gd name="connsiteY4" fmla="*/ 1422537 h 1432062"/>
              <a:gd name="connsiteX0" fmla="*/ 0 w 3543916"/>
              <a:gd name="connsiteY0" fmla="*/ 384312 h 1432062"/>
              <a:gd name="connsiteX1" fmla="*/ 2886075 w 3543916"/>
              <a:gd name="connsiteY1" fmla="*/ 89037 h 1432062"/>
              <a:gd name="connsiteX2" fmla="*/ 3514725 w 3543916"/>
              <a:gd name="connsiteY2" fmla="*/ 793887 h 1432062"/>
              <a:gd name="connsiteX3" fmla="*/ 2990850 w 3543916"/>
              <a:gd name="connsiteY3" fmla="*/ 1432062 h 1432062"/>
              <a:gd name="connsiteX4" fmla="*/ 3019425 w 3543916"/>
              <a:gd name="connsiteY4" fmla="*/ 1422537 h 1432062"/>
              <a:gd name="connsiteX0" fmla="*/ 0 w 3544552"/>
              <a:gd name="connsiteY0" fmla="*/ 553510 h 1601260"/>
              <a:gd name="connsiteX1" fmla="*/ 2895600 w 3544552"/>
              <a:gd name="connsiteY1" fmla="*/ 77260 h 1601260"/>
              <a:gd name="connsiteX2" fmla="*/ 3514725 w 3544552"/>
              <a:gd name="connsiteY2" fmla="*/ 963085 h 1601260"/>
              <a:gd name="connsiteX3" fmla="*/ 2990850 w 3544552"/>
              <a:gd name="connsiteY3" fmla="*/ 1601260 h 1601260"/>
              <a:gd name="connsiteX4" fmla="*/ 3019425 w 3544552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500521"/>
              <a:gd name="connsiteY0" fmla="*/ 553510 h 1601260"/>
              <a:gd name="connsiteX1" fmla="*/ 2895600 w 3500521"/>
              <a:gd name="connsiteY1" fmla="*/ 77260 h 1601260"/>
              <a:gd name="connsiteX2" fmla="*/ 3467100 w 3500521"/>
              <a:gd name="connsiteY2" fmla="*/ 991660 h 1601260"/>
              <a:gd name="connsiteX3" fmla="*/ 2990850 w 3500521"/>
              <a:gd name="connsiteY3" fmla="*/ 1601260 h 1601260"/>
              <a:gd name="connsiteX4" fmla="*/ 3019425 w 3500521"/>
              <a:gd name="connsiteY4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3" fmla="*/ 3019425 w 3139354"/>
              <a:gd name="connsiteY3" fmla="*/ 1591735 h 1601260"/>
              <a:gd name="connsiteX0" fmla="*/ 0 w 3139354"/>
              <a:gd name="connsiteY0" fmla="*/ 553510 h 1601260"/>
              <a:gd name="connsiteX1" fmla="*/ 2895600 w 3139354"/>
              <a:gd name="connsiteY1" fmla="*/ 77260 h 1601260"/>
              <a:gd name="connsiteX2" fmla="*/ 2990850 w 3139354"/>
              <a:gd name="connsiteY2" fmla="*/ 1601260 h 1601260"/>
              <a:gd name="connsiteX0" fmla="*/ 0 w 3338009"/>
              <a:gd name="connsiteY0" fmla="*/ 553510 h 1601260"/>
              <a:gd name="connsiteX1" fmla="*/ 2895600 w 3338009"/>
              <a:gd name="connsiteY1" fmla="*/ 77260 h 1601260"/>
              <a:gd name="connsiteX2" fmla="*/ 2990850 w 3338009"/>
              <a:gd name="connsiteY2" fmla="*/ 1601260 h 1601260"/>
              <a:gd name="connsiteX0" fmla="*/ 0 w 3435667"/>
              <a:gd name="connsiteY0" fmla="*/ 508668 h 1556418"/>
              <a:gd name="connsiteX1" fmla="*/ 3095625 w 3435667"/>
              <a:gd name="connsiteY1" fmla="*/ 80043 h 1556418"/>
              <a:gd name="connsiteX2" fmla="*/ 2990850 w 3435667"/>
              <a:gd name="connsiteY2" fmla="*/ 1556418 h 1556418"/>
              <a:gd name="connsiteX0" fmla="*/ 0 w 3414855"/>
              <a:gd name="connsiteY0" fmla="*/ 580508 h 1628258"/>
              <a:gd name="connsiteX1" fmla="*/ 3057525 w 3414855"/>
              <a:gd name="connsiteY1" fmla="*/ 75683 h 1628258"/>
              <a:gd name="connsiteX2" fmla="*/ 2990850 w 3414855"/>
              <a:gd name="connsiteY2" fmla="*/ 1628258 h 1628258"/>
              <a:gd name="connsiteX0" fmla="*/ 0 w 3483642"/>
              <a:gd name="connsiteY0" fmla="*/ 580508 h 1628258"/>
              <a:gd name="connsiteX1" fmla="*/ 3057525 w 3483642"/>
              <a:gd name="connsiteY1" fmla="*/ 75683 h 1628258"/>
              <a:gd name="connsiteX2" fmla="*/ 2990850 w 3483642"/>
              <a:gd name="connsiteY2" fmla="*/ 1628258 h 1628258"/>
              <a:gd name="connsiteX0" fmla="*/ 0 w 3483642"/>
              <a:gd name="connsiteY0" fmla="*/ 618063 h 1665813"/>
              <a:gd name="connsiteX1" fmla="*/ 3057525 w 3483642"/>
              <a:gd name="connsiteY1" fmla="*/ 113238 h 1665813"/>
              <a:gd name="connsiteX2" fmla="*/ 2990850 w 3483642"/>
              <a:gd name="connsiteY2" fmla="*/ 1665813 h 1665813"/>
              <a:gd name="connsiteX0" fmla="*/ 0 w 3479740"/>
              <a:gd name="connsiteY0" fmla="*/ 618063 h 1665813"/>
              <a:gd name="connsiteX1" fmla="*/ 3057525 w 3479740"/>
              <a:gd name="connsiteY1" fmla="*/ 113238 h 1665813"/>
              <a:gd name="connsiteX2" fmla="*/ 2990850 w 3479740"/>
              <a:gd name="connsiteY2" fmla="*/ 1665813 h 1665813"/>
              <a:gd name="connsiteX0" fmla="*/ 0 w 3443113"/>
              <a:gd name="connsiteY0" fmla="*/ 618063 h 1665813"/>
              <a:gd name="connsiteX1" fmla="*/ 3057525 w 3443113"/>
              <a:gd name="connsiteY1" fmla="*/ 113238 h 1665813"/>
              <a:gd name="connsiteX2" fmla="*/ 2990850 w 3443113"/>
              <a:gd name="connsiteY2" fmla="*/ 1665813 h 1665813"/>
              <a:gd name="connsiteX0" fmla="*/ 0 w 3443113"/>
              <a:gd name="connsiteY0" fmla="*/ 651646 h 1699396"/>
              <a:gd name="connsiteX1" fmla="*/ 3057525 w 3443113"/>
              <a:gd name="connsiteY1" fmla="*/ 146821 h 1699396"/>
              <a:gd name="connsiteX2" fmla="*/ 2990850 w 3443113"/>
              <a:gd name="connsiteY2" fmla="*/ 1699396 h 1699396"/>
              <a:gd name="connsiteX0" fmla="*/ 0 w 3443113"/>
              <a:gd name="connsiteY0" fmla="*/ 669031 h 1716781"/>
              <a:gd name="connsiteX1" fmla="*/ 3057525 w 3443113"/>
              <a:gd name="connsiteY1" fmla="*/ 164206 h 1716781"/>
              <a:gd name="connsiteX2" fmla="*/ 2990850 w 3443113"/>
              <a:gd name="connsiteY2" fmla="*/ 1716781 h 1716781"/>
              <a:gd name="connsiteX0" fmla="*/ 0 w 3531644"/>
              <a:gd name="connsiteY0" fmla="*/ 731919 h 1710812"/>
              <a:gd name="connsiteX1" fmla="*/ 3146056 w 3531644"/>
              <a:gd name="connsiteY1" fmla="*/ 158237 h 1710812"/>
              <a:gd name="connsiteX2" fmla="*/ 3079381 w 3531644"/>
              <a:gd name="connsiteY2" fmla="*/ 1710812 h 1710812"/>
              <a:gd name="connsiteX0" fmla="*/ 0 w 3531644"/>
              <a:gd name="connsiteY0" fmla="*/ 746907 h 1725800"/>
              <a:gd name="connsiteX1" fmla="*/ 3146056 w 3531644"/>
              <a:gd name="connsiteY1" fmla="*/ 173225 h 1725800"/>
              <a:gd name="connsiteX2" fmla="*/ 3079381 w 3531644"/>
              <a:gd name="connsiteY2" fmla="*/ 1725800 h 1725800"/>
              <a:gd name="connsiteX0" fmla="*/ 0 w 3464062"/>
              <a:gd name="connsiteY0" fmla="*/ 746907 h 1666780"/>
              <a:gd name="connsiteX1" fmla="*/ 3146056 w 3464062"/>
              <a:gd name="connsiteY1" fmla="*/ 173225 h 1666780"/>
              <a:gd name="connsiteX2" fmla="*/ 2872810 w 3464062"/>
              <a:gd name="connsiteY2" fmla="*/ 1666780 h 1666780"/>
              <a:gd name="connsiteX0" fmla="*/ 0 w 3395216"/>
              <a:gd name="connsiteY0" fmla="*/ 844990 h 1764863"/>
              <a:gd name="connsiteX1" fmla="*/ 3047689 w 3395216"/>
              <a:gd name="connsiteY1" fmla="*/ 163104 h 1764863"/>
              <a:gd name="connsiteX2" fmla="*/ 2872810 w 3395216"/>
              <a:gd name="connsiteY2" fmla="*/ 1764863 h 1764863"/>
              <a:gd name="connsiteX0" fmla="*/ 0 w 3423550"/>
              <a:gd name="connsiteY0" fmla="*/ 802135 h 1722008"/>
              <a:gd name="connsiteX1" fmla="*/ 3088947 w 3423550"/>
              <a:gd name="connsiteY1" fmla="*/ 167363 h 1722008"/>
              <a:gd name="connsiteX2" fmla="*/ 2872810 w 3423550"/>
              <a:gd name="connsiteY2" fmla="*/ 1722008 h 1722008"/>
              <a:gd name="connsiteX0" fmla="*/ 0 w 3365966"/>
              <a:gd name="connsiteY0" fmla="*/ 802135 h 1722008"/>
              <a:gd name="connsiteX1" fmla="*/ 3088947 w 3365966"/>
              <a:gd name="connsiteY1" fmla="*/ 167363 h 1722008"/>
              <a:gd name="connsiteX2" fmla="*/ 2872810 w 3365966"/>
              <a:gd name="connsiteY2" fmla="*/ 1722008 h 1722008"/>
              <a:gd name="connsiteX0" fmla="*/ 0 w 3365966"/>
              <a:gd name="connsiteY0" fmla="*/ 825751 h 1745624"/>
              <a:gd name="connsiteX1" fmla="*/ 3088947 w 3365966"/>
              <a:gd name="connsiteY1" fmla="*/ 190979 h 1745624"/>
              <a:gd name="connsiteX2" fmla="*/ 2872810 w 3365966"/>
              <a:gd name="connsiteY2" fmla="*/ 1745624 h 1745624"/>
              <a:gd name="connsiteX0" fmla="*/ 0 w 3365966"/>
              <a:gd name="connsiteY0" fmla="*/ 833266 h 1753139"/>
              <a:gd name="connsiteX1" fmla="*/ 3088947 w 3365966"/>
              <a:gd name="connsiteY1" fmla="*/ 198494 h 1753139"/>
              <a:gd name="connsiteX2" fmla="*/ 2872810 w 3365966"/>
              <a:gd name="connsiteY2" fmla="*/ 1753139 h 1753139"/>
              <a:gd name="connsiteX0" fmla="*/ 0 w 3598093"/>
              <a:gd name="connsiteY0" fmla="*/ 937797 h 1857670"/>
              <a:gd name="connsiteX1" fmla="*/ 3394847 w 3598093"/>
              <a:gd name="connsiteY1" fmla="*/ 186729 h 1857670"/>
              <a:gd name="connsiteX2" fmla="*/ 2872810 w 3598093"/>
              <a:gd name="connsiteY2" fmla="*/ 1857670 h 1857670"/>
              <a:gd name="connsiteX0" fmla="*/ 0 w 3722897"/>
              <a:gd name="connsiteY0" fmla="*/ 946594 h 1856750"/>
              <a:gd name="connsiteX1" fmla="*/ 3519651 w 3722897"/>
              <a:gd name="connsiteY1" fmla="*/ 185809 h 1856750"/>
              <a:gd name="connsiteX2" fmla="*/ 2997614 w 3722897"/>
              <a:gd name="connsiteY2" fmla="*/ 1856750 h 1856750"/>
              <a:gd name="connsiteX0" fmla="*/ 0 w 3740809"/>
              <a:gd name="connsiteY0" fmla="*/ 936807 h 1857774"/>
              <a:gd name="connsiteX1" fmla="*/ 3537563 w 3740809"/>
              <a:gd name="connsiteY1" fmla="*/ 186833 h 1857774"/>
              <a:gd name="connsiteX2" fmla="*/ 3015526 w 3740809"/>
              <a:gd name="connsiteY2" fmla="*/ 1857774 h 1857774"/>
              <a:gd name="connsiteX0" fmla="*/ 0 w 4619080"/>
              <a:gd name="connsiteY0" fmla="*/ 1750182 h 1750846"/>
              <a:gd name="connsiteX1" fmla="*/ 3537563 w 4619080"/>
              <a:gd name="connsiteY1" fmla="*/ 1000208 h 1750846"/>
              <a:gd name="connsiteX2" fmla="*/ 4504327 w 4619080"/>
              <a:gd name="connsiteY2" fmla="*/ 24000 h 1750846"/>
              <a:gd name="connsiteX0" fmla="*/ 0 w 4530055"/>
              <a:gd name="connsiteY0" fmla="*/ 1726182 h 1726846"/>
              <a:gd name="connsiteX1" fmla="*/ 3537563 w 4530055"/>
              <a:gd name="connsiteY1" fmla="*/ 976208 h 1726846"/>
              <a:gd name="connsiteX2" fmla="*/ 4504327 w 4530055"/>
              <a:gd name="connsiteY2" fmla="*/ 0 h 1726846"/>
              <a:gd name="connsiteX0" fmla="*/ 0 w 4522888"/>
              <a:gd name="connsiteY0" fmla="*/ 1726182 h 1726845"/>
              <a:gd name="connsiteX1" fmla="*/ 3252133 w 4522888"/>
              <a:gd name="connsiteY1" fmla="*/ 974020 h 1726845"/>
              <a:gd name="connsiteX2" fmla="*/ 4504327 w 4522888"/>
              <a:gd name="connsiteY2" fmla="*/ 0 h 1726845"/>
              <a:gd name="connsiteX0" fmla="*/ 0 w 4522888"/>
              <a:gd name="connsiteY0" fmla="*/ 1726182 h 1726918"/>
              <a:gd name="connsiteX1" fmla="*/ 3252133 w 4522888"/>
              <a:gd name="connsiteY1" fmla="*/ 974020 h 1726918"/>
              <a:gd name="connsiteX2" fmla="*/ 4504327 w 4522888"/>
              <a:gd name="connsiteY2" fmla="*/ 0 h 1726918"/>
              <a:gd name="connsiteX0" fmla="*/ 0 w 4523150"/>
              <a:gd name="connsiteY0" fmla="*/ 1726182 h 1726902"/>
              <a:gd name="connsiteX1" fmla="*/ 3266334 w 4523150"/>
              <a:gd name="connsiteY1" fmla="*/ 943339 h 1726902"/>
              <a:gd name="connsiteX2" fmla="*/ 4504327 w 4523150"/>
              <a:gd name="connsiteY2" fmla="*/ 0 h 1726902"/>
              <a:gd name="connsiteX0" fmla="*/ 0 w 4523150"/>
              <a:gd name="connsiteY0" fmla="*/ 1726182 h 1727012"/>
              <a:gd name="connsiteX1" fmla="*/ 3266334 w 4523150"/>
              <a:gd name="connsiteY1" fmla="*/ 943339 h 1727012"/>
              <a:gd name="connsiteX2" fmla="*/ 4504327 w 4523150"/>
              <a:gd name="connsiteY2" fmla="*/ 0 h 1727012"/>
              <a:gd name="connsiteX0" fmla="*/ 0 w 4523390"/>
              <a:gd name="connsiteY0" fmla="*/ 1726182 h 1726969"/>
              <a:gd name="connsiteX1" fmla="*/ 3278936 w 4523390"/>
              <a:gd name="connsiteY1" fmla="*/ 878982 h 1726969"/>
              <a:gd name="connsiteX2" fmla="*/ 4504327 w 4523390"/>
              <a:gd name="connsiteY2" fmla="*/ 0 h 1726969"/>
              <a:gd name="connsiteX0" fmla="*/ 0 w 4523390"/>
              <a:gd name="connsiteY0" fmla="*/ 1726182 h 1726182"/>
              <a:gd name="connsiteX1" fmla="*/ 3278936 w 4523390"/>
              <a:gd name="connsiteY1" fmla="*/ 878982 h 1726182"/>
              <a:gd name="connsiteX2" fmla="*/ 4504327 w 4523390"/>
              <a:gd name="connsiteY2" fmla="*/ 0 h 1726182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3272"/>
              <a:gd name="connsiteY0" fmla="*/ 1708575 h 1708575"/>
              <a:gd name="connsiteX1" fmla="*/ 3058818 w 4303272"/>
              <a:gd name="connsiteY1" fmla="*/ 878982 h 1708575"/>
              <a:gd name="connsiteX2" fmla="*/ 4284209 w 4303272"/>
              <a:gd name="connsiteY2" fmla="*/ 0 h 1708575"/>
              <a:gd name="connsiteX0" fmla="*/ 0 w 4304510"/>
              <a:gd name="connsiteY0" fmla="*/ 1708575 h 1708575"/>
              <a:gd name="connsiteX1" fmla="*/ 3119397 w 4304510"/>
              <a:gd name="connsiteY1" fmla="*/ 909005 h 1708575"/>
              <a:gd name="connsiteX2" fmla="*/ 4284209 w 4304510"/>
              <a:gd name="connsiteY2" fmla="*/ 0 h 1708575"/>
              <a:gd name="connsiteX0" fmla="*/ 0 w 3727878"/>
              <a:gd name="connsiteY0" fmla="*/ 1056829 h 1056829"/>
              <a:gd name="connsiteX1" fmla="*/ 3119397 w 3727878"/>
              <a:gd name="connsiteY1" fmla="*/ 257259 h 1056829"/>
              <a:gd name="connsiteX2" fmla="*/ 3673179 w 3727878"/>
              <a:gd name="connsiteY2" fmla="*/ 0 h 1056829"/>
              <a:gd name="connsiteX0" fmla="*/ 0 w 3700652"/>
              <a:gd name="connsiteY0" fmla="*/ 1056829 h 1056829"/>
              <a:gd name="connsiteX1" fmla="*/ 3119397 w 3700652"/>
              <a:gd name="connsiteY1" fmla="*/ 257259 h 1056829"/>
              <a:gd name="connsiteX2" fmla="*/ 3673179 w 3700652"/>
              <a:gd name="connsiteY2" fmla="*/ 0 h 1056829"/>
              <a:gd name="connsiteX0" fmla="*/ 0 w 3673179"/>
              <a:gd name="connsiteY0" fmla="*/ 1056829 h 1056829"/>
              <a:gd name="connsiteX1" fmla="*/ 3119397 w 3673179"/>
              <a:gd name="connsiteY1" fmla="*/ 25725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56829"/>
              <a:gd name="connsiteX1" fmla="*/ 1601342 w 3673179"/>
              <a:gd name="connsiteY1" fmla="*/ 603599 h 1056829"/>
              <a:gd name="connsiteX2" fmla="*/ 3673179 w 3673179"/>
              <a:gd name="connsiteY2" fmla="*/ 0 h 1056829"/>
              <a:gd name="connsiteX0" fmla="*/ 0 w 3673179"/>
              <a:gd name="connsiteY0" fmla="*/ 1056829 h 1084813"/>
              <a:gd name="connsiteX1" fmla="*/ 1601342 w 3673179"/>
              <a:gd name="connsiteY1" fmla="*/ 603599 h 1084813"/>
              <a:gd name="connsiteX2" fmla="*/ 3673179 w 3673179"/>
              <a:gd name="connsiteY2" fmla="*/ 0 h 1084813"/>
              <a:gd name="connsiteX0" fmla="*/ 0 w 3673179"/>
              <a:gd name="connsiteY0" fmla="*/ 1056829 h 1078385"/>
              <a:gd name="connsiteX1" fmla="*/ 1678168 w 3673179"/>
              <a:gd name="connsiteY1" fmla="*/ 499504 h 1078385"/>
              <a:gd name="connsiteX2" fmla="*/ 3673179 w 3673179"/>
              <a:gd name="connsiteY2" fmla="*/ 0 h 1078385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669022"/>
              <a:gd name="connsiteY0" fmla="*/ 961208 h 988540"/>
              <a:gd name="connsiteX1" fmla="*/ 1674011 w 3669022"/>
              <a:gd name="connsiteY1" fmla="*/ 499504 h 988540"/>
              <a:gd name="connsiteX2" fmla="*/ 3669022 w 3669022"/>
              <a:gd name="connsiteY2" fmla="*/ 0 h 988540"/>
              <a:gd name="connsiteX0" fmla="*/ 0 w 3396321"/>
              <a:gd name="connsiteY0" fmla="*/ 805247 h 832579"/>
              <a:gd name="connsiteX1" fmla="*/ 1674011 w 3396321"/>
              <a:gd name="connsiteY1" fmla="*/ 343543 h 832579"/>
              <a:gd name="connsiteX2" fmla="*/ 3396321 w 3396321"/>
              <a:gd name="connsiteY2" fmla="*/ 0 h 832579"/>
              <a:gd name="connsiteX0" fmla="*/ 0 w 3396321"/>
              <a:gd name="connsiteY0" fmla="*/ 837000 h 864332"/>
              <a:gd name="connsiteX1" fmla="*/ 1674011 w 3396321"/>
              <a:gd name="connsiteY1" fmla="*/ 375296 h 864332"/>
              <a:gd name="connsiteX2" fmla="*/ 3396321 w 3396321"/>
              <a:gd name="connsiteY2" fmla="*/ 31753 h 864332"/>
              <a:gd name="connsiteX0" fmla="*/ 0 w 3581128"/>
              <a:gd name="connsiteY0" fmla="*/ 881267 h 908599"/>
              <a:gd name="connsiteX1" fmla="*/ 1674011 w 3581128"/>
              <a:gd name="connsiteY1" fmla="*/ 419563 h 908599"/>
              <a:gd name="connsiteX2" fmla="*/ 3581128 w 3581128"/>
              <a:gd name="connsiteY2" fmla="*/ 10931 h 908599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  <a:gd name="connsiteX0" fmla="*/ 0 w 3581128"/>
              <a:gd name="connsiteY0" fmla="*/ 870336 h 897668"/>
              <a:gd name="connsiteX1" fmla="*/ 1674011 w 3581128"/>
              <a:gd name="connsiteY1" fmla="*/ 408632 h 897668"/>
              <a:gd name="connsiteX2" fmla="*/ 3581128 w 3581128"/>
              <a:gd name="connsiteY2" fmla="*/ 0 h 89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1128" h="897668">
                <a:moveTo>
                  <a:pt x="0" y="870336"/>
                </a:moveTo>
                <a:cubicBezTo>
                  <a:pt x="368068" y="981156"/>
                  <a:pt x="1241369" y="740574"/>
                  <a:pt x="1674011" y="408632"/>
                </a:cubicBezTo>
                <a:cubicBezTo>
                  <a:pt x="2500187" y="-130359"/>
                  <a:pt x="2546023" y="254955"/>
                  <a:pt x="3581128" y="0"/>
                </a:cubicBezTo>
              </a:path>
            </a:pathLst>
          </a:custGeom>
          <a:ln w="88900">
            <a:solidFill>
              <a:schemeClr val="accent3"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86C14093-428F-96F6-9229-17D3DF352FD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1526" y="2515020"/>
            <a:ext cx="11944350" cy="343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55% of orders are late → Major operational risk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Europe generates 32% of sales → High dependency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Consumer segment = 76% of revenue → B2C dominance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Men’s Footwear &amp; Sports → Highest profit categories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Standard Class shipping → Primary cause of delays </a:t>
            </a:r>
          </a:p>
        </p:txBody>
      </p:sp>
    </p:spTree>
    <p:extLst>
      <p:ext uri="{BB962C8B-B14F-4D97-AF65-F5344CB8AC3E}">
        <p14:creationId xmlns:p14="http://schemas.microsoft.com/office/powerpoint/2010/main" val="409263871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4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E7FB7"/>
      </a:accent1>
      <a:accent2>
        <a:srgbClr val="4BACC6"/>
      </a:accent2>
      <a:accent3>
        <a:srgbClr val="45C1A4"/>
      </a:accent3>
      <a:accent4>
        <a:srgbClr val="B9D533"/>
      </a:accent4>
      <a:accent5>
        <a:srgbClr val="8064A2"/>
      </a:accent5>
      <a:accent6>
        <a:srgbClr val="F79646"/>
      </a:accent6>
      <a:hlink>
        <a:srgbClr val="000000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4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E7FB7"/>
      </a:accent1>
      <a:accent2>
        <a:srgbClr val="4BACC6"/>
      </a:accent2>
      <a:accent3>
        <a:srgbClr val="45C1A4"/>
      </a:accent3>
      <a:accent4>
        <a:srgbClr val="B9D533"/>
      </a:accent4>
      <a:accent5>
        <a:srgbClr val="8064A2"/>
      </a:accent5>
      <a:accent6>
        <a:srgbClr val="F79646"/>
      </a:accent6>
      <a:hlink>
        <a:srgbClr val="000000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-A4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E7FB7"/>
      </a:accent1>
      <a:accent2>
        <a:srgbClr val="4BACC6"/>
      </a:accent2>
      <a:accent3>
        <a:srgbClr val="45C1A4"/>
      </a:accent3>
      <a:accent4>
        <a:srgbClr val="B9D533"/>
      </a:accent4>
      <a:accent5>
        <a:srgbClr val="8064A2"/>
      </a:accent5>
      <a:accent6>
        <a:srgbClr val="F79646"/>
      </a:accent6>
      <a:hlink>
        <a:srgbClr val="000000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287</Words>
  <Application>Microsoft Office PowerPoint</Application>
  <PresentationFormat>Widescreen</PresentationFormat>
  <Paragraphs>79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Alegreya Sans SC Bold</vt:lpstr>
      <vt:lpstr>Arial</vt:lpstr>
      <vt:lpstr>Bodoni MT</vt:lpstr>
      <vt:lpstr>Calibri</vt:lpstr>
      <vt:lpstr>Fira Sans</vt:lpstr>
      <vt:lpstr>Fira Sans Condensed Medium</vt:lpstr>
      <vt:lpstr>Roboto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Project Timeline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www.pptxtemplates.com</dc:creator>
  <cp:keywords>www.pptxtemplates.com</cp:keywords>
  <cp:lastModifiedBy>ahmed atta fayez bayoumi</cp:lastModifiedBy>
  <cp:revision>99</cp:revision>
  <dcterms:created xsi:type="dcterms:W3CDTF">2019-01-14T06:35:35Z</dcterms:created>
  <dcterms:modified xsi:type="dcterms:W3CDTF">2025-11-14T22:38:01Z</dcterms:modified>
</cp:coreProperties>
</file>